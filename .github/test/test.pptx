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68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18D2692-4E2D-4161-98D4-79DA62398685}" v="4" dt="2021-08-25T07:15:23.133"/>
    <p1510:client id="{63076009-C33A-6EFF-B937-2E72175A87CF}" v="7" dt="2022-11-16T11:20:36.80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21" d="100"/>
          <a:sy n="121" d="100"/>
        </p:scale>
        <p:origin x="480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slide" Target="slides/slide1.xml"/><Relationship Id="rId10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ondre Grønås" userId="S::sondre.gronas@skole.rogfk.no::eea45410-205b-43ed-aa52-5ea38a0a0a26" providerId="AD" clId="Web-{220FB189-63AB-45F9-98E8-057D37FF1302}"/>
    <pc:docChg chg="modSld">
      <pc:chgData name="Sondre Grønås" userId="S::sondre.gronas@skole.rogfk.no::eea45410-205b-43ed-aa52-5ea38a0a0a26" providerId="AD" clId="Web-{220FB189-63AB-45F9-98E8-057D37FF1302}" dt="2021-01-04T17:39:57.014" v="36" actId="20577"/>
      <pc:docMkLst>
        <pc:docMk/>
      </pc:docMkLst>
      <pc:sldChg chg="modSp">
        <pc:chgData name="Sondre Grønås" userId="S::sondre.gronas@skole.rogfk.no::eea45410-205b-43ed-aa52-5ea38a0a0a26" providerId="AD" clId="Web-{220FB189-63AB-45F9-98E8-057D37FF1302}" dt="2021-01-04T17:39:57.014" v="35" actId="20577"/>
        <pc:sldMkLst>
          <pc:docMk/>
          <pc:sldMk cId="2092709020" sldId="261"/>
        </pc:sldMkLst>
        <pc:spChg chg="mod">
          <ac:chgData name="Sondre Grønås" userId="S::sondre.gronas@skole.rogfk.no::eea45410-205b-43ed-aa52-5ea38a0a0a26" providerId="AD" clId="Web-{220FB189-63AB-45F9-98E8-057D37FF1302}" dt="2021-01-04T17:39:57.014" v="35" actId="20577"/>
          <ac:spMkLst>
            <pc:docMk/>
            <pc:sldMk cId="2092709020" sldId="261"/>
            <ac:spMk id="3" creationId="{3C6EA9A5-5ECB-4D62-8253-CA3F5739F36F}"/>
          </ac:spMkLst>
        </pc:spChg>
      </pc:sldChg>
    </pc:docChg>
  </pc:docChgLst>
  <pc:docChgLst>
    <pc:chgData name="Sondre Grønås" userId="S::sondre.gronas@skole.rogfk.no::eea45410-205b-43ed-aa52-5ea38a0a0a26" providerId="AD" clId="Web-{86EC8D8A-BA4D-4BDB-BF8A-1917633C7695}"/>
    <pc:docChg chg="addSld modSld">
      <pc:chgData name="Sondre Grønås" userId="S::sondre.gronas@skole.rogfk.no::eea45410-205b-43ed-aa52-5ea38a0a0a26" providerId="AD" clId="Web-{86EC8D8A-BA4D-4BDB-BF8A-1917633C7695}" dt="2021-01-04T17:41:21.349" v="58" actId="20577"/>
      <pc:docMkLst>
        <pc:docMk/>
      </pc:docMkLst>
      <pc:sldChg chg="modSp">
        <pc:chgData name="Sondre Grønås" userId="S::sondre.gronas@skole.rogfk.no::eea45410-205b-43ed-aa52-5ea38a0a0a26" providerId="AD" clId="Web-{86EC8D8A-BA4D-4BDB-BF8A-1917633C7695}" dt="2021-01-04T17:40:47.910" v="24" actId="20577"/>
        <pc:sldMkLst>
          <pc:docMk/>
          <pc:sldMk cId="2092709020" sldId="261"/>
        </pc:sldMkLst>
        <pc:spChg chg="mod">
          <ac:chgData name="Sondre Grønås" userId="S::sondre.gronas@skole.rogfk.no::eea45410-205b-43ed-aa52-5ea38a0a0a26" providerId="AD" clId="Web-{86EC8D8A-BA4D-4BDB-BF8A-1917633C7695}" dt="2021-01-04T17:40:47.910" v="24" actId="20577"/>
          <ac:spMkLst>
            <pc:docMk/>
            <pc:sldMk cId="2092709020" sldId="261"/>
            <ac:spMk id="3" creationId="{3C6EA9A5-5ECB-4D62-8253-CA3F5739F36F}"/>
          </ac:spMkLst>
        </pc:spChg>
      </pc:sldChg>
      <pc:sldChg chg="modSp new">
        <pc:chgData name="Sondre Grønås" userId="S::sondre.gronas@skole.rogfk.no::eea45410-205b-43ed-aa52-5ea38a0a0a26" providerId="AD" clId="Web-{86EC8D8A-BA4D-4BDB-BF8A-1917633C7695}" dt="2021-01-04T17:41:21.349" v="57" actId="20577"/>
        <pc:sldMkLst>
          <pc:docMk/>
          <pc:sldMk cId="4096470364" sldId="262"/>
        </pc:sldMkLst>
        <pc:spChg chg="mod">
          <ac:chgData name="Sondre Grønås" userId="S::sondre.gronas@skole.rogfk.no::eea45410-205b-43ed-aa52-5ea38a0a0a26" providerId="AD" clId="Web-{86EC8D8A-BA4D-4BDB-BF8A-1917633C7695}" dt="2021-01-04T17:40:53.504" v="31" actId="20577"/>
          <ac:spMkLst>
            <pc:docMk/>
            <pc:sldMk cId="4096470364" sldId="262"/>
            <ac:spMk id="2" creationId="{434F7BD3-7121-43C1-AEC6-CD7144E86895}"/>
          </ac:spMkLst>
        </pc:spChg>
        <pc:spChg chg="mod">
          <ac:chgData name="Sondre Grønås" userId="S::sondre.gronas@skole.rogfk.no::eea45410-205b-43ed-aa52-5ea38a0a0a26" providerId="AD" clId="Web-{86EC8D8A-BA4D-4BDB-BF8A-1917633C7695}" dt="2021-01-04T17:41:21.349" v="57" actId="20577"/>
          <ac:spMkLst>
            <pc:docMk/>
            <pc:sldMk cId="4096470364" sldId="262"/>
            <ac:spMk id="3" creationId="{271D47A1-2FB8-45E3-B909-D82BCE9BF01D}"/>
          </ac:spMkLst>
        </pc:spChg>
      </pc:sldChg>
    </pc:docChg>
  </pc:docChgLst>
  <pc:docChgLst>
    <pc:chgData name="Sondre Grønås" userId="eea45410-205b-43ed-aa52-5ea38a0a0a26" providerId="ADAL" clId="{518D2692-4E2D-4161-98D4-79DA62398685}"/>
    <pc:docChg chg="modSld">
      <pc:chgData name="Sondre Grønås" userId="eea45410-205b-43ed-aa52-5ea38a0a0a26" providerId="ADAL" clId="{518D2692-4E2D-4161-98D4-79DA62398685}" dt="2021-08-25T07:15:23.133" v="1" actId="20577"/>
      <pc:docMkLst>
        <pc:docMk/>
      </pc:docMkLst>
      <pc:sldChg chg="modSp mod">
        <pc:chgData name="Sondre Grønås" userId="eea45410-205b-43ed-aa52-5ea38a0a0a26" providerId="ADAL" clId="{518D2692-4E2D-4161-98D4-79DA62398685}" dt="2021-08-25T07:15:23.133" v="1" actId="20577"/>
        <pc:sldMkLst>
          <pc:docMk/>
          <pc:sldMk cId="4253124984" sldId="256"/>
        </pc:sldMkLst>
        <pc:spChg chg="mod">
          <ac:chgData name="Sondre Grønås" userId="eea45410-205b-43ed-aa52-5ea38a0a0a26" providerId="ADAL" clId="{518D2692-4E2D-4161-98D4-79DA62398685}" dt="2021-08-25T07:15:23.133" v="1" actId="20577"/>
          <ac:spMkLst>
            <pc:docMk/>
            <pc:sldMk cId="4253124984" sldId="256"/>
            <ac:spMk id="5" creationId="{A76359B3-FA52-41EA-B1C1-CDA5F9694713}"/>
          </ac:spMkLst>
        </pc:spChg>
      </pc:sldChg>
    </pc:docChg>
  </pc:docChgLst>
  <pc:docChgLst>
    <pc:chgData name="Sondre Grønås" userId="S::sondre.gronas@skole.rogfk.no::eea45410-205b-43ed-aa52-5ea38a0a0a26" providerId="AD" clId="Web-{B90F3832-045D-495A-950F-C0F74EEF4514}"/>
    <pc:docChg chg="addSld modSld">
      <pc:chgData name="Sondre Grønås" userId="S::sondre.gronas@skole.rogfk.no::eea45410-205b-43ed-aa52-5ea38a0a0a26" providerId="AD" clId="Web-{B90F3832-045D-495A-950F-C0F74EEF4514}" dt="2021-01-04T17:35:05.687" v="735" actId="1076"/>
      <pc:docMkLst>
        <pc:docMk/>
      </pc:docMkLst>
      <pc:sldChg chg="addSp delSp modSp mod setBg">
        <pc:chgData name="Sondre Grønås" userId="S::sondre.gronas@skole.rogfk.no::eea45410-205b-43ed-aa52-5ea38a0a0a26" providerId="AD" clId="Web-{B90F3832-045D-495A-950F-C0F74EEF4514}" dt="2021-01-04T16:57:09.999" v="75" actId="1076"/>
        <pc:sldMkLst>
          <pc:docMk/>
          <pc:sldMk cId="4253124984" sldId="256"/>
        </pc:sldMkLst>
        <pc:spChg chg="mod ord">
          <ac:chgData name="Sondre Grønås" userId="S::sondre.gronas@skole.rogfk.no::eea45410-205b-43ed-aa52-5ea38a0a0a26" providerId="AD" clId="Web-{B90F3832-045D-495A-950F-C0F74EEF4514}" dt="2021-01-04T16:55:06.122" v="57"/>
          <ac:spMkLst>
            <pc:docMk/>
            <pc:sldMk cId="4253124984" sldId="256"/>
            <ac:spMk id="2" creationId="{00000000-0000-0000-0000-000000000000}"/>
          </ac:spMkLst>
        </pc:spChg>
        <pc:spChg chg="del">
          <ac:chgData name="Sondre Grønås" userId="S::sondre.gronas@skole.rogfk.no::eea45410-205b-43ed-aa52-5ea38a0a0a26" providerId="AD" clId="Web-{B90F3832-045D-495A-950F-C0F74EEF4514}" dt="2021-01-04T16:53:41.793" v="15"/>
          <ac:spMkLst>
            <pc:docMk/>
            <pc:sldMk cId="4253124984" sldId="256"/>
            <ac:spMk id="3" creationId="{00000000-0000-0000-0000-000000000000}"/>
          </ac:spMkLst>
        </pc:spChg>
        <pc:spChg chg="add mod">
          <ac:chgData name="Sondre Grønås" userId="S::sondre.gronas@skole.rogfk.no::eea45410-205b-43ed-aa52-5ea38a0a0a26" providerId="AD" clId="Web-{B90F3832-045D-495A-950F-C0F74EEF4514}" dt="2021-01-04T16:55:19.856" v="61" actId="1076"/>
          <ac:spMkLst>
            <pc:docMk/>
            <pc:sldMk cId="4253124984" sldId="256"/>
            <ac:spMk id="5" creationId="{A76359B3-FA52-41EA-B1C1-CDA5F9694713}"/>
          </ac:spMkLst>
        </pc:spChg>
        <pc:spChg chg="add del">
          <ac:chgData name="Sondre Grønås" userId="S::sondre.gronas@skole.rogfk.no::eea45410-205b-43ed-aa52-5ea38a0a0a26" providerId="AD" clId="Web-{B90F3832-045D-495A-950F-C0F74EEF4514}" dt="2021-01-04T16:54:51.512" v="47"/>
          <ac:spMkLst>
            <pc:docMk/>
            <pc:sldMk cId="4253124984" sldId="256"/>
            <ac:spMk id="9" creationId="{C1DD1A8A-57D5-4A81-AD04-532B043C5611}"/>
          </ac:spMkLst>
        </pc:spChg>
        <pc:spChg chg="add del">
          <ac:chgData name="Sondre Grønås" userId="S::sondre.gronas@skole.rogfk.no::eea45410-205b-43ed-aa52-5ea38a0a0a26" providerId="AD" clId="Web-{B90F3832-045D-495A-950F-C0F74EEF4514}" dt="2021-01-04T16:54:51.512" v="47"/>
          <ac:spMkLst>
            <pc:docMk/>
            <pc:sldMk cId="4253124984" sldId="256"/>
            <ac:spMk id="11" creationId="{007891EC-4501-44ED-A8C8-B11B6DB767AB}"/>
          </ac:spMkLst>
        </pc:spChg>
        <pc:spChg chg="add del">
          <ac:chgData name="Sondre Grønås" userId="S::sondre.gronas@skole.rogfk.no::eea45410-205b-43ed-aa52-5ea38a0a0a26" providerId="AD" clId="Web-{B90F3832-045D-495A-950F-C0F74EEF4514}" dt="2021-01-04T16:55:06.122" v="57"/>
          <ac:spMkLst>
            <pc:docMk/>
            <pc:sldMk cId="4253124984" sldId="256"/>
            <ac:spMk id="16" creationId="{37C89E4B-3C9F-44B9-8B86-D9E3D112D8EC}"/>
          </ac:spMkLst>
        </pc:spChg>
        <pc:spChg chg="add del">
          <ac:chgData name="Sondre Grønås" userId="S::sondre.gronas@skole.rogfk.no::eea45410-205b-43ed-aa52-5ea38a0a0a26" providerId="AD" clId="Web-{B90F3832-045D-495A-950F-C0F74EEF4514}" dt="2021-01-04T16:55:14.731" v="59"/>
          <ac:spMkLst>
            <pc:docMk/>
            <pc:sldMk cId="4253124984" sldId="256"/>
            <ac:spMk id="25" creationId="{37C89E4B-3C9F-44B9-8B86-D9E3D112D8EC}"/>
          </ac:spMkLst>
        </pc:spChg>
        <pc:spChg chg="add">
          <ac:chgData name="Sondre Grønås" userId="S::sondre.gronas@skole.rogfk.no::eea45410-205b-43ed-aa52-5ea38a0a0a26" providerId="AD" clId="Web-{B90F3832-045D-495A-950F-C0F74EEF4514}" dt="2021-01-04T16:55:14.731" v="59"/>
          <ac:spMkLst>
            <pc:docMk/>
            <pc:sldMk cId="4253124984" sldId="256"/>
            <ac:spMk id="34" creationId="{37C89E4B-3C9F-44B9-8B86-D9E3D112D8EC}"/>
          </ac:spMkLst>
        </pc:spChg>
        <pc:picChg chg="add mod ord">
          <ac:chgData name="Sondre Grønås" userId="S::sondre.gronas@skole.rogfk.no::eea45410-205b-43ed-aa52-5ea38a0a0a26" providerId="AD" clId="Web-{B90F3832-045D-495A-950F-C0F74EEF4514}" dt="2021-01-04T16:56:47.233" v="67"/>
          <ac:picMkLst>
            <pc:docMk/>
            <pc:sldMk cId="4253124984" sldId="256"/>
            <ac:picMk id="4" creationId="{87E705D8-1EE9-46AB-A864-E5BD88BBA177}"/>
          </ac:picMkLst>
        </pc:picChg>
        <pc:picChg chg="add mod ord">
          <ac:chgData name="Sondre Grønås" userId="S::sondre.gronas@skole.rogfk.no::eea45410-205b-43ed-aa52-5ea38a0a0a26" providerId="AD" clId="Web-{B90F3832-045D-495A-950F-C0F74EEF4514}" dt="2021-01-04T16:57:09.999" v="75" actId="1076"/>
          <ac:picMkLst>
            <pc:docMk/>
            <pc:sldMk cId="4253124984" sldId="256"/>
            <ac:picMk id="6" creationId="{BBAABBAB-86C2-4852-8BA7-A167B5EAE744}"/>
          </ac:picMkLst>
        </pc:picChg>
        <pc:cxnChg chg="add del">
          <ac:chgData name="Sondre Grønås" userId="S::sondre.gronas@skole.rogfk.no::eea45410-205b-43ed-aa52-5ea38a0a0a26" providerId="AD" clId="Web-{B90F3832-045D-495A-950F-C0F74EEF4514}" dt="2021-01-04T16:55:06.122" v="57"/>
          <ac:cxnSpMkLst>
            <pc:docMk/>
            <pc:sldMk cId="4253124984" sldId="256"/>
            <ac:cxnSpMk id="18" creationId="{AA2EAA10-076F-46BD-8F0F-B9A2FB77A85C}"/>
          </ac:cxnSpMkLst>
        </pc:cxnChg>
        <pc:cxnChg chg="add del">
          <ac:chgData name="Sondre Grønås" userId="S::sondre.gronas@skole.rogfk.no::eea45410-205b-43ed-aa52-5ea38a0a0a26" providerId="AD" clId="Web-{B90F3832-045D-495A-950F-C0F74EEF4514}" dt="2021-01-04T16:55:06.122" v="57"/>
          <ac:cxnSpMkLst>
            <pc:docMk/>
            <pc:sldMk cId="4253124984" sldId="256"/>
            <ac:cxnSpMk id="20" creationId="{D891E407-403B-4764-86C9-33A56D3BCAA3}"/>
          </ac:cxnSpMkLst>
        </pc:cxnChg>
        <pc:cxnChg chg="add del">
          <ac:chgData name="Sondre Grønås" userId="S::sondre.gronas@skole.rogfk.no::eea45410-205b-43ed-aa52-5ea38a0a0a26" providerId="AD" clId="Web-{B90F3832-045D-495A-950F-C0F74EEF4514}" dt="2021-01-04T16:55:14.731" v="59"/>
          <ac:cxnSpMkLst>
            <pc:docMk/>
            <pc:sldMk cId="4253124984" sldId="256"/>
            <ac:cxnSpMk id="27" creationId="{AA2EAA10-076F-46BD-8F0F-B9A2FB77A85C}"/>
          </ac:cxnSpMkLst>
        </pc:cxnChg>
        <pc:cxnChg chg="add del">
          <ac:chgData name="Sondre Grønås" userId="S::sondre.gronas@skole.rogfk.no::eea45410-205b-43ed-aa52-5ea38a0a0a26" providerId="AD" clId="Web-{B90F3832-045D-495A-950F-C0F74EEF4514}" dt="2021-01-04T16:55:14.731" v="59"/>
          <ac:cxnSpMkLst>
            <pc:docMk/>
            <pc:sldMk cId="4253124984" sldId="256"/>
            <ac:cxnSpMk id="29" creationId="{D891E407-403B-4764-86C9-33A56D3BCAA3}"/>
          </ac:cxnSpMkLst>
        </pc:cxnChg>
        <pc:cxnChg chg="add">
          <ac:chgData name="Sondre Grønås" userId="S::sondre.gronas@skole.rogfk.no::eea45410-205b-43ed-aa52-5ea38a0a0a26" providerId="AD" clId="Web-{B90F3832-045D-495A-950F-C0F74EEF4514}" dt="2021-01-04T16:55:14.731" v="59"/>
          <ac:cxnSpMkLst>
            <pc:docMk/>
            <pc:sldMk cId="4253124984" sldId="256"/>
            <ac:cxnSpMk id="36" creationId="{AA2EAA10-076F-46BD-8F0F-B9A2FB77A85C}"/>
          </ac:cxnSpMkLst>
        </pc:cxnChg>
        <pc:cxnChg chg="add">
          <ac:chgData name="Sondre Grønås" userId="S::sondre.gronas@skole.rogfk.no::eea45410-205b-43ed-aa52-5ea38a0a0a26" providerId="AD" clId="Web-{B90F3832-045D-495A-950F-C0F74EEF4514}" dt="2021-01-04T16:55:14.731" v="59"/>
          <ac:cxnSpMkLst>
            <pc:docMk/>
            <pc:sldMk cId="4253124984" sldId="256"/>
            <ac:cxnSpMk id="38" creationId="{D891E407-403B-4764-86C9-33A56D3BCAA3}"/>
          </ac:cxnSpMkLst>
        </pc:cxnChg>
      </pc:sldChg>
      <pc:sldChg chg="addSp delSp modSp new mod modTransition setBg setClrOvrMap">
        <pc:chgData name="Sondre Grønås" userId="S::sondre.gronas@skole.rogfk.no::eea45410-205b-43ed-aa52-5ea38a0a0a26" providerId="AD" clId="Web-{B90F3832-045D-495A-950F-C0F74EEF4514}" dt="2021-01-04T17:30:03.027" v="519" actId="20577"/>
        <pc:sldMkLst>
          <pc:docMk/>
          <pc:sldMk cId="424102600" sldId="257"/>
        </pc:sldMkLst>
        <pc:spChg chg="mod">
          <ac:chgData name="Sondre Grønås" userId="S::sondre.gronas@skole.rogfk.no::eea45410-205b-43ed-aa52-5ea38a0a0a26" providerId="AD" clId="Web-{B90F3832-045D-495A-950F-C0F74EEF4514}" dt="2021-01-04T17:09:51.306" v="363"/>
          <ac:spMkLst>
            <pc:docMk/>
            <pc:sldMk cId="424102600" sldId="257"/>
            <ac:spMk id="2" creationId="{CFD276F6-FB9D-4F9F-8FC2-6160E5ECE9FB}"/>
          </ac:spMkLst>
        </pc:spChg>
        <pc:spChg chg="del">
          <ac:chgData name="Sondre Grønås" userId="S::sondre.gronas@skole.rogfk.no::eea45410-205b-43ed-aa52-5ea38a0a0a26" providerId="AD" clId="Web-{B90F3832-045D-495A-950F-C0F74EEF4514}" dt="2021-01-04T16:55:57.326" v="63"/>
          <ac:spMkLst>
            <pc:docMk/>
            <pc:sldMk cId="424102600" sldId="257"/>
            <ac:spMk id="3" creationId="{9F6A593D-A017-486F-9FBD-50E5C072158F}"/>
          </ac:spMkLst>
        </pc:spChg>
        <pc:spChg chg="add del mod">
          <ac:chgData name="Sondre Grønås" userId="S::sondre.gronas@skole.rogfk.no::eea45410-205b-43ed-aa52-5ea38a0a0a26" providerId="AD" clId="Web-{B90F3832-045D-495A-950F-C0F74EEF4514}" dt="2021-01-04T17:30:03.027" v="519" actId="20577"/>
          <ac:spMkLst>
            <pc:docMk/>
            <pc:sldMk cId="424102600" sldId="257"/>
            <ac:spMk id="6" creationId="{CCEDA839-7C56-46D8-9178-9CFA886B3D30}"/>
          </ac:spMkLst>
        </pc:spChg>
        <pc:spChg chg="add">
          <ac:chgData name="Sondre Grønås" userId="S::sondre.gronas@skole.rogfk.no::eea45410-205b-43ed-aa52-5ea38a0a0a26" providerId="AD" clId="Web-{B90F3832-045D-495A-950F-C0F74EEF4514}" dt="2021-01-04T17:09:51.306" v="363"/>
          <ac:spMkLst>
            <pc:docMk/>
            <pc:sldMk cId="424102600" sldId="257"/>
            <ac:spMk id="15" creationId="{EF9B8DF2-C3F5-49A2-94D2-F7B65A0F1F15}"/>
          </ac:spMkLst>
        </pc:spChg>
        <pc:picChg chg="add del mod ord">
          <ac:chgData name="Sondre Grønås" userId="S::sondre.gronas@skole.rogfk.no::eea45410-205b-43ed-aa52-5ea38a0a0a26" providerId="AD" clId="Web-{B90F3832-045D-495A-950F-C0F74EEF4514}" dt="2021-01-04T16:56:55.123" v="68"/>
          <ac:picMkLst>
            <pc:docMk/>
            <pc:sldMk cId="424102600" sldId="257"/>
            <ac:picMk id="4" creationId="{4189FE74-06C6-4C7D-9485-8573700FF74F}"/>
          </ac:picMkLst>
        </pc:picChg>
        <pc:picChg chg="add mod modCrop">
          <ac:chgData name="Sondre Grønås" userId="S::sondre.gronas@skole.rogfk.no::eea45410-205b-43ed-aa52-5ea38a0a0a26" providerId="AD" clId="Web-{B90F3832-045D-495A-950F-C0F74EEF4514}" dt="2021-01-04T17:10:39.291" v="370" actId="1076"/>
          <ac:picMkLst>
            <pc:docMk/>
            <pc:sldMk cId="424102600" sldId="257"/>
            <ac:picMk id="8" creationId="{47580AD2-086B-4A96-80AF-1ED641E49CFA}"/>
          </ac:picMkLst>
        </pc:picChg>
        <pc:picChg chg="add mod ord">
          <ac:chgData name="Sondre Grønås" userId="S::sondre.gronas@skole.rogfk.no::eea45410-205b-43ed-aa52-5ea38a0a0a26" providerId="AD" clId="Web-{B90F3832-045D-495A-950F-C0F74EEF4514}" dt="2021-01-04T17:09:51.306" v="363"/>
          <ac:picMkLst>
            <pc:docMk/>
            <pc:sldMk cId="424102600" sldId="257"/>
            <ac:picMk id="10" creationId="{2784B1A7-FD4F-41B5-A16C-B2D469042AD8}"/>
          </ac:picMkLst>
        </pc:picChg>
        <pc:picChg chg="add del mod ord">
          <ac:chgData name="Sondre Grønås" userId="S::sondre.gronas@skole.rogfk.no::eea45410-205b-43ed-aa52-5ea38a0a0a26" providerId="AD" clId="Web-{B90F3832-045D-495A-950F-C0F74EEF4514}" dt="2021-01-04T16:59:19.250" v="112"/>
          <ac:picMkLst>
            <pc:docMk/>
            <pc:sldMk cId="424102600" sldId="257"/>
            <ac:picMk id="11" creationId="{0F283AB5-D448-4BA0-95EA-001CC1211341}"/>
          </ac:picMkLst>
        </pc:picChg>
      </pc:sldChg>
      <pc:sldChg chg="addSp delSp modSp new">
        <pc:chgData name="Sondre Grønås" userId="S::sondre.gronas@skole.rogfk.no::eea45410-205b-43ed-aa52-5ea38a0a0a26" providerId="AD" clId="Web-{B90F3832-045D-495A-950F-C0F74EEF4514}" dt="2021-01-04T17:15:14.623" v="442" actId="1076"/>
        <pc:sldMkLst>
          <pc:docMk/>
          <pc:sldMk cId="4060415025" sldId="258"/>
        </pc:sldMkLst>
        <pc:spChg chg="mod">
          <ac:chgData name="Sondre Grønås" userId="S::sondre.gronas@skole.rogfk.no::eea45410-205b-43ed-aa52-5ea38a0a0a26" providerId="AD" clId="Web-{B90F3832-045D-495A-950F-C0F74EEF4514}" dt="2021-01-04T17:13:00.840" v="420" actId="20577"/>
          <ac:spMkLst>
            <pc:docMk/>
            <pc:sldMk cId="4060415025" sldId="258"/>
            <ac:spMk id="2" creationId="{B031C846-68E4-4349-8F54-9D7C5F180D0D}"/>
          </ac:spMkLst>
        </pc:spChg>
        <pc:spChg chg="del">
          <ac:chgData name="Sondre Grønås" userId="S::sondre.gronas@skole.rogfk.no::eea45410-205b-43ed-aa52-5ea38a0a0a26" providerId="AD" clId="Web-{B90F3832-045D-495A-950F-C0F74EEF4514}" dt="2021-01-04T17:13:04.340" v="423"/>
          <ac:spMkLst>
            <pc:docMk/>
            <pc:sldMk cId="4060415025" sldId="258"/>
            <ac:spMk id="3" creationId="{7A7BF2B8-886A-4A33-B4A1-88752A0F8794}"/>
          </ac:spMkLst>
        </pc:spChg>
        <pc:picChg chg="add mod">
          <ac:chgData name="Sondre Grønås" userId="S::sondre.gronas@skole.rogfk.no::eea45410-205b-43ed-aa52-5ea38a0a0a26" providerId="AD" clId="Web-{B90F3832-045D-495A-950F-C0F74EEF4514}" dt="2021-01-04T17:13:54.450" v="434" actId="1076"/>
          <ac:picMkLst>
            <pc:docMk/>
            <pc:sldMk cId="4060415025" sldId="258"/>
            <ac:picMk id="4" creationId="{101B8FC5-D368-411D-AF5A-AD3ED32D2136}"/>
          </ac:picMkLst>
        </pc:picChg>
        <pc:picChg chg="add mod">
          <ac:chgData name="Sondre Grønås" userId="S::sondre.gronas@skole.rogfk.no::eea45410-205b-43ed-aa52-5ea38a0a0a26" providerId="AD" clId="Web-{B90F3832-045D-495A-950F-C0F74EEF4514}" dt="2021-01-04T17:15:14.623" v="442" actId="1076"/>
          <ac:picMkLst>
            <pc:docMk/>
            <pc:sldMk cId="4060415025" sldId="258"/>
            <ac:picMk id="5" creationId="{3319C054-BE65-4B86-AE1F-3E63475D2F48}"/>
          </ac:picMkLst>
        </pc:picChg>
        <pc:picChg chg="add mod">
          <ac:chgData name="Sondre Grønås" userId="S::sondre.gronas@skole.rogfk.no::eea45410-205b-43ed-aa52-5ea38a0a0a26" providerId="AD" clId="Web-{B90F3832-045D-495A-950F-C0F74EEF4514}" dt="2021-01-04T17:14:16.170" v="438" actId="1076"/>
          <ac:picMkLst>
            <pc:docMk/>
            <pc:sldMk cId="4060415025" sldId="258"/>
            <ac:picMk id="6" creationId="{87143CAD-CEF4-4D3A-8225-64802CEA69B8}"/>
          </ac:picMkLst>
        </pc:picChg>
      </pc:sldChg>
      <pc:sldChg chg="addSp delSp modSp new">
        <pc:chgData name="Sondre Grønås" userId="S::sondre.gronas@skole.rogfk.no::eea45410-205b-43ed-aa52-5ea38a0a0a26" providerId="AD" clId="Web-{B90F3832-045D-495A-950F-C0F74EEF4514}" dt="2021-01-04T17:19:46.893" v="456" actId="1076"/>
        <pc:sldMkLst>
          <pc:docMk/>
          <pc:sldMk cId="18848996" sldId="259"/>
        </pc:sldMkLst>
        <pc:spChg chg="mod">
          <ac:chgData name="Sondre Grønås" userId="S::sondre.gronas@skole.rogfk.no::eea45410-205b-43ed-aa52-5ea38a0a0a26" providerId="AD" clId="Web-{B90F3832-045D-495A-950F-C0F74EEF4514}" dt="2021-01-04T17:19:27.549" v="449" actId="20577"/>
          <ac:spMkLst>
            <pc:docMk/>
            <pc:sldMk cId="18848996" sldId="259"/>
            <ac:spMk id="2" creationId="{D90DD293-1B30-4E05-BB0A-12636825DFE2}"/>
          </ac:spMkLst>
        </pc:spChg>
        <pc:spChg chg="del">
          <ac:chgData name="Sondre Grønås" userId="S::sondre.gronas@skole.rogfk.no::eea45410-205b-43ed-aa52-5ea38a0a0a26" providerId="AD" clId="Web-{B90F3832-045D-495A-950F-C0F74EEF4514}" dt="2021-01-04T17:19:28.815" v="452"/>
          <ac:spMkLst>
            <pc:docMk/>
            <pc:sldMk cId="18848996" sldId="259"/>
            <ac:spMk id="3" creationId="{35A871D4-9619-435E-BD3F-4DF3091024AF}"/>
          </ac:spMkLst>
        </pc:spChg>
        <pc:picChg chg="add mod ord">
          <ac:chgData name="Sondre Grønås" userId="S::sondre.gronas@skole.rogfk.no::eea45410-205b-43ed-aa52-5ea38a0a0a26" providerId="AD" clId="Web-{B90F3832-045D-495A-950F-C0F74EEF4514}" dt="2021-01-04T17:19:46.893" v="456" actId="1076"/>
          <ac:picMkLst>
            <pc:docMk/>
            <pc:sldMk cId="18848996" sldId="259"/>
            <ac:picMk id="4" creationId="{C45FA8EC-3869-4B50-9CA5-407D5794BDF2}"/>
          </ac:picMkLst>
        </pc:picChg>
      </pc:sldChg>
      <pc:sldChg chg="addSp delSp modSp new mod setBg setClrOvrMap">
        <pc:chgData name="Sondre Grønås" userId="S::sondre.gronas@skole.rogfk.no::eea45410-205b-43ed-aa52-5ea38a0a0a26" providerId="AD" clId="Web-{B90F3832-045D-495A-950F-C0F74EEF4514}" dt="2021-01-04T17:31:35.544" v="668" actId="20577"/>
        <pc:sldMkLst>
          <pc:docMk/>
          <pc:sldMk cId="1447754827" sldId="260"/>
        </pc:sldMkLst>
        <pc:spChg chg="mod">
          <ac:chgData name="Sondre Grønås" userId="S::sondre.gronas@skole.rogfk.no::eea45410-205b-43ed-aa52-5ea38a0a0a26" providerId="AD" clId="Web-{B90F3832-045D-495A-950F-C0F74EEF4514}" dt="2021-01-04T17:27:36.446" v="484" actId="20577"/>
          <ac:spMkLst>
            <pc:docMk/>
            <pc:sldMk cId="1447754827" sldId="260"/>
            <ac:spMk id="2" creationId="{6DCB872D-2550-486E-9867-C4BAA397B8DA}"/>
          </ac:spMkLst>
        </pc:spChg>
        <pc:spChg chg="add del mod">
          <ac:chgData name="Sondre Grønås" userId="S::sondre.gronas@skole.rogfk.no::eea45410-205b-43ed-aa52-5ea38a0a0a26" providerId="AD" clId="Web-{B90F3832-045D-495A-950F-C0F74EEF4514}" dt="2021-01-04T17:31:35.544" v="668" actId="20577"/>
          <ac:spMkLst>
            <pc:docMk/>
            <pc:sldMk cId="1447754827" sldId="260"/>
            <ac:spMk id="3" creationId="{48CEF652-9E6F-4135-9C0F-F38DD35394C9}"/>
          </ac:spMkLst>
        </pc:spChg>
        <pc:spChg chg="add">
          <ac:chgData name="Sondre Grønås" userId="S::sondre.gronas@skole.rogfk.no::eea45410-205b-43ed-aa52-5ea38a0a0a26" providerId="AD" clId="Web-{B90F3832-045D-495A-950F-C0F74EEF4514}" dt="2021-01-04T17:26:35.539" v="467"/>
          <ac:spMkLst>
            <pc:docMk/>
            <pc:sldMk cId="1447754827" sldId="260"/>
            <ac:spMk id="10" creationId="{5FDF4720-5445-47BE-89FE-E40D1AE6F619}"/>
          </ac:spMkLst>
        </pc:spChg>
        <pc:spChg chg="add">
          <ac:chgData name="Sondre Grønås" userId="S::sondre.gronas@skole.rogfk.no::eea45410-205b-43ed-aa52-5ea38a0a0a26" providerId="AD" clId="Web-{B90F3832-045D-495A-950F-C0F74EEF4514}" dt="2021-01-04T17:26:35.539" v="467"/>
          <ac:spMkLst>
            <pc:docMk/>
            <pc:sldMk cId="1447754827" sldId="260"/>
            <ac:spMk id="12" creationId="{AC8710B4-A815-4082-9E4F-F13A0007090C}"/>
          </ac:spMkLst>
        </pc:spChg>
        <pc:picChg chg="add del mod ord">
          <ac:chgData name="Sondre Grønås" userId="S::sondre.gronas@skole.rogfk.no::eea45410-205b-43ed-aa52-5ea38a0a0a26" providerId="AD" clId="Web-{B90F3832-045D-495A-950F-C0F74EEF4514}" dt="2021-01-04T17:26:24.133" v="461"/>
          <ac:picMkLst>
            <pc:docMk/>
            <pc:sldMk cId="1447754827" sldId="260"/>
            <ac:picMk id="4" creationId="{1FB89547-4C27-40A9-8413-299553A00414}"/>
          </ac:picMkLst>
        </pc:picChg>
        <pc:picChg chg="add mod ord">
          <ac:chgData name="Sondre Grønås" userId="S::sondre.gronas@skole.rogfk.no::eea45410-205b-43ed-aa52-5ea38a0a0a26" providerId="AD" clId="Web-{B90F3832-045D-495A-950F-C0F74EEF4514}" dt="2021-01-04T17:28:24.603" v="506" actId="1076"/>
          <ac:picMkLst>
            <pc:docMk/>
            <pc:sldMk cId="1447754827" sldId="260"/>
            <ac:picMk id="5" creationId="{DAA5E4F1-185B-4CA8-8712-A2D43C7829D8}"/>
          </ac:picMkLst>
        </pc:picChg>
      </pc:sldChg>
      <pc:sldChg chg="addSp modSp new">
        <pc:chgData name="Sondre Grønås" userId="S::sondre.gronas@skole.rogfk.no::eea45410-205b-43ed-aa52-5ea38a0a0a26" providerId="AD" clId="Web-{B90F3832-045D-495A-950F-C0F74EEF4514}" dt="2021-01-04T17:35:05.687" v="735" actId="1076"/>
        <pc:sldMkLst>
          <pc:docMk/>
          <pc:sldMk cId="2092709020" sldId="261"/>
        </pc:sldMkLst>
        <pc:spChg chg="mod">
          <ac:chgData name="Sondre Grønås" userId="S::sondre.gronas@skole.rogfk.no::eea45410-205b-43ed-aa52-5ea38a0a0a26" providerId="AD" clId="Web-{B90F3832-045D-495A-950F-C0F74EEF4514}" dt="2021-01-04T17:30:18.683" v="529" actId="20577"/>
          <ac:spMkLst>
            <pc:docMk/>
            <pc:sldMk cId="2092709020" sldId="261"/>
            <ac:spMk id="2" creationId="{ABCF3605-81A0-4A06-9C3C-1BC46AEED203}"/>
          </ac:spMkLst>
        </pc:spChg>
        <pc:spChg chg="mod">
          <ac:chgData name="Sondre Grønås" userId="S::sondre.gronas@skole.rogfk.no::eea45410-205b-43ed-aa52-5ea38a0a0a26" providerId="AD" clId="Web-{B90F3832-045D-495A-950F-C0F74EEF4514}" dt="2021-01-04T17:35:01.515" v="730" actId="20577"/>
          <ac:spMkLst>
            <pc:docMk/>
            <pc:sldMk cId="2092709020" sldId="261"/>
            <ac:spMk id="3" creationId="{3C6EA9A5-5ECB-4D62-8253-CA3F5739F36F}"/>
          </ac:spMkLst>
        </pc:spChg>
        <pc:picChg chg="add mod">
          <ac:chgData name="Sondre Grønås" userId="S::sondre.gronas@skole.rogfk.no::eea45410-205b-43ed-aa52-5ea38a0a0a26" providerId="AD" clId="Web-{B90F3832-045D-495A-950F-C0F74EEF4514}" dt="2021-01-04T17:34:30.968" v="698" actId="1076"/>
          <ac:picMkLst>
            <pc:docMk/>
            <pc:sldMk cId="2092709020" sldId="261"/>
            <ac:picMk id="4" creationId="{8DECD5DD-B0AF-43DF-B294-3D2AE043D50F}"/>
          </ac:picMkLst>
        </pc:picChg>
        <pc:picChg chg="add mod">
          <ac:chgData name="Sondre Grønås" userId="S::sondre.gronas@skole.rogfk.no::eea45410-205b-43ed-aa52-5ea38a0a0a26" providerId="AD" clId="Web-{B90F3832-045D-495A-950F-C0F74EEF4514}" dt="2021-01-04T17:35:05.687" v="735" actId="1076"/>
          <ac:picMkLst>
            <pc:docMk/>
            <pc:sldMk cId="2092709020" sldId="261"/>
            <ac:picMk id="5" creationId="{1DE9F6A1-1A7E-4D68-B664-8307CD11DBED}"/>
          </ac:picMkLst>
        </pc:picChg>
      </pc:sldChg>
    </pc:docChg>
  </pc:docChgLst>
  <pc:docChgLst>
    <pc:chgData name="Sondre Grønås" userId="S::sondre.gronas@skole.rogfk.no::eea45410-205b-43ed-aa52-5ea38a0a0a26" providerId="AD" clId="Web-{56A3DFA1-A232-4170-8DD8-E11BBF555A1C}"/>
    <pc:docChg chg="addSld modSld">
      <pc:chgData name="Sondre Grønås" userId="S::sondre.gronas@skole.rogfk.no::eea45410-205b-43ed-aa52-5ea38a0a0a26" providerId="AD" clId="Web-{56A3DFA1-A232-4170-8DD8-E11BBF555A1C}" dt="2021-01-04T21:37:36.990" v="74"/>
      <pc:docMkLst>
        <pc:docMk/>
      </pc:docMkLst>
      <pc:sldChg chg="modTransition">
        <pc:chgData name="Sondre Grønås" userId="S::sondre.gronas@skole.rogfk.no::eea45410-205b-43ed-aa52-5ea38a0a0a26" providerId="AD" clId="Web-{56A3DFA1-A232-4170-8DD8-E11BBF555A1C}" dt="2021-01-04T21:36:57.755" v="72"/>
        <pc:sldMkLst>
          <pc:docMk/>
          <pc:sldMk cId="424102600" sldId="257"/>
        </pc:sldMkLst>
      </pc:sldChg>
      <pc:sldChg chg="modTransition">
        <pc:chgData name="Sondre Grønås" userId="S::sondre.gronas@skole.rogfk.no::eea45410-205b-43ed-aa52-5ea38a0a0a26" providerId="AD" clId="Web-{56A3DFA1-A232-4170-8DD8-E11BBF555A1C}" dt="2021-01-04T21:37:36.990" v="74"/>
        <pc:sldMkLst>
          <pc:docMk/>
          <pc:sldMk cId="1447754827" sldId="260"/>
        </pc:sldMkLst>
      </pc:sldChg>
      <pc:sldChg chg="modSp">
        <pc:chgData name="Sondre Grønås" userId="S::sondre.gronas@skole.rogfk.no::eea45410-205b-43ed-aa52-5ea38a0a0a26" providerId="AD" clId="Web-{56A3DFA1-A232-4170-8DD8-E11BBF555A1C}" dt="2021-01-04T21:35:54.597" v="48" actId="1076"/>
        <pc:sldMkLst>
          <pc:docMk/>
          <pc:sldMk cId="2092709020" sldId="261"/>
        </pc:sldMkLst>
        <pc:picChg chg="mod">
          <ac:chgData name="Sondre Grønås" userId="S::sondre.gronas@skole.rogfk.no::eea45410-205b-43ed-aa52-5ea38a0a0a26" providerId="AD" clId="Web-{56A3DFA1-A232-4170-8DD8-E11BBF555A1C}" dt="2021-01-04T21:35:54.597" v="48" actId="1076"/>
          <ac:picMkLst>
            <pc:docMk/>
            <pc:sldMk cId="2092709020" sldId="261"/>
            <ac:picMk id="4" creationId="{8DECD5DD-B0AF-43DF-B294-3D2AE043D50F}"/>
          </ac:picMkLst>
        </pc:picChg>
      </pc:sldChg>
      <pc:sldChg chg="modSp">
        <pc:chgData name="Sondre Grønås" userId="S::sondre.gronas@skole.rogfk.no::eea45410-205b-43ed-aa52-5ea38a0a0a26" providerId="AD" clId="Web-{56A3DFA1-A232-4170-8DD8-E11BBF555A1C}" dt="2021-01-04T21:36:33.598" v="69" actId="20577"/>
        <pc:sldMkLst>
          <pc:docMk/>
          <pc:sldMk cId="1500417612" sldId="263"/>
        </pc:sldMkLst>
        <pc:spChg chg="mod">
          <ac:chgData name="Sondre Grønås" userId="S::sondre.gronas@skole.rogfk.no::eea45410-205b-43ed-aa52-5ea38a0a0a26" providerId="AD" clId="Web-{56A3DFA1-A232-4170-8DD8-E11BBF555A1C}" dt="2021-01-04T21:36:33.598" v="69" actId="20577"/>
          <ac:spMkLst>
            <pc:docMk/>
            <pc:sldMk cId="1500417612" sldId="263"/>
            <ac:spMk id="3" creationId="{E5AFA5D2-EAAF-4F2E-B64A-4D2B09167FBF}"/>
          </ac:spMkLst>
        </pc:spChg>
      </pc:sldChg>
      <pc:sldChg chg="addSp delSp modSp mod setBg">
        <pc:chgData name="Sondre Grønås" userId="S::sondre.gronas@skole.rogfk.no::eea45410-205b-43ed-aa52-5ea38a0a0a26" providerId="AD" clId="Web-{56A3DFA1-A232-4170-8DD8-E11BBF555A1C}" dt="2021-01-04T21:33:12.652" v="21"/>
        <pc:sldMkLst>
          <pc:docMk/>
          <pc:sldMk cId="1080240953" sldId="265"/>
        </pc:sldMkLst>
        <pc:spChg chg="mod">
          <ac:chgData name="Sondre Grønås" userId="S::sondre.gronas@skole.rogfk.no::eea45410-205b-43ed-aa52-5ea38a0a0a26" providerId="AD" clId="Web-{56A3DFA1-A232-4170-8DD8-E11BBF555A1C}" dt="2021-01-04T21:33:12.652" v="21"/>
          <ac:spMkLst>
            <pc:docMk/>
            <pc:sldMk cId="1080240953" sldId="265"/>
            <ac:spMk id="2" creationId="{A589F38F-53D6-4BCE-A8AF-0D21933C7CF0}"/>
          </ac:spMkLst>
        </pc:spChg>
        <pc:spChg chg="mod">
          <ac:chgData name="Sondre Grønås" userId="S::sondre.gronas@skole.rogfk.no::eea45410-205b-43ed-aa52-5ea38a0a0a26" providerId="AD" clId="Web-{56A3DFA1-A232-4170-8DD8-E11BBF555A1C}" dt="2021-01-04T21:33:12.652" v="21"/>
          <ac:spMkLst>
            <pc:docMk/>
            <pc:sldMk cId="1080240953" sldId="265"/>
            <ac:spMk id="3" creationId="{F41813AB-FC90-499D-A593-8D8EEDC5E189}"/>
          </ac:spMkLst>
        </pc:spChg>
        <pc:spChg chg="add del">
          <ac:chgData name="Sondre Grønås" userId="S::sondre.gronas@skole.rogfk.no::eea45410-205b-43ed-aa52-5ea38a0a0a26" providerId="AD" clId="Web-{56A3DFA1-A232-4170-8DD8-E11BBF555A1C}" dt="2021-01-04T21:33:12.652" v="21"/>
          <ac:spMkLst>
            <pc:docMk/>
            <pc:sldMk cId="1080240953" sldId="265"/>
            <ac:spMk id="10" creationId="{231BF440-39FA-4087-84CC-2EEC0BBDAF29}"/>
          </ac:spMkLst>
        </pc:spChg>
        <pc:spChg chg="add del">
          <ac:chgData name="Sondre Grønås" userId="S::sondre.gronas@skole.rogfk.no::eea45410-205b-43ed-aa52-5ea38a0a0a26" providerId="AD" clId="Web-{56A3DFA1-A232-4170-8DD8-E11BBF555A1C}" dt="2021-01-04T21:33:12.652" v="21"/>
          <ac:spMkLst>
            <pc:docMk/>
            <pc:sldMk cId="1080240953" sldId="265"/>
            <ac:spMk id="12" creationId="{F04E4CBA-303B-48BD-8451-C2701CB0EEBF}"/>
          </ac:spMkLst>
        </pc:spChg>
        <pc:spChg chg="add del">
          <ac:chgData name="Sondre Grønås" userId="S::sondre.gronas@skole.rogfk.no::eea45410-205b-43ed-aa52-5ea38a0a0a26" providerId="AD" clId="Web-{56A3DFA1-A232-4170-8DD8-E11BBF555A1C}" dt="2021-01-04T21:33:12.652" v="21"/>
          <ac:spMkLst>
            <pc:docMk/>
            <pc:sldMk cId="1080240953" sldId="265"/>
            <ac:spMk id="14" creationId="{F6CA58B3-AFCC-4A40-9882-50D5080879B0}"/>
          </ac:spMkLst>
        </pc:spChg>
        <pc:spChg chg="add del">
          <ac:chgData name="Sondre Grønås" userId="S::sondre.gronas@skole.rogfk.no::eea45410-205b-43ed-aa52-5ea38a0a0a26" providerId="AD" clId="Web-{56A3DFA1-A232-4170-8DD8-E11BBF555A1C}" dt="2021-01-04T21:33:12.652" v="21"/>
          <ac:spMkLst>
            <pc:docMk/>
            <pc:sldMk cId="1080240953" sldId="265"/>
            <ac:spMk id="16" creationId="{75C56826-D4E5-42ED-8529-079651CB3005}"/>
          </ac:spMkLst>
        </pc:spChg>
        <pc:spChg chg="add del">
          <ac:chgData name="Sondre Grønås" userId="S::sondre.gronas@skole.rogfk.no::eea45410-205b-43ed-aa52-5ea38a0a0a26" providerId="AD" clId="Web-{56A3DFA1-A232-4170-8DD8-E11BBF555A1C}" dt="2021-01-04T21:33:12.652" v="21"/>
          <ac:spMkLst>
            <pc:docMk/>
            <pc:sldMk cId="1080240953" sldId="265"/>
            <ac:spMk id="18" creationId="{82095FCE-EF05-4443-B97A-85DEE3A5CA17}"/>
          </ac:spMkLst>
        </pc:spChg>
        <pc:spChg chg="add del">
          <ac:chgData name="Sondre Grønås" userId="S::sondre.gronas@skole.rogfk.no::eea45410-205b-43ed-aa52-5ea38a0a0a26" providerId="AD" clId="Web-{56A3DFA1-A232-4170-8DD8-E11BBF555A1C}" dt="2021-01-04T21:33:12.652" v="21"/>
          <ac:spMkLst>
            <pc:docMk/>
            <pc:sldMk cId="1080240953" sldId="265"/>
            <ac:spMk id="20" creationId="{CA00AE6B-AA30-4CF8-BA6F-339B780AD76C}"/>
          </ac:spMkLst>
        </pc:spChg>
        <pc:picChg chg="mod ord">
          <ac:chgData name="Sondre Grønås" userId="S::sondre.gronas@skole.rogfk.no::eea45410-205b-43ed-aa52-5ea38a0a0a26" providerId="AD" clId="Web-{56A3DFA1-A232-4170-8DD8-E11BBF555A1C}" dt="2021-01-04T21:33:12.652" v="21"/>
          <ac:picMkLst>
            <pc:docMk/>
            <pc:sldMk cId="1080240953" sldId="265"/>
            <ac:picMk id="4" creationId="{EC7D5C31-7870-4055-A500-A3599351B893}"/>
          </ac:picMkLst>
        </pc:picChg>
        <pc:picChg chg="mod ord">
          <ac:chgData name="Sondre Grønås" userId="S::sondre.gronas@skole.rogfk.no::eea45410-205b-43ed-aa52-5ea38a0a0a26" providerId="AD" clId="Web-{56A3DFA1-A232-4170-8DD8-E11BBF555A1C}" dt="2021-01-04T21:33:12.652" v="21"/>
          <ac:picMkLst>
            <pc:docMk/>
            <pc:sldMk cId="1080240953" sldId="265"/>
            <ac:picMk id="5" creationId="{E721A775-C4C6-44AE-91F7-8AD25885A701}"/>
          </ac:picMkLst>
        </pc:picChg>
      </pc:sldChg>
      <pc:sldChg chg="addSp delSp modSp mod setBg">
        <pc:chgData name="Sondre Grønås" userId="S::sondre.gronas@skole.rogfk.no::eea45410-205b-43ed-aa52-5ea38a0a0a26" providerId="AD" clId="Web-{56A3DFA1-A232-4170-8DD8-E11BBF555A1C}" dt="2021-01-04T18:25:13.536" v="13" actId="20577"/>
        <pc:sldMkLst>
          <pc:docMk/>
          <pc:sldMk cId="2335164572" sldId="267"/>
        </pc:sldMkLst>
        <pc:spChg chg="mod">
          <ac:chgData name="Sondre Grønås" userId="S::sondre.gronas@skole.rogfk.no::eea45410-205b-43ed-aa52-5ea38a0a0a26" providerId="AD" clId="Web-{56A3DFA1-A232-4170-8DD8-E11BBF555A1C}" dt="2021-01-04T18:25:07.458" v="2"/>
          <ac:spMkLst>
            <pc:docMk/>
            <pc:sldMk cId="2335164572" sldId="267"/>
            <ac:spMk id="2" creationId="{6E781E7C-564A-423B-8361-3DE96AADF6A3}"/>
          </ac:spMkLst>
        </pc:spChg>
        <pc:spChg chg="mod">
          <ac:chgData name="Sondre Grønås" userId="S::sondre.gronas@skole.rogfk.no::eea45410-205b-43ed-aa52-5ea38a0a0a26" providerId="AD" clId="Web-{56A3DFA1-A232-4170-8DD8-E11BBF555A1C}" dt="2021-01-04T18:25:13.536" v="13" actId="20577"/>
          <ac:spMkLst>
            <pc:docMk/>
            <pc:sldMk cId="2335164572" sldId="267"/>
            <ac:spMk id="3" creationId="{DFB4941B-3549-4741-B872-E6C0FC43C162}"/>
          </ac:spMkLst>
        </pc:spChg>
        <pc:spChg chg="add">
          <ac:chgData name="Sondre Grønås" userId="S::sondre.gronas@skole.rogfk.no::eea45410-205b-43ed-aa52-5ea38a0a0a26" providerId="AD" clId="Web-{56A3DFA1-A232-4170-8DD8-E11BBF555A1C}" dt="2021-01-04T18:25:07.458" v="2"/>
          <ac:spMkLst>
            <pc:docMk/>
            <pc:sldMk cId="2335164572" sldId="267"/>
            <ac:spMk id="5" creationId="{5A0118C5-4F8D-4CF4-BADD-53FEACC6C42A}"/>
          </ac:spMkLst>
        </pc:spChg>
        <pc:spChg chg="add">
          <ac:chgData name="Sondre Grønås" userId="S::sondre.gronas@skole.rogfk.no::eea45410-205b-43ed-aa52-5ea38a0a0a26" providerId="AD" clId="Web-{56A3DFA1-A232-4170-8DD8-E11BBF555A1C}" dt="2021-01-04T18:25:07.458" v="2"/>
          <ac:spMkLst>
            <pc:docMk/>
            <pc:sldMk cId="2335164572" sldId="267"/>
            <ac:spMk id="6" creationId="{4E0A5C5C-2A95-428E-9F6A-0D29EBD57C9F}"/>
          </ac:spMkLst>
        </pc:spChg>
        <pc:spChg chg="add">
          <ac:chgData name="Sondre Grønås" userId="S::sondre.gronas@skole.rogfk.no::eea45410-205b-43ed-aa52-5ea38a0a0a26" providerId="AD" clId="Web-{56A3DFA1-A232-4170-8DD8-E11BBF555A1C}" dt="2021-01-04T18:25:07.458" v="2"/>
          <ac:spMkLst>
            <pc:docMk/>
            <pc:sldMk cId="2335164572" sldId="267"/>
            <ac:spMk id="7" creationId="{1056F38F-7C4E-461D-8709-7D0024AE1F79}"/>
          </ac:spMkLst>
        </pc:spChg>
        <pc:spChg chg="add del">
          <ac:chgData name="Sondre Grønås" userId="S::sondre.gronas@skole.rogfk.no::eea45410-205b-43ed-aa52-5ea38a0a0a26" providerId="AD" clId="Web-{56A3DFA1-A232-4170-8DD8-E11BBF555A1C}" dt="2021-01-04T18:25:07.442" v="1"/>
          <ac:spMkLst>
            <pc:docMk/>
            <pc:sldMk cId="2335164572" sldId="267"/>
            <ac:spMk id="8" creationId="{5A0118C5-4F8D-4CF4-BADD-53FEACC6C42A}"/>
          </ac:spMkLst>
        </pc:spChg>
        <pc:spChg chg="add">
          <ac:chgData name="Sondre Grønås" userId="S::sondre.gronas@skole.rogfk.no::eea45410-205b-43ed-aa52-5ea38a0a0a26" providerId="AD" clId="Web-{56A3DFA1-A232-4170-8DD8-E11BBF555A1C}" dt="2021-01-04T18:25:07.458" v="2"/>
          <ac:spMkLst>
            <pc:docMk/>
            <pc:sldMk cId="2335164572" sldId="267"/>
            <ac:spMk id="9" creationId="{C7278469-3C3C-49CE-AEEE-E176A4900B78}"/>
          </ac:spMkLst>
        </pc:spChg>
        <pc:spChg chg="add del">
          <ac:chgData name="Sondre Grønås" userId="S::sondre.gronas@skole.rogfk.no::eea45410-205b-43ed-aa52-5ea38a0a0a26" providerId="AD" clId="Web-{56A3DFA1-A232-4170-8DD8-E11BBF555A1C}" dt="2021-01-04T18:25:07.442" v="1"/>
          <ac:spMkLst>
            <pc:docMk/>
            <pc:sldMk cId="2335164572" sldId="267"/>
            <ac:spMk id="10" creationId="{CAEBFCD5-5356-4326-8D39-8235A46CD7B2}"/>
          </ac:spMkLst>
        </pc:spChg>
        <pc:spChg chg="add del">
          <ac:chgData name="Sondre Grønås" userId="S::sondre.gronas@skole.rogfk.no::eea45410-205b-43ed-aa52-5ea38a0a0a26" providerId="AD" clId="Web-{56A3DFA1-A232-4170-8DD8-E11BBF555A1C}" dt="2021-01-04T18:25:07.442" v="1"/>
          <ac:spMkLst>
            <pc:docMk/>
            <pc:sldMk cId="2335164572" sldId="267"/>
            <ac:spMk id="12" creationId="{F6814848-248A-47DD-88E0-95099D951EF8}"/>
          </ac:spMkLst>
        </pc:spChg>
        <pc:spChg chg="add">
          <ac:chgData name="Sondre Grønås" userId="S::sondre.gronas@skole.rogfk.no::eea45410-205b-43ed-aa52-5ea38a0a0a26" providerId="AD" clId="Web-{56A3DFA1-A232-4170-8DD8-E11BBF555A1C}" dt="2021-01-04T18:25:07.458" v="2"/>
          <ac:spMkLst>
            <pc:docMk/>
            <pc:sldMk cId="2335164572" sldId="267"/>
            <ac:spMk id="13" creationId="{4C6598AB-1C17-4D54-951C-A082D94ACB7A}"/>
          </ac:spMkLst>
        </pc:spChg>
        <pc:spChg chg="add del">
          <ac:chgData name="Sondre Grønås" userId="S::sondre.gronas@skole.rogfk.no::eea45410-205b-43ed-aa52-5ea38a0a0a26" providerId="AD" clId="Web-{56A3DFA1-A232-4170-8DD8-E11BBF555A1C}" dt="2021-01-04T18:25:07.442" v="1"/>
          <ac:spMkLst>
            <pc:docMk/>
            <pc:sldMk cId="2335164572" sldId="267"/>
            <ac:spMk id="14" creationId="{718BDA89-0D2C-4C4E-99F6-D7A220FE48D3}"/>
          </ac:spMkLst>
        </pc:spChg>
        <pc:spChg chg="add">
          <ac:chgData name="Sondre Grønås" userId="S::sondre.gronas@skole.rogfk.no::eea45410-205b-43ed-aa52-5ea38a0a0a26" providerId="AD" clId="Web-{56A3DFA1-A232-4170-8DD8-E11BBF555A1C}" dt="2021-01-04T18:25:07.458" v="2"/>
          <ac:spMkLst>
            <pc:docMk/>
            <pc:sldMk cId="2335164572" sldId="267"/>
            <ac:spMk id="15" creationId="{C83B66D7-137D-4AC1-B172-53D60F08BEB5}"/>
          </ac:spMkLst>
        </pc:spChg>
        <pc:spChg chg="add">
          <ac:chgData name="Sondre Grønås" userId="S::sondre.gronas@skole.rogfk.no::eea45410-205b-43ed-aa52-5ea38a0a0a26" providerId="AD" clId="Web-{56A3DFA1-A232-4170-8DD8-E11BBF555A1C}" dt="2021-01-04T18:25:07.458" v="2"/>
          <ac:spMkLst>
            <pc:docMk/>
            <pc:sldMk cId="2335164572" sldId="267"/>
            <ac:spMk id="19" creationId="{F6B92503-6984-4D15-8B98-8718709B785D}"/>
          </ac:spMkLst>
        </pc:spChg>
        <pc:spChg chg="add del">
          <ac:chgData name="Sondre Grønås" userId="S::sondre.gronas@skole.rogfk.no::eea45410-205b-43ed-aa52-5ea38a0a0a26" providerId="AD" clId="Web-{56A3DFA1-A232-4170-8DD8-E11BBF555A1C}" dt="2021-01-04T18:25:07.442" v="1"/>
          <ac:spMkLst>
            <pc:docMk/>
            <pc:sldMk cId="2335164572" sldId="267"/>
            <ac:spMk id="20" creationId="{7CE98B01-ED41-482F-AFA1-19C7FA7C04A7}"/>
          </ac:spMkLst>
        </pc:spChg>
        <pc:spChg chg="add del">
          <ac:chgData name="Sondre Grønås" userId="S::sondre.gronas@skole.rogfk.no::eea45410-205b-43ed-aa52-5ea38a0a0a26" providerId="AD" clId="Web-{56A3DFA1-A232-4170-8DD8-E11BBF555A1C}" dt="2021-01-04T18:25:07.442" v="1"/>
          <ac:spMkLst>
            <pc:docMk/>
            <pc:sldMk cId="2335164572" sldId="267"/>
            <ac:spMk id="22" creationId="{B9CABDD0-8DF6-4974-A224-9A2A81778003}"/>
          </ac:spMkLst>
        </pc:spChg>
        <pc:spChg chg="add">
          <ac:chgData name="Sondre Grønås" userId="S::sondre.gronas@skole.rogfk.no::eea45410-205b-43ed-aa52-5ea38a0a0a26" providerId="AD" clId="Web-{56A3DFA1-A232-4170-8DD8-E11BBF555A1C}" dt="2021-01-04T18:25:07.458" v="2"/>
          <ac:spMkLst>
            <pc:docMk/>
            <pc:sldMk cId="2335164572" sldId="267"/>
            <ac:spMk id="26" creationId="{08DDF938-524E-4C18-A47D-C00627832366}"/>
          </ac:spMkLst>
        </pc:spChg>
        <pc:grpChg chg="add">
          <ac:chgData name="Sondre Grønås" userId="S::sondre.gronas@skole.rogfk.no::eea45410-205b-43ed-aa52-5ea38a0a0a26" providerId="AD" clId="Web-{56A3DFA1-A232-4170-8DD8-E11BBF555A1C}" dt="2021-01-04T18:25:07.458" v="2"/>
          <ac:grpSpMkLst>
            <pc:docMk/>
            <pc:sldMk cId="2335164572" sldId="267"/>
            <ac:grpSpMk id="11" creationId="{93DC754C-7E09-422D-A8BB-AF632E90DFA2}"/>
          </ac:grpSpMkLst>
        </pc:grpChg>
        <pc:grpChg chg="add del">
          <ac:chgData name="Sondre Grønås" userId="S::sondre.gronas@skole.rogfk.no::eea45410-205b-43ed-aa52-5ea38a0a0a26" providerId="AD" clId="Web-{56A3DFA1-A232-4170-8DD8-E11BBF555A1C}" dt="2021-01-04T18:25:07.442" v="1"/>
          <ac:grpSpMkLst>
            <pc:docMk/>
            <pc:sldMk cId="2335164572" sldId="267"/>
            <ac:grpSpMk id="16" creationId="{6B67BE95-96EF-433C-9F29-B0732AA6B6AC}"/>
          </ac:grpSpMkLst>
        </pc:grpChg>
        <pc:grpChg chg="add del">
          <ac:chgData name="Sondre Grønås" userId="S::sondre.gronas@skole.rogfk.no::eea45410-205b-43ed-aa52-5ea38a0a0a26" providerId="AD" clId="Web-{56A3DFA1-A232-4170-8DD8-E11BBF555A1C}" dt="2021-01-04T18:25:07.442" v="1"/>
          <ac:grpSpMkLst>
            <pc:docMk/>
            <pc:sldMk cId="2335164572" sldId="267"/>
            <ac:grpSpMk id="24" creationId="{D6E8B984-55B9-4A62-A043-997D00F0AE09}"/>
          </ac:grpSpMkLst>
        </pc:grpChg>
        <pc:grpChg chg="add">
          <ac:chgData name="Sondre Grønås" userId="S::sondre.gronas@skole.rogfk.no::eea45410-205b-43ed-aa52-5ea38a0a0a26" providerId="AD" clId="Web-{56A3DFA1-A232-4170-8DD8-E11BBF555A1C}" dt="2021-01-04T18:25:07.458" v="2"/>
          <ac:grpSpMkLst>
            <pc:docMk/>
            <pc:sldMk cId="2335164572" sldId="267"/>
            <ac:grpSpMk id="28" creationId="{3773FAF5-C452-4455-9411-D6AF5EBD4CA9}"/>
          </ac:grpSpMkLst>
        </pc:grpChg>
      </pc:sldChg>
      <pc:sldChg chg="addSp delSp modSp new mod setBg">
        <pc:chgData name="Sondre Grønås" userId="S::sondre.gronas@skole.rogfk.no::eea45410-205b-43ed-aa52-5ea38a0a0a26" providerId="AD" clId="Web-{56A3DFA1-A232-4170-8DD8-E11BBF555A1C}" dt="2021-01-04T21:35:07.690" v="41" actId="1076"/>
        <pc:sldMkLst>
          <pc:docMk/>
          <pc:sldMk cId="4124863808" sldId="269"/>
        </pc:sldMkLst>
        <pc:spChg chg="del">
          <ac:chgData name="Sondre Grønås" userId="S::sondre.gronas@skole.rogfk.no::eea45410-205b-43ed-aa52-5ea38a0a0a26" providerId="AD" clId="Web-{56A3DFA1-A232-4170-8DD8-E11BBF555A1C}" dt="2021-01-04T21:34:43.826" v="34"/>
          <ac:spMkLst>
            <pc:docMk/>
            <pc:sldMk cId="4124863808" sldId="269"/>
            <ac:spMk id="2" creationId="{EA3F7431-42F8-4751-B688-7BBC87DCE12B}"/>
          </ac:spMkLst>
        </pc:spChg>
        <pc:spChg chg="del">
          <ac:chgData name="Sondre Grønås" userId="S::sondre.gronas@skole.rogfk.no::eea45410-205b-43ed-aa52-5ea38a0a0a26" providerId="AD" clId="Web-{56A3DFA1-A232-4170-8DD8-E11BBF555A1C}" dt="2021-01-04T21:34:20.654" v="27"/>
          <ac:spMkLst>
            <pc:docMk/>
            <pc:sldMk cId="4124863808" sldId="269"/>
            <ac:spMk id="3" creationId="{8FF5E154-EBF7-40DA-8984-2C90A15AF440}"/>
          </ac:spMkLst>
        </pc:spChg>
        <pc:spChg chg="add del mod">
          <ac:chgData name="Sondre Grønås" userId="S::sondre.gronas@skole.rogfk.no::eea45410-205b-43ed-aa52-5ea38a0a0a26" providerId="AD" clId="Web-{56A3DFA1-A232-4170-8DD8-E11BBF555A1C}" dt="2021-01-04T21:34:13.310" v="26"/>
          <ac:spMkLst>
            <pc:docMk/>
            <pc:sldMk cId="4124863808" sldId="269"/>
            <ac:spMk id="4" creationId="{8A4D0186-059C-4430-AE5F-3764C2DF35D8}"/>
          </ac:spMkLst>
        </pc:spChg>
        <pc:spChg chg="add del mod">
          <ac:chgData name="Sondre Grønås" userId="S::sondre.gronas@skole.rogfk.no::eea45410-205b-43ed-aa52-5ea38a0a0a26" providerId="AD" clId="Web-{56A3DFA1-A232-4170-8DD8-E11BBF555A1C}" dt="2021-01-04T21:34:48.420" v="35"/>
          <ac:spMkLst>
            <pc:docMk/>
            <pc:sldMk cId="4124863808" sldId="269"/>
            <ac:spMk id="6" creationId="{33D3259E-AB9C-4524-81A8-344E9C845AE5}"/>
          </ac:spMkLst>
        </pc:spChg>
        <pc:spChg chg="add">
          <ac:chgData name="Sondre Grønås" userId="S::sondre.gronas@skole.rogfk.no::eea45410-205b-43ed-aa52-5ea38a0a0a26" providerId="AD" clId="Web-{56A3DFA1-A232-4170-8DD8-E11BBF555A1C}" dt="2021-01-04T21:34:52.232" v="36"/>
          <ac:spMkLst>
            <pc:docMk/>
            <pc:sldMk cId="4124863808" sldId="269"/>
            <ac:spMk id="10" creationId="{F3060C83-F051-4F0E-ABAD-AA0DFC48B218}"/>
          </ac:spMkLst>
        </pc:spChg>
        <pc:spChg chg="add">
          <ac:chgData name="Sondre Grønås" userId="S::sondre.gronas@skole.rogfk.no::eea45410-205b-43ed-aa52-5ea38a0a0a26" providerId="AD" clId="Web-{56A3DFA1-A232-4170-8DD8-E11BBF555A1C}" dt="2021-01-04T21:34:52.232" v="36"/>
          <ac:spMkLst>
            <pc:docMk/>
            <pc:sldMk cId="4124863808" sldId="269"/>
            <ac:spMk id="12" creationId="{83C98ABE-055B-441F-B07E-44F97F083C39}"/>
          </ac:spMkLst>
        </pc:spChg>
        <pc:spChg chg="add">
          <ac:chgData name="Sondre Grønås" userId="S::sondre.gronas@skole.rogfk.no::eea45410-205b-43ed-aa52-5ea38a0a0a26" providerId="AD" clId="Web-{56A3DFA1-A232-4170-8DD8-E11BBF555A1C}" dt="2021-01-04T21:34:52.232" v="36"/>
          <ac:spMkLst>
            <pc:docMk/>
            <pc:sldMk cId="4124863808" sldId="269"/>
            <ac:spMk id="14" creationId="{29FDB030-9B49-4CED-8CCD-4D99382388AC}"/>
          </ac:spMkLst>
        </pc:spChg>
        <pc:spChg chg="add mod">
          <ac:chgData name="Sondre Grønås" userId="S::sondre.gronas@skole.rogfk.no::eea45410-205b-43ed-aa52-5ea38a0a0a26" providerId="AD" clId="Web-{56A3DFA1-A232-4170-8DD8-E11BBF555A1C}" dt="2021-01-04T21:35:07.690" v="41" actId="1076"/>
          <ac:spMkLst>
            <pc:docMk/>
            <pc:sldMk cId="4124863808" sldId="269"/>
            <ac:spMk id="15" creationId="{5742ECB8-C8EF-4110-83C3-23DDAAD8F812}"/>
          </ac:spMkLst>
        </pc:spChg>
        <pc:spChg chg="add">
          <ac:chgData name="Sondre Grønås" userId="S::sondre.gronas@skole.rogfk.no::eea45410-205b-43ed-aa52-5ea38a0a0a26" providerId="AD" clId="Web-{56A3DFA1-A232-4170-8DD8-E11BBF555A1C}" dt="2021-01-04T21:34:52.232" v="36"/>
          <ac:spMkLst>
            <pc:docMk/>
            <pc:sldMk cId="4124863808" sldId="269"/>
            <ac:spMk id="16" creationId="{3783CA14-24A1-485C-8B30-D6A5D87987AD}"/>
          </ac:spMkLst>
        </pc:spChg>
        <pc:spChg chg="add">
          <ac:chgData name="Sondre Grønås" userId="S::sondre.gronas@skole.rogfk.no::eea45410-205b-43ed-aa52-5ea38a0a0a26" providerId="AD" clId="Web-{56A3DFA1-A232-4170-8DD8-E11BBF555A1C}" dt="2021-01-04T21:34:52.232" v="36"/>
          <ac:spMkLst>
            <pc:docMk/>
            <pc:sldMk cId="4124863808" sldId="269"/>
            <ac:spMk id="18" creationId="{9A97C86A-04D6-40F7-AE84-31AB43E6A846}"/>
          </ac:spMkLst>
        </pc:spChg>
        <pc:spChg chg="add">
          <ac:chgData name="Sondre Grønås" userId="S::sondre.gronas@skole.rogfk.no::eea45410-205b-43ed-aa52-5ea38a0a0a26" providerId="AD" clId="Web-{56A3DFA1-A232-4170-8DD8-E11BBF555A1C}" dt="2021-01-04T21:34:52.232" v="36"/>
          <ac:spMkLst>
            <pc:docMk/>
            <pc:sldMk cId="4124863808" sldId="269"/>
            <ac:spMk id="20" creationId="{FF9F2414-84E8-453E-B1F3-389FDE8192D9}"/>
          </ac:spMkLst>
        </pc:spChg>
        <pc:spChg chg="add">
          <ac:chgData name="Sondre Grønås" userId="S::sondre.gronas@skole.rogfk.no::eea45410-205b-43ed-aa52-5ea38a0a0a26" providerId="AD" clId="Web-{56A3DFA1-A232-4170-8DD8-E11BBF555A1C}" dt="2021-01-04T21:34:52.232" v="36"/>
          <ac:spMkLst>
            <pc:docMk/>
            <pc:sldMk cId="4124863808" sldId="269"/>
            <ac:spMk id="22" creationId="{3ECA69A1-7536-43AC-85EF-C7106179F5ED}"/>
          </ac:spMkLst>
        </pc:spChg>
        <pc:picChg chg="add mod ord">
          <ac:chgData name="Sondre Grønås" userId="S::sondre.gronas@skole.rogfk.no::eea45410-205b-43ed-aa52-5ea38a0a0a26" providerId="AD" clId="Web-{56A3DFA1-A232-4170-8DD8-E11BBF555A1C}" dt="2021-01-04T21:34:52.232" v="36"/>
          <ac:picMkLst>
            <pc:docMk/>
            <pc:sldMk cId="4124863808" sldId="269"/>
            <ac:picMk id="5" creationId="{EC3372A6-FF0E-46E6-A70B-5B5C653A200E}"/>
          </ac:picMkLst>
        </pc:picChg>
      </pc:sldChg>
    </pc:docChg>
  </pc:docChgLst>
  <pc:docChgLst>
    <pc:chgData name="Sondre Grønås" userId="S::sondre.gronas@skole.rogfk.no::eea45410-205b-43ed-aa52-5ea38a0a0a26" providerId="AD" clId="Web-{F5B030E1-7C24-4ABA-8974-6C952D185FE2}"/>
    <pc:docChg chg="addSld delSld modSld addMainMaster delMainMaster">
      <pc:chgData name="Sondre Grønås" userId="S::sondre.gronas@skole.rogfk.no::eea45410-205b-43ed-aa52-5ea38a0a0a26" providerId="AD" clId="Web-{F5B030E1-7C24-4ABA-8974-6C952D185FE2}" dt="2021-01-04T18:24:35.987" v="1723"/>
      <pc:docMkLst>
        <pc:docMk/>
      </pc:docMkLst>
      <pc:sldChg chg="addSp delSp modSp mod modClrScheme delDesignElem chgLayout">
        <pc:chgData name="Sondre Grønås" userId="S::sondre.gronas@skole.rogfk.no::eea45410-205b-43ed-aa52-5ea38a0a0a26" providerId="AD" clId="Web-{F5B030E1-7C24-4ABA-8974-6C952D185FE2}" dt="2021-01-04T18:24:35.987" v="1723"/>
        <pc:sldMkLst>
          <pc:docMk/>
          <pc:sldMk cId="4253124984" sldId="256"/>
        </pc:sldMkLst>
        <pc:spChg chg="mod ord">
          <ac:chgData name="Sondre Grønås" userId="S::sondre.gronas@skole.rogfk.no::eea45410-205b-43ed-aa52-5ea38a0a0a26" providerId="AD" clId="Web-{F5B030E1-7C24-4ABA-8974-6C952D185FE2}" dt="2021-01-04T18:24:35.987" v="1723"/>
          <ac:spMkLst>
            <pc:docMk/>
            <pc:sldMk cId="4253124984" sldId="256"/>
            <ac:spMk id="2" creationId="{00000000-0000-0000-0000-000000000000}"/>
          </ac:spMkLst>
        </pc:spChg>
        <pc:spChg chg="add del">
          <ac:chgData name="Sondre Grønås" userId="S::sondre.gronas@skole.rogfk.no::eea45410-205b-43ed-aa52-5ea38a0a0a26" providerId="AD" clId="Web-{F5B030E1-7C24-4ABA-8974-6C952D185FE2}" dt="2021-01-04T18:24:35.987" v="1723"/>
          <ac:spMkLst>
            <pc:docMk/>
            <pc:sldMk cId="4253124984" sldId="256"/>
            <ac:spMk id="34" creationId="{37C89E4B-3C9F-44B9-8B86-D9E3D112D8EC}"/>
          </ac:spMkLst>
        </pc:spChg>
        <pc:cxnChg chg="add del">
          <ac:chgData name="Sondre Grønås" userId="S::sondre.gronas@skole.rogfk.no::eea45410-205b-43ed-aa52-5ea38a0a0a26" providerId="AD" clId="Web-{F5B030E1-7C24-4ABA-8974-6C952D185FE2}" dt="2021-01-04T18:24:35.987" v="1723"/>
          <ac:cxnSpMkLst>
            <pc:docMk/>
            <pc:sldMk cId="4253124984" sldId="256"/>
            <ac:cxnSpMk id="36" creationId="{AA2EAA10-076F-46BD-8F0F-B9A2FB77A85C}"/>
          </ac:cxnSpMkLst>
        </pc:cxnChg>
        <pc:cxnChg chg="add del">
          <ac:chgData name="Sondre Grønås" userId="S::sondre.gronas@skole.rogfk.no::eea45410-205b-43ed-aa52-5ea38a0a0a26" providerId="AD" clId="Web-{F5B030E1-7C24-4ABA-8974-6C952D185FE2}" dt="2021-01-04T18:24:35.987" v="1723"/>
          <ac:cxnSpMkLst>
            <pc:docMk/>
            <pc:sldMk cId="4253124984" sldId="256"/>
            <ac:cxnSpMk id="38" creationId="{D891E407-403B-4764-86C9-33A56D3BCAA3}"/>
          </ac:cxnSpMkLst>
        </pc:cxnChg>
      </pc:sldChg>
      <pc:sldChg chg="addSp delSp modSp mod modClrScheme delDesignElem chgLayout">
        <pc:chgData name="Sondre Grønås" userId="S::sondre.gronas@skole.rogfk.no::eea45410-205b-43ed-aa52-5ea38a0a0a26" providerId="AD" clId="Web-{F5B030E1-7C24-4ABA-8974-6C952D185FE2}" dt="2021-01-04T18:24:35.987" v="1723"/>
        <pc:sldMkLst>
          <pc:docMk/>
          <pc:sldMk cId="424102600" sldId="257"/>
        </pc:sldMkLst>
        <pc:spChg chg="mod ord">
          <ac:chgData name="Sondre Grønås" userId="S::sondre.gronas@skole.rogfk.no::eea45410-205b-43ed-aa52-5ea38a0a0a26" providerId="AD" clId="Web-{F5B030E1-7C24-4ABA-8974-6C952D185FE2}" dt="2021-01-04T18:24:35.987" v="1723"/>
          <ac:spMkLst>
            <pc:docMk/>
            <pc:sldMk cId="424102600" sldId="257"/>
            <ac:spMk id="2" creationId="{CFD276F6-FB9D-4F9F-8FC2-6160E5ECE9FB}"/>
          </ac:spMkLst>
        </pc:spChg>
        <pc:spChg chg="mod ord">
          <ac:chgData name="Sondre Grønås" userId="S::sondre.gronas@skole.rogfk.no::eea45410-205b-43ed-aa52-5ea38a0a0a26" providerId="AD" clId="Web-{F5B030E1-7C24-4ABA-8974-6C952D185FE2}" dt="2021-01-04T18:24:35.987" v="1723"/>
          <ac:spMkLst>
            <pc:docMk/>
            <pc:sldMk cId="424102600" sldId="257"/>
            <ac:spMk id="6" creationId="{CCEDA839-7C56-46D8-9178-9CFA886B3D30}"/>
          </ac:spMkLst>
        </pc:spChg>
        <pc:spChg chg="add del">
          <ac:chgData name="Sondre Grønås" userId="S::sondre.gronas@skole.rogfk.no::eea45410-205b-43ed-aa52-5ea38a0a0a26" providerId="AD" clId="Web-{F5B030E1-7C24-4ABA-8974-6C952D185FE2}" dt="2021-01-04T18:24:35.987" v="1723"/>
          <ac:spMkLst>
            <pc:docMk/>
            <pc:sldMk cId="424102600" sldId="257"/>
            <ac:spMk id="15" creationId="{EF9B8DF2-C3F5-49A2-94D2-F7B65A0F1F15}"/>
          </ac:spMkLst>
        </pc:spChg>
      </pc:sldChg>
      <pc:sldChg chg="modSp mod modClrScheme chgLayout">
        <pc:chgData name="Sondre Grønås" userId="S::sondre.gronas@skole.rogfk.no::eea45410-205b-43ed-aa52-5ea38a0a0a26" providerId="AD" clId="Web-{F5B030E1-7C24-4ABA-8974-6C952D185FE2}" dt="2021-01-04T18:24:35.987" v="1723"/>
        <pc:sldMkLst>
          <pc:docMk/>
          <pc:sldMk cId="4060415025" sldId="258"/>
        </pc:sldMkLst>
        <pc:spChg chg="mod ord">
          <ac:chgData name="Sondre Grønås" userId="S::sondre.gronas@skole.rogfk.no::eea45410-205b-43ed-aa52-5ea38a0a0a26" providerId="AD" clId="Web-{F5B030E1-7C24-4ABA-8974-6C952D185FE2}" dt="2021-01-04T18:24:35.987" v="1723"/>
          <ac:spMkLst>
            <pc:docMk/>
            <pc:sldMk cId="4060415025" sldId="258"/>
            <ac:spMk id="2" creationId="{B031C846-68E4-4349-8F54-9D7C5F180D0D}"/>
          </ac:spMkLst>
        </pc:spChg>
      </pc:sldChg>
      <pc:sldChg chg="modSp mod modClrScheme chgLayout">
        <pc:chgData name="Sondre Grønås" userId="S::sondre.gronas@skole.rogfk.no::eea45410-205b-43ed-aa52-5ea38a0a0a26" providerId="AD" clId="Web-{F5B030E1-7C24-4ABA-8974-6C952D185FE2}" dt="2021-01-04T18:24:35.987" v="1723"/>
        <pc:sldMkLst>
          <pc:docMk/>
          <pc:sldMk cId="18848996" sldId="259"/>
        </pc:sldMkLst>
        <pc:spChg chg="mod ord">
          <ac:chgData name="Sondre Grønås" userId="S::sondre.gronas@skole.rogfk.no::eea45410-205b-43ed-aa52-5ea38a0a0a26" providerId="AD" clId="Web-{F5B030E1-7C24-4ABA-8974-6C952D185FE2}" dt="2021-01-04T18:24:35.987" v="1723"/>
          <ac:spMkLst>
            <pc:docMk/>
            <pc:sldMk cId="18848996" sldId="259"/>
            <ac:spMk id="2" creationId="{D90DD293-1B30-4E05-BB0A-12636825DFE2}"/>
          </ac:spMkLst>
        </pc:spChg>
        <pc:picChg chg="mod ord">
          <ac:chgData name="Sondre Grønås" userId="S::sondre.gronas@skole.rogfk.no::eea45410-205b-43ed-aa52-5ea38a0a0a26" providerId="AD" clId="Web-{F5B030E1-7C24-4ABA-8974-6C952D185FE2}" dt="2021-01-04T18:24:35.987" v="1723"/>
          <ac:picMkLst>
            <pc:docMk/>
            <pc:sldMk cId="18848996" sldId="259"/>
            <ac:picMk id="4" creationId="{C45FA8EC-3869-4B50-9CA5-407D5794BDF2}"/>
          </ac:picMkLst>
        </pc:picChg>
      </pc:sldChg>
      <pc:sldChg chg="addSp delSp modSp mod modClrScheme delDesignElem chgLayout">
        <pc:chgData name="Sondre Grønås" userId="S::sondre.gronas@skole.rogfk.no::eea45410-205b-43ed-aa52-5ea38a0a0a26" providerId="AD" clId="Web-{F5B030E1-7C24-4ABA-8974-6C952D185FE2}" dt="2021-01-04T18:24:35.987" v="1723"/>
        <pc:sldMkLst>
          <pc:docMk/>
          <pc:sldMk cId="1447754827" sldId="260"/>
        </pc:sldMkLst>
        <pc:spChg chg="mod ord">
          <ac:chgData name="Sondre Grønås" userId="S::sondre.gronas@skole.rogfk.no::eea45410-205b-43ed-aa52-5ea38a0a0a26" providerId="AD" clId="Web-{F5B030E1-7C24-4ABA-8974-6C952D185FE2}" dt="2021-01-04T18:24:35.987" v="1723"/>
          <ac:spMkLst>
            <pc:docMk/>
            <pc:sldMk cId="1447754827" sldId="260"/>
            <ac:spMk id="2" creationId="{6DCB872D-2550-486E-9867-C4BAA397B8DA}"/>
          </ac:spMkLst>
        </pc:spChg>
        <pc:spChg chg="mod ord">
          <ac:chgData name="Sondre Grønås" userId="S::sondre.gronas@skole.rogfk.no::eea45410-205b-43ed-aa52-5ea38a0a0a26" providerId="AD" clId="Web-{F5B030E1-7C24-4ABA-8974-6C952D185FE2}" dt="2021-01-04T18:24:35.987" v="1723"/>
          <ac:spMkLst>
            <pc:docMk/>
            <pc:sldMk cId="1447754827" sldId="260"/>
            <ac:spMk id="3" creationId="{48CEF652-9E6F-4135-9C0F-F38DD35394C9}"/>
          </ac:spMkLst>
        </pc:spChg>
        <pc:spChg chg="add del">
          <ac:chgData name="Sondre Grønås" userId="S::sondre.gronas@skole.rogfk.no::eea45410-205b-43ed-aa52-5ea38a0a0a26" providerId="AD" clId="Web-{F5B030E1-7C24-4ABA-8974-6C952D185FE2}" dt="2021-01-04T18:24:35.987" v="1723"/>
          <ac:spMkLst>
            <pc:docMk/>
            <pc:sldMk cId="1447754827" sldId="260"/>
            <ac:spMk id="10" creationId="{5FDF4720-5445-47BE-89FE-E40D1AE6F619}"/>
          </ac:spMkLst>
        </pc:spChg>
        <pc:spChg chg="add del">
          <ac:chgData name="Sondre Grønås" userId="S::sondre.gronas@skole.rogfk.no::eea45410-205b-43ed-aa52-5ea38a0a0a26" providerId="AD" clId="Web-{F5B030E1-7C24-4ABA-8974-6C952D185FE2}" dt="2021-01-04T18:24:35.987" v="1723"/>
          <ac:spMkLst>
            <pc:docMk/>
            <pc:sldMk cId="1447754827" sldId="260"/>
            <ac:spMk id="12" creationId="{AC8710B4-A815-4082-9E4F-F13A0007090C}"/>
          </ac:spMkLst>
        </pc:spChg>
      </pc:sldChg>
      <pc:sldChg chg="modSp mod modClrScheme chgLayout">
        <pc:chgData name="Sondre Grønås" userId="S::sondre.gronas@skole.rogfk.no::eea45410-205b-43ed-aa52-5ea38a0a0a26" providerId="AD" clId="Web-{F5B030E1-7C24-4ABA-8974-6C952D185FE2}" dt="2021-01-04T18:24:35.987" v="1723"/>
        <pc:sldMkLst>
          <pc:docMk/>
          <pc:sldMk cId="2092709020" sldId="261"/>
        </pc:sldMkLst>
        <pc:spChg chg="mod ord">
          <ac:chgData name="Sondre Grønås" userId="S::sondre.gronas@skole.rogfk.no::eea45410-205b-43ed-aa52-5ea38a0a0a26" providerId="AD" clId="Web-{F5B030E1-7C24-4ABA-8974-6C952D185FE2}" dt="2021-01-04T18:24:35.987" v="1723"/>
          <ac:spMkLst>
            <pc:docMk/>
            <pc:sldMk cId="2092709020" sldId="261"/>
            <ac:spMk id="2" creationId="{ABCF3605-81A0-4A06-9C3C-1BC46AEED203}"/>
          </ac:spMkLst>
        </pc:spChg>
        <pc:spChg chg="mod ord">
          <ac:chgData name="Sondre Grønås" userId="S::sondre.gronas@skole.rogfk.no::eea45410-205b-43ed-aa52-5ea38a0a0a26" providerId="AD" clId="Web-{F5B030E1-7C24-4ABA-8974-6C952D185FE2}" dt="2021-01-04T18:24:35.987" v="1723"/>
          <ac:spMkLst>
            <pc:docMk/>
            <pc:sldMk cId="2092709020" sldId="261"/>
            <ac:spMk id="3" creationId="{3C6EA9A5-5ECB-4D62-8253-CA3F5739F36F}"/>
          </ac:spMkLst>
        </pc:spChg>
      </pc:sldChg>
      <pc:sldChg chg="addSp delSp modSp mod setBg modClrScheme setClrOvrMap delDesignElem chgLayout">
        <pc:chgData name="Sondre Grønås" userId="S::sondre.gronas@skole.rogfk.no::eea45410-205b-43ed-aa52-5ea38a0a0a26" providerId="AD" clId="Web-{F5B030E1-7C24-4ABA-8974-6C952D185FE2}" dt="2021-01-04T18:24:35.987" v="1723"/>
        <pc:sldMkLst>
          <pc:docMk/>
          <pc:sldMk cId="4096470364" sldId="262"/>
        </pc:sldMkLst>
        <pc:spChg chg="mod ord">
          <ac:chgData name="Sondre Grønås" userId="S::sondre.gronas@skole.rogfk.no::eea45410-205b-43ed-aa52-5ea38a0a0a26" providerId="AD" clId="Web-{F5B030E1-7C24-4ABA-8974-6C952D185FE2}" dt="2021-01-04T18:24:35.987" v="1723"/>
          <ac:spMkLst>
            <pc:docMk/>
            <pc:sldMk cId="4096470364" sldId="262"/>
            <ac:spMk id="2" creationId="{434F7BD3-7121-43C1-AEC6-CD7144E86895}"/>
          </ac:spMkLst>
        </pc:spChg>
        <pc:spChg chg="mod ord">
          <ac:chgData name="Sondre Grønås" userId="S::sondre.gronas@skole.rogfk.no::eea45410-205b-43ed-aa52-5ea38a0a0a26" providerId="AD" clId="Web-{F5B030E1-7C24-4ABA-8974-6C952D185FE2}" dt="2021-01-04T18:24:35.987" v="1723"/>
          <ac:spMkLst>
            <pc:docMk/>
            <pc:sldMk cId="4096470364" sldId="262"/>
            <ac:spMk id="3" creationId="{271D47A1-2FB8-45E3-B909-D82BCE9BF01D}"/>
          </ac:spMkLst>
        </pc:spChg>
        <pc:spChg chg="add del">
          <ac:chgData name="Sondre Grønås" userId="S::sondre.gronas@skole.rogfk.no::eea45410-205b-43ed-aa52-5ea38a0a0a26" providerId="AD" clId="Web-{F5B030E1-7C24-4ABA-8974-6C952D185FE2}" dt="2021-01-04T18:24:35.987" v="1723"/>
          <ac:spMkLst>
            <pc:docMk/>
            <pc:sldMk cId="4096470364" sldId="262"/>
            <ac:spMk id="9" creationId="{9B76D444-2756-434F-AE61-96D69830C13E}"/>
          </ac:spMkLst>
        </pc:spChg>
        <pc:spChg chg="add del">
          <ac:chgData name="Sondre Grønås" userId="S::sondre.gronas@skole.rogfk.no::eea45410-205b-43ed-aa52-5ea38a0a0a26" providerId="AD" clId="Web-{F5B030E1-7C24-4ABA-8974-6C952D185FE2}" dt="2021-01-04T18:24:35.987" v="1723"/>
          <ac:spMkLst>
            <pc:docMk/>
            <pc:sldMk cId="4096470364" sldId="262"/>
            <ac:spMk id="11" creationId="{A27B6159-7734-4564-9E0F-C4BC43C36E52}"/>
          </ac:spMkLst>
        </pc:spChg>
        <pc:picChg chg="add mod ord">
          <ac:chgData name="Sondre Grønås" userId="S::sondre.gronas@skole.rogfk.no::eea45410-205b-43ed-aa52-5ea38a0a0a26" providerId="AD" clId="Web-{F5B030E1-7C24-4ABA-8974-6C952D185FE2}" dt="2021-01-04T17:45:06.936" v="86"/>
          <ac:picMkLst>
            <pc:docMk/>
            <pc:sldMk cId="4096470364" sldId="262"/>
            <ac:picMk id="4" creationId="{95216C31-122F-4F92-8CCC-A6F73CA1D809}"/>
          </ac:picMkLst>
        </pc:picChg>
        <pc:cxnChg chg="add del">
          <ac:chgData name="Sondre Grønås" userId="S::sondre.gronas@skole.rogfk.no::eea45410-205b-43ed-aa52-5ea38a0a0a26" providerId="AD" clId="Web-{F5B030E1-7C24-4ABA-8974-6C952D185FE2}" dt="2021-01-04T18:24:35.987" v="1723"/>
          <ac:cxnSpMkLst>
            <pc:docMk/>
            <pc:sldMk cId="4096470364" sldId="262"/>
            <ac:cxnSpMk id="13" creationId="{E2FFB46B-05BC-4950-B18A-9593FDAE6ED7}"/>
          </ac:cxnSpMkLst>
        </pc:cxnChg>
      </pc:sldChg>
      <pc:sldChg chg="addSp modSp new mod modClrScheme chgLayout">
        <pc:chgData name="Sondre Grønås" userId="S::sondre.gronas@skole.rogfk.no::eea45410-205b-43ed-aa52-5ea38a0a0a26" providerId="AD" clId="Web-{F5B030E1-7C24-4ABA-8974-6C952D185FE2}" dt="2021-01-04T18:24:35.987" v="1723"/>
        <pc:sldMkLst>
          <pc:docMk/>
          <pc:sldMk cId="1500417612" sldId="263"/>
        </pc:sldMkLst>
        <pc:spChg chg="mod ord">
          <ac:chgData name="Sondre Grønås" userId="S::sondre.gronas@skole.rogfk.no::eea45410-205b-43ed-aa52-5ea38a0a0a26" providerId="AD" clId="Web-{F5B030E1-7C24-4ABA-8974-6C952D185FE2}" dt="2021-01-04T18:24:35.987" v="1723"/>
          <ac:spMkLst>
            <pc:docMk/>
            <pc:sldMk cId="1500417612" sldId="263"/>
            <ac:spMk id="2" creationId="{DE610549-60C4-432E-8C4C-D5AD47C40CB9}"/>
          </ac:spMkLst>
        </pc:spChg>
        <pc:spChg chg="mod ord">
          <ac:chgData name="Sondre Grønås" userId="S::sondre.gronas@skole.rogfk.no::eea45410-205b-43ed-aa52-5ea38a0a0a26" providerId="AD" clId="Web-{F5B030E1-7C24-4ABA-8974-6C952D185FE2}" dt="2021-01-04T18:24:35.987" v="1723"/>
          <ac:spMkLst>
            <pc:docMk/>
            <pc:sldMk cId="1500417612" sldId="263"/>
            <ac:spMk id="3" creationId="{E5AFA5D2-EAAF-4F2E-B64A-4D2B09167FBF}"/>
          </ac:spMkLst>
        </pc:spChg>
        <pc:picChg chg="add mod">
          <ac:chgData name="Sondre Grønås" userId="S::sondre.gronas@skole.rogfk.no::eea45410-205b-43ed-aa52-5ea38a0a0a26" providerId="AD" clId="Web-{F5B030E1-7C24-4ABA-8974-6C952D185FE2}" dt="2021-01-04T17:48:17.407" v="203" actId="14100"/>
          <ac:picMkLst>
            <pc:docMk/>
            <pc:sldMk cId="1500417612" sldId="263"/>
            <ac:picMk id="4" creationId="{84B07188-14A6-4B38-848D-4B0631F799C9}"/>
          </ac:picMkLst>
        </pc:picChg>
        <pc:picChg chg="add mod">
          <ac:chgData name="Sondre Grønås" userId="S::sondre.gronas@skole.rogfk.no::eea45410-205b-43ed-aa52-5ea38a0a0a26" providerId="AD" clId="Web-{F5B030E1-7C24-4ABA-8974-6C952D185FE2}" dt="2021-01-04T17:48:56.580" v="258" actId="1076"/>
          <ac:picMkLst>
            <pc:docMk/>
            <pc:sldMk cId="1500417612" sldId="263"/>
            <ac:picMk id="5" creationId="{5215978A-3B50-468F-B0E1-25DBD8AD6600}"/>
          </ac:picMkLst>
        </pc:picChg>
      </pc:sldChg>
      <pc:sldChg chg="addSp modSp new mod modClrScheme chgLayout">
        <pc:chgData name="Sondre Grønås" userId="S::sondre.gronas@skole.rogfk.no::eea45410-205b-43ed-aa52-5ea38a0a0a26" providerId="AD" clId="Web-{F5B030E1-7C24-4ABA-8974-6C952D185FE2}" dt="2021-01-04T18:24:35.987" v="1723"/>
        <pc:sldMkLst>
          <pc:docMk/>
          <pc:sldMk cId="3747227358" sldId="264"/>
        </pc:sldMkLst>
        <pc:spChg chg="mod ord">
          <ac:chgData name="Sondre Grønås" userId="S::sondre.gronas@skole.rogfk.no::eea45410-205b-43ed-aa52-5ea38a0a0a26" providerId="AD" clId="Web-{F5B030E1-7C24-4ABA-8974-6C952D185FE2}" dt="2021-01-04T18:24:35.987" v="1723"/>
          <ac:spMkLst>
            <pc:docMk/>
            <pc:sldMk cId="3747227358" sldId="264"/>
            <ac:spMk id="2" creationId="{AE5B8A79-DE93-4CE0-93F6-54865596EA48}"/>
          </ac:spMkLst>
        </pc:spChg>
        <pc:spChg chg="mod ord">
          <ac:chgData name="Sondre Grønås" userId="S::sondre.gronas@skole.rogfk.no::eea45410-205b-43ed-aa52-5ea38a0a0a26" providerId="AD" clId="Web-{F5B030E1-7C24-4ABA-8974-6C952D185FE2}" dt="2021-01-04T18:24:35.987" v="1723"/>
          <ac:spMkLst>
            <pc:docMk/>
            <pc:sldMk cId="3747227358" sldId="264"/>
            <ac:spMk id="3" creationId="{1F399F52-577C-44BB-AF76-8227EF918D14}"/>
          </ac:spMkLst>
        </pc:spChg>
        <pc:picChg chg="add mod">
          <ac:chgData name="Sondre Grønås" userId="S::sondre.gronas@skole.rogfk.no::eea45410-205b-43ed-aa52-5ea38a0a0a26" providerId="AD" clId="Web-{F5B030E1-7C24-4ABA-8974-6C952D185FE2}" dt="2021-01-04T17:57:05.961" v="520" actId="1076"/>
          <ac:picMkLst>
            <pc:docMk/>
            <pc:sldMk cId="3747227358" sldId="264"/>
            <ac:picMk id="4" creationId="{F7CF8BC0-1491-46FF-A4F3-590F971DC435}"/>
          </ac:picMkLst>
        </pc:picChg>
        <pc:picChg chg="add mod">
          <ac:chgData name="Sondre Grønås" userId="S::sondre.gronas@skole.rogfk.no::eea45410-205b-43ed-aa52-5ea38a0a0a26" providerId="AD" clId="Web-{F5B030E1-7C24-4ABA-8974-6C952D185FE2}" dt="2021-01-04T17:57:11.648" v="522" actId="1076"/>
          <ac:picMkLst>
            <pc:docMk/>
            <pc:sldMk cId="3747227358" sldId="264"/>
            <ac:picMk id="5" creationId="{817DCBFD-05F3-4501-8031-61D6398E61DC}"/>
          </ac:picMkLst>
        </pc:picChg>
      </pc:sldChg>
      <pc:sldChg chg="addSp modSp new mod modClrScheme chgLayout">
        <pc:chgData name="Sondre Grønås" userId="S::sondre.gronas@skole.rogfk.no::eea45410-205b-43ed-aa52-5ea38a0a0a26" providerId="AD" clId="Web-{F5B030E1-7C24-4ABA-8974-6C952D185FE2}" dt="2021-01-04T18:24:35.987" v="1723"/>
        <pc:sldMkLst>
          <pc:docMk/>
          <pc:sldMk cId="1080240953" sldId="265"/>
        </pc:sldMkLst>
        <pc:spChg chg="mod ord">
          <ac:chgData name="Sondre Grønås" userId="S::sondre.gronas@skole.rogfk.no::eea45410-205b-43ed-aa52-5ea38a0a0a26" providerId="AD" clId="Web-{F5B030E1-7C24-4ABA-8974-6C952D185FE2}" dt="2021-01-04T18:24:35.987" v="1723"/>
          <ac:spMkLst>
            <pc:docMk/>
            <pc:sldMk cId="1080240953" sldId="265"/>
            <ac:spMk id="2" creationId="{A589F38F-53D6-4BCE-A8AF-0D21933C7CF0}"/>
          </ac:spMkLst>
        </pc:spChg>
        <pc:spChg chg="mod ord">
          <ac:chgData name="Sondre Grønås" userId="S::sondre.gronas@skole.rogfk.no::eea45410-205b-43ed-aa52-5ea38a0a0a26" providerId="AD" clId="Web-{F5B030E1-7C24-4ABA-8974-6C952D185FE2}" dt="2021-01-04T18:24:35.987" v="1723"/>
          <ac:spMkLst>
            <pc:docMk/>
            <pc:sldMk cId="1080240953" sldId="265"/>
            <ac:spMk id="3" creationId="{F41813AB-FC90-499D-A593-8D8EEDC5E189}"/>
          </ac:spMkLst>
        </pc:spChg>
        <pc:picChg chg="add mod">
          <ac:chgData name="Sondre Grønås" userId="S::sondre.gronas@skole.rogfk.no::eea45410-205b-43ed-aa52-5ea38a0a0a26" providerId="AD" clId="Web-{F5B030E1-7C24-4ABA-8974-6C952D185FE2}" dt="2021-01-04T18:12:14.769" v="1014" actId="1076"/>
          <ac:picMkLst>
            <pc:docMk/>
            <pc:sldMk cId="1080240953" sldId="265"/>
            <ac:picMk id="4" creationId="{EC7D5C31-7870-4055-A500-A3599351B893}"/>
          </ac:picMkLst>
        </pc:picChg>
        <pc:picChg chg="add mod">
          <ac:chgData name="Sondre Grønås" userId="S::sondre.gronas@skole.rogfk.no::eea45410-205b-43ed-aa52-5ea38a0a0a26" providerId="AD" clId="Web-{F5B030E1-7C24-4ABA-8974-6C952D185FE2}" dt="2021-01-04T18:12:22.707" v="1024" actId="1076"/>
          <ac:picMkLst>
            <pc:docMk/>
            <pc:sldMk cId="1080240953" sldId="265"/>
            <ac:picMk id="5" creationId="{E721A775-C4C6-44AE-91F7-8AD25885A701}"/>
          </ac:picMkLst>
        </pc:picChg>
      </pc:sldChg>
      <pc:sldChg chg="modSp new del">
        <pc:chgData name="Sondre Grønås" userId="S::sondre.gronas@skole.rogfk.no::eea45410-205b-43ed-aa52-5ea38a0a0a26" providerId="AD" clId="Web-{F5B030E1-7C24-4ABA-8974-6C952D185FE2}" dt="2021-01-04T18:09:12.798" v="901"/>
        <pc:sldMkLst>
          <pc:docMk/>
          <pc:sldMk cId="2949699058" sldId="266"/>
        </pc:sldMkLst>
        <pc:spChg chg="mod">
          <ac:chgData name="Sondre Grønås" userId="S::sondre.gronas@skole.rogfk.no::eea45410-205b-43ed-aa52-5ea38a0a0a26" providerId="AD" clId="Web-{F5B030E1-7C24-4ABA-8974-6C952D185FE2}" dt="2021-01-04T18:01:04.495" v="574" actId="20577"/>
          <ac:spMkLst>
            <pc:docMk/>
            <pc:sldMk cId="2949699058" sldId="266"/>
            <ac:spMk id="2" creationId="{7A32672D-B76B-44F6-AF8D-23C3E71F8807}"/>
          </ac:spMkLst>
        </pc:spChg>
        <pc:spChg chg="mod">
          <ac:chgData name="Sondre Grønås" userId="S::sondre.gronas@skole.rogfk.no::eea45410-205b-43ed-aa52-5ea38a0a0a26" providerId="AD" clId="Web-{F5B030E1-7C24-4ABA-8974-6C952D185FE2}" dt="2021-01-04T18:06:22.359" v="754" actId="20577"/>
          <ac:spMkLst>
            <pc:docMk/>
            <pc:sldMk cId="2949699058" sldId="266"/>
            <ac:spMk id="3" creationId="{EDE71717-6990-4B75-B12C-DF5317CDB3D0}"/>
          </ac:spMkLst>
        </pc:spChg>
      </pc:sldChg>
      <pc:sldChg chg="addSp modSp new mod modClrScheme chgLayout">
        <pc:chgData name="Sondre Grønås" userId="S::sondre.gronas@skole.rogfk.no::eea45410-205b-43ed-aa52-5ea38a0a0a26" providerId="AD" clId="Web-{F5B030E1-7C24-4ABA-8974-6C952D185FE2}" dt="2021-01-04T18:24:35.987" v="1723"/>
        <pc:sldMkLst>
          <pc:docMk/>
          <pc:sldMk cId="3116238509" sldId="266"/>
        </pc:sldMkLst>
        <pc:spChg chg="mod ord">
          <ac:chgData name="Sondre Grønås" userId="S::sondre.gronas@skole.rogfk.no::eea45410-205b-43ed-aa52-5ea38a0a0a26" providerId="AD" clId="Web-{F5B030E1-7C24-4ABA-8974-6C952D185FE2}" dt="2021-01-04T18:24:35.987" v="1723"/>
          <ac:spMkLst>
            <pc:docMk/>
            <pc:sldMk cId="3116238509" sldId="266"/>
            <ac:spMk id="2" creationId="{F9E43C41-71B6-40FB-AC52-A86FD1C4EA97}"/>
          </ac:spMkLst>
        </pc:spChg>
        <pc:spChg chg="mod ord">
          <ac:chgData name="Sondre Grønås" userId="S::sondre.gronas@skole.rogfk.no::eea45410-205b-43ed-aa52-5ea38a0a0a26" providerId="AD" clId="Web-{F5B030E1-7C24-4ABA-8974-6C952D185FE2}" dt="2021-01-04T18:24:35.987" v="1723"/>
          <ac:spMkLst>
            <pc:docMk/>
            <pc:sldMk cId="3116238509" sldId="266"/>
            <ac:spMk id="3" creationId="{A4BCB1BF-C792-4E64-8089-6C26856855A9}"/>
          </ac:spMkLst>
        </pc:spChg>
        <pc:picChg chg="add mod">
          <ac:chgData name="Sondre Grønås" userId="S::sondre.gronas@skole.rogfk.no::eea45410-205b-43ed-aa52-5ea38a0a0a26" providerId="AD" clId="Web-{F5B030E1-7C24-4ABA-8974-6C952D185FE2}" dt="2021-01-04T18:15:23.819" v="1191" actId="1076"/>
          <ac:picMkLst>
            <pc:docMk/>
            <pc:sldMk cId="3116238509" sldId="266"/>
            <ac:picMk id="4" creationId="{ABC9A309-424B-4025-852A-5D82AF2BE715}"/>
          </ac:picMkLst>
        </pc:picChg>
      </pc:sldChg>
      <pc:sldChg chg="modSp new mod modClrScheme chgLayout">
        <pc:chgData name="Sondre Grønås" userId="S::sondre.gronas@skole.rogfk.no::eea45410-205b-43ed-aa52-5ea38a0a0a26" providerId="AD" clId="Web-{F5B030E1-7C24-4ABA-8974-6C952D185FE2}" dt="2021-01-04T18:24:35.987" v="1723"/>
        <pc:sldMkLst>
          <pc:docMk/>
          <pc:sldMk cId="2335164572" sldId="267"/>
        </pc:sldMkLst>
        <pc:spChg chg="mod ord">
          <ac:chgData name="Sondre Grønås" userId="S::sondre.gronas@skole.rogfk.no::eea45410-205b-43ed-aa52-5ea38a0a0a26" providerId="AD" clId="Web-{F5B030E1-7C24-4ABA-8974-6C952D185FE2}" dt="2021-01-04T18:24:35.987" v="1723"/>
          <ac:spMkLst>
            <pc:docMk/>
            <pc:sldMk cId="2335164572" sldId="267"/>
            <ac:spMk id="2" creationId="{6E781E7C-564A-423B-8361-3DE96AADF6A3}"/>
          </ac:spMkLst>
        </pc:spChg>
        <pc:spChg chg="mod ord">
          <ac:chgData name="Sondre Grønås" userId="S::sondre.gronas@skole.rogfk.no::eea45410-205b-43ed-aa52-5ea38a0a0a26" providerId="AD" clId="Web-{F5B030E1-7C24-4ABA-8974-6C952D185FE2}" dt="2021-01-04T18:24:35.987" v="1723"/>
          <ac:spMkLst>
            <pc:docMk/>
            <pc:sldMk cId="2335164572" sldId="267"/>
            <ac:spMk id="3" creationId="{DFB4941B-3549-4741-B872-E6C0FC43C162}"/>
          </ac:spMkLst>
        </pc:spChg>
      </pc:sldChg>
      <pc:sldChg chg="addSp delSp modSp new mod setBg modClrScheme delDesignElem chgLayout">
        <pc:chgData name="Sondre Grønås" userId="S::sondre.gronas@skole.rogfk.no::eea45410-205b-43ed-aa52-5ea38a0a0a26" providerId="AD" clId="Web-{F5B030E1-7C24-4ABA-8974-6C952D185FE2}" dt="2021-01-04T18:24:35.987" v="1723"/>
        <pc:sldMkLst>
          <pc:docMk/>
          <pc:sldMk cId="4263728810" sldId="268"/>
        </pc:sldMkLst>
        <pc:spChg chg="mod ord">
          <ac:chgData name="Sondre Grønås" userId="S::sondre.gronas@skole.rogfk.no::eea45410-205b-43ed-aa52-5ea38a0a0a26" providerId="AD" clId="Web-{F5B030E1-7C24-4ABA-8974-6C952D185FE2}" dt="2021-01-04T18:24:35.987" v="1723"/>
          <ac:spMkLst>
            <pc:docMk/>
            <pc:sldMk cId="4263728810" sldId="268"/>
            <ac:spMk id="2" creationId="{987EEFA1-2F7B-4A9C-8113-F9D2CD9701D4}"/>
          </ac:spMkLst>
        </pc:spChg>
        <pc:spChg chg="del mod">
          <ac:chgData name="Sondre Grønås" userId="S::sondre.gronas@skole.rogfk.no::eea45410-205b-43ed-aa52-5ea38a0a0a26" providerId="AD" clId="Web-{F5B030E1-7C24-4ABA-8974-6C952D185FE2}" dt="2021-01-04T18:20:30.531" v="1531"/>
          <ac:spMkLst>
            <pc:docMk/>
            <pc:sldMk cId="4263728810" sldId="268"/>
            <ac:spMk id="3" creationId="{E6E2994F-4DE6-4010-BB94-1BE4CEEF94AB}"/>
          </ac:spMkLst>
        </pc:spChg>
        <pc:spChg chg="add del">
          <ac:chgData name="Sondre Grønås" userId="S::sondre.gronas@skole.rogfk.no::eea45410-205b-43ed-aa52-5ea38a0a0a26" providerId="AD" clId="Web-{F5B030E1-7C24-4ABA-8974-6C952D185FE2}" dt="2021-01-04T18:24:35.987" v="1723"/>
          <ac:spMkLst>
            <pc:docMk/>
            <pc:sldMk cId="4263728810" sldId="268"/>
            <ac:spMk id="9" creationId="{68575C10-8187-4AC4-AD72-C754EAFD2867}"/>
          </ac:spMkLst>
        </pc:spChg>
        <pc:graphicFrameChg chg="add mod ord modGraphic">
          <ac:chgData name="Sondre Grønås" userId="S::sondre.gronas@skole.rogfk.no::eea45410-205b-43ed-aa52-5ea38a0a0a26" providerId="AD" clId="Web-{F5B030E1-7C24-4ABA-8974-6C952D185FE2}" dt="2021-01-04T18:24:35.987" v="1723"/>
          <ac:graphicFrameMkLst>
            <pc:docMk/>
            <pc:sldMk cId="4263728810" sldId="268"/>
            <ac:graphicFrameMk id="5" creationId="{AD371C15-A191-4DCB-93BD-73586C4BA68D}"/>
          </ac:graphicFrameMkLst>
        </pc:graphicFrameChg>
        <pc:cxnChg chg="add del">
          <ac:chgData name="Sondre Grønås" userId="S::sondre.gronas@skole.rogfk.no::eea45410-205b-43ed-aa52-5ea38a0a0a26" providerId="AD" clId="Web-{F5B030E1-7C24-4ABA-8974-6C952D185FE2}" dt="2021-01-04T18:24:35.987" v="1723"/>
          <ac:cxnSpMkLst>
            <pc:docMk/>
            <pc:sldMk cId="4263728810" sldId="268"/>
            <ac:cxnSpMk id="11" creationId="{74E776C9-ED67-41B7-B3A3-4DF76EF3ACEE}"/>
          </ac:cxnSpMkLst>
        </pc:cxnChg>
      </pc:sldChg>
      <pc:sldChg chg="add del replId">
        <pc:chgData name="Sondre Grønås" userId="S::sondre.gronas@skole.rogfk.no::eea45410-205b-43ed-aa52-5ea38a0a0a26" providerId="AD" clId="Web-{F5B030E1-7C24-4ABA-8974-6C952D185FE2}" dt="2021-01-04T18:24:08.565" v="1712"/>
        <pc:sldMkLst>
          <pc:docMk/>
          <pc:sldMk cId="3280848768" sldId="269"/>
        </pc:sldMkLst>
      </pc:sldChg>
      <pc:sldMasterChg chg="add del addSldLayout delSldLayout">
        <pc:chgData name="Sondre Grønås" userId="S::sondre.gronas@skole.rogfk.no::eea45410-205b-43ed-aa52-5ea38a0a0a26" providerId="AD" clId="Web-{F5B030E1-7C24-4ABA-8974-6C952D185FE2}" dt="2021-01-04T18:24:35.987" v="1723"/>
        <pc:sldMasterMkLst>
          <pc:docMk/>
          <pc:sldMasterMk cId="2649319511" sldId="2147483648"/>
        </pc:sldMasterMkLst>
        <pc:sldLayoutChg chg="add del">
          <pc:chgData name="Sondre Grønås" userId="S::sondre.gronas@skole.rogfk.no::eea45410-205b-43ed-aa52-5ea38a0a0a26" providerId="AD" clId="Web-{F5B030E1-7C24-4ABA-8974-6C952D185FE2}" dt="2021-01-04T18:24:35.987" v="1723"/>
          <pc:sldLayoutMkLst>
            <pc:docMk/>
            <pc:sldMasterMk cId="2649319511" sldId="2147483648"/>
            <pc:sldLayoutMk cId="1137542638" sldId="2147483649"/>
          </pc:sldLayoutMkLst>
        </pc:sldLayoutChg>
        <pc:sldLayoutChg chg="add del">
          <pc:chgData name="Sondre Grønås" userId="S::sondre.gronas@skole.rogfk.no::eea45410-205b-43ed-aa52-5ea38a0a0a26" providerId="AD" clId="Web-{F5B030E1-7C24-4ABA-8974-6C952D185FE2}" dt="2021-01-04T18:24:35.987" v="1723"/>
          <pc:sldLayoutMkLst>
            <pc:docMk/>
            <pc:sldMasterMk cId="2649319511" sldId="2147483648"/>
            <pc:sldLayoutMk cId="3074127366" sldId="2147483650"/>
          </pc:sldLayoutMkLst>
        </pc:sldLayoutChg>
        <pc:sldLayoutChg chg="add del">
          <pc:chgData name="Sondre Grønås" userId="S::sondre.gronas@skole.rogfk.no::eea45410-205b-43ed-aa52-5ea38a0a0a26" providerId="AD" clId="Web-{F5B030E1-7C24-4ABA-8974-6C952D185FE2}" dt="2021-01-04T18:24:35.987" v="1723"/>
          <pc:sldLayoutMkLst>
            <pc:docMk/>
            <pc:sldMasterMk cId="2649319511" sldId="2147483648"/>
            <pc:sldLayoutMk cId="2697081350" sldId="2147483651"/>
          </pc:sldLayoutMkLst>
        </pc:sldLayoutChg>
        <pc:sldLayoutChg chg="add del">
          <pc:chgData name="Sondre Grønås" userId="S::sondre.gronas@skole.rogfk.no::eea45410-205b-43ed-aa52-5ea38a0a0a26" providerId="AD" clId="Web-{F5B030E1-7C24-4ABA-8974-6C952D185FE2}" dt="2021-01-04T18:24:35.987" v="1723"/>
          <pc:sldLayoutMkLst>
            <pc:docMk/>
            <pc:sldMasterMk cId="2649319511" sldId="2147483648"/>
            <pc:sldLayoutMk cId="2764821704" sldId="2147483652"/>
          </pc:sldLayoutMkLst>
        </pc:sldLayoutChg>
        <pc:sldLayoutChg chg="add del">
          <pc:chgData name="Sondre Grønås" userId="S::sondre.gronas@skole.rogfk.no::eea45410-205b-43ed-aa52-5ea38a0a0a26" providerId="AD" clId="Web-{F5B030E1-7C24-4ABA-8974-6C952D185FE2}" dt="2021-01-04T18:24:35.987" v="1723"/>
          <pc:sldLayoutMkLst>
            <pc:docMk/>
            <pc:sldMasterMk cId="2649319511" sldId="2147483648"/>
            <pc:sldLayoutMk cId="4043207736" sldId="2147483653"/>
          </pc:sldLayoutMkLst>
        </pc:sldLayoutChg>
        <pc:sldLayoutChg chg="add del">
          <pc:chgData name="Sondre Grønås" userId="S::sondre.gronas@skole.rogfk.no::eea45410-205b-43ed-aa52-5ea38a0a0a26" providerId="AD" clId="Web-{F5B030E1-7C24-4ABA-8974-6C952D185FE2}" dt="2021-01-04T18:24:35.987" v="1723"/>
          <pc:sldLayoutMkLst>
            <pc:docMk/>
            <pc:sldMasterMk cId="2649319511" sldId="2147483648"/>
            <pc:sldLayoutMk cId="3347560075" sldId="2147483654"/>
          </pc:sldLayoutMkLst>
        </pc:sldLayoutChg>
        <pc:sldLayoutChg chg="add del">
          <pc:chgData name="Sondre Grønås" userId="S::sondre.gronas@skole.rogfk.no::eea45410-205b-43ed-aa52-5ea38a0a0a26" providerId="AD" clId="Web-{F5B030E1-7C24-4ABA-8974-6C952D185FE2}" dt="2021-01-04T18:24:35.987" v="1723"/>
          <pc:sldLayoutMkLst>
            <pc:docMk/>
            <pc:sldMasterMk cId="2649319511" sldId="2147483648"/>
            <pc:sldLayoutMk cId="1086863534" sldId="2147483655"/>
          </pc:sldLayoutMkLst>
        </pc:sldLayoutChg>
        <pc:sldLayoutChg chg="add del">
          <pc:chgData name="Sondre Grønås" userId="S::sondre.gronas@skole.rogfk.no::eea45410-205b-43ed-aa52-5ea38a0a0a26" providerId="AD" clId="Web-{F5B030E1-7C24-4ABA-8974-6C952D185FE2}" dt="2021-01-04T18:24:35.987" v="1723"/>
          <pc:sldLayoutMkLst>
            <pc:docMk/>
            <pc:sldMasterMk cId="2649319511" sldId="2147483648"/>
            <pc:sldLayoutMk cId="1635284649" sldId="2147483656"/>
          </pc:sldLayoutMkLst>
        </pc:sldLayoutChg>
        <pc:sldLayoutChg chg="add del">
          <pc:chgData name="Sondre Grønås" userId="S::sondre.gronas@skole.rogfk.no::eea45410-205b-43ed-aa52-5ea38a0a0a26" providerId="AD" clId="Web-{F5B030E1-7C24-4ABA-8974-6C952D185FE2}" dt="2021-01-04T18:24:35.987" v="1723"/>
          <pc:sldLayoutMkLst>
            <pc:docMk/>
            <pc:sldMasterMk cId="2649319511" sldId="2147483648"/>
            <pc:sldLayoutMk cId="4132015190" sldId="2147483657"/>
          </pc:sldLayoutMkLst>
        </pc:sldLayoutChg>
        <pc:sldLayoutChg chg="add del">
          <pc:chgData name="Sondre Grønås" userId="S::sondre.gronas@skole.rogfk.no::eea45410-205b-43ed-aa52-5ea38a0a0a26" providerId="AD" clId="Web-{F5B030E1-7C24-4ABA-8974-6C952D185FE2}" dt="2021-01-04T18:24:35.987" v="1723"/>
          <pc:sldLayoutMkLst>
            <pc:docMk/>
            <pc:sldMasterMk cId="2649319511" sldId="2147483648"/>
            <pc:sldLayoutMk cId="2170980588" sldId="2147483658"/>
          </pc:sldLayoutMkLst>
        </pc:sldLayoutChg>
        <pc:sldLayoutChg chg="add del">
          <pc:chgData name="Sondre Grønås" userId="S::sondre.gronas@skole.rogfk.no::eea45410-205b-43ed-aa52-5ea38a0a0a26" providerId="AD" clId="Web-{F5B030E1-7C24-4ABA-8974-6C952D185FE2}" dt="2021-01-04T18:24:35.987" v="1723"/>
          <pc:sldLayoutMkLst>
            <pc:docMk/>
            <pc:sldMasterMk cId="2649319511" sldId="2147483648"/>
            <pc:sldLayoutMk cId="557333919" sldId="2147483659"/>
          </pc:sldLayoutMkLst>
        </pc:sldLayoutChg>
      </pc:sldMasterChg>
      <pc:sldMasterChg chg="add del addSldLayout delSldLayout modSldLayout">
        <pc:chgData name="Sondre Grønås" userId="S::sondre.gronas@skole.rogfk.no::eea45410-205b-43ed-aa52-5ea38a0a0a26" providerId="AD" clId="Web-{F5B030E1-7C24-4ABA-8974-6C952D185FE2}" dt="2021-01-04T18:23:34.533" v="1709"/>
        <pc:sldMasterMkLst>
          <pc:docMk/>
          <pc:sldMasterMk cId="177334968" sldId="2147483660"/>
        </pc:sldMasterMkLst>
        <pc:sldLayoutChg chg="add del mod replId">
          <pc:chgData name="Sondre Grønås" userId="S::sondre.gronas@skole.rogfk.no::eea45410-205b-43ed-aa52-5ea38a0a0a26" providerId="AD" clId="Web-{F5B030E1-7C24-4ABA-8974-6C952D185FE2}" dt="2021-01-04T18:23:34.533" v="1709"/>
          <pc:sldLayoutMkLst>
            <pc:docMk/>
            <pc:sldMasterMk cId="177334968" sldId="2147483660"/>
            <pc:sldLayoutMk cId="4234541856" sldId="2147483661"/>
          </pc:sldLayoutMkLst>
        </pc:sldLayoutChg>
        <pc:sldLayoutChg chg="add del mod replId">
          <pc:chgData name="Sondre Grønås" userId="S::sondre.gronas@skole.rogfk.no::eea45410-205b-43ed-aa52-5ea38a0a0a26" providerId="AD" clId="Web-{F5B030E1-7C24-4ABA-8974-6C952D185FE2}" dt="2021-01-04T18:23:34.533" v="1709"/>
          <pc:sldLayoutMkLst>
            <pc:docMk/>
            <pc:sldMasterMk cId="177334968" sldId="2147483660"/>
            <pc:sldLayoutMk cId="4226819131" sldId="2147483662"/>
          </pc:sldLayoutMkLst>
        </pc:sldLayoutChg>
        <pc:sldLayoutChg chg="add del mod replId">
          <pc:chgData name="Sondre Grønås" userId="S::sondre.gronas@skole.rogfk.no::eea45410-205b-43ed-aa52-5ea38a0a0a26" providerId="AD" clId="Web-{F5B030E1-7C24-4ABA-8974-6C952D185FE2}" dt="2021-01-04T18:23:34.533" v="1709"/>
          <pc:sldLayoutMkLst>
            <pc:docMk/>
            <pc:sldMasterMk cId="177334968" sldId="2147483660"/>
            <pc:sldLayoutMk cId="3314671680" sldId="2147483663"/>
          </pc:sldLayoutMkLst>
        </pc:sldLayoutChg>
        <pc:sldLayoutChg chg="add del mod replId">
          <pc:chgData name="Sondre Grønås" userId="S::sondre.gronas@skole.rogfk.no::eea45410-205b-43ed-aa52-5ea38a0a0a26" providerId="AD" clId="Web-{F5B030E1-7C24-4ABA-8974-6C952D185FE2}" dt="2021-01-04T18:23:34.533" v="1709"/>
          <pc:sldLayoutMkLst>
            <pc:docMk/>
            <pc:sldMasterMk cId="177334968" sldId="2147483660"/>
            <pc:sldLayoutMk cId="1628025606" sldId="2147483664"/>
          </pc:sldLayoutMkLst>
        </pc:sldLayoutChg>
        <pc:sldLayoutChg chg="add del mod replId">
          <pc:chgData name="Sondre Grønås" userId="S::sondre.gronas@skole.rogfk.no::eea45410-205b-43ed-aa52-5ea38a0a0a26" providerId="AD" clId="Web-{F5B030E1-7C24-4ABA-8974-6C952D185FE2}" dt="2021-01-04T18:23:34.533" v="1709"/>
          <pc:sldLayoutMkLst>
            <pc:docMk/>
            <pc:sldMasterMk cId="177334968" sldId="2147483660"/>
            <pc:sldLayoutMk cId="1753597882" sldId="2147483665"/>
          </pc:sldLayoutMkLst>
        </pc:sldLayoutChg>
        <pc:sldLayoutChg chg="add del mod replId">
          <pc:chgData name="Sondre Grønås" userId="S::sondre.gronas@skole.rogfk.no::eea45410-205b-43ed-aa52-5ea38a0a0a26" providerId="AD" clId="Web-{F5B030E1-7C24-4ABA-8974-6C952D185FE2}" dt="2021-01-04T18:23:34.533" v="1709"/>
          <pc:sldLayoutMkLst>
            <pc:docMk/>
            <pc:sldMasterMk cId="177334968" sldId="2147483660"/>
            <pc:sldLayoutMk cId="663099962" sldId="2147483666"/>
          </pc:sldLayoutMkLst>
        </pc:sldLayoutChg>
        <pc:sldLayoutChg chg="add del mod replId">
          <pc:chgData name="Sondre Grønås" userId="S::sondre.gronas@skole.rogfk.no::eea45410-205b-43ed-aa52-5ea38a0a0a26" providerId="AD" clId="Web-{F5B030E1-7C24-4ABA-8974-6C952D185FE2}" dt="2021-01-04T18:23:34.533" v="1709"/>
          <pc:sldLayoutMkLst>
            <pc:docMk/>
            <pc:sldMasterMk cId="177334968" sldId="2147483660"/>
            <pc:sldLayoutMk cId="3412991572" sldId="2147483667"/>
          </pc:sldLayoutMkLst>
        </pc:sldLayoutChg>
        <pc:sldLayoutChg chg="add del mod replId">
          <pc:chgData name="Sondre Grønås" userId="S::sondre.gronas@skole.rogfk.no::eea45410-205b-43ed-aa52-5ea38a0a0a26" providerId="AD" clId="Web-{F5B030E1-7C24-4ABA-8974-6C952D185FE2}" dt="2021-01-04T18:23:34.533" v="1709"/>
          <pc:sldLayoutMkLst>
            <pc:docMk/>
            <pc:sldMasterMk cId="177334968" sldId="2147483660"/>
            <pc:sldLayoutMk cId="3710920685" sldId="2147483668"/>
          </pc:sldLayoutMkLst>
        </pc:sldLayoutChg>
        <pc:sldLayoutChg chg="add del mod replId">
          <pc:chgData name="Sondre Grønås" userId="S::sondre.gronas@skole.rogfk.no::eea45410-205b-43ed-aa52-5ea38a0a0a26" providerId="AD" clId="Web-{F5B030E1-7C24-4ABA-8974-6C952D185FE2}" dt="2021-01-04T18:23:34.533" v="1709"/>
          <pc:sldLayoutMkLst>
            <pc:docMk/>
            <pc:sldMasterMk cId="177334968" sldId="2147483660"/>
            <pc:sldLayoutMk cId="273101380" sldId="2147483669"/>
          </pc:sldLayoutMkLst>
        </pc:sldLayoutChg>
        <pc:sldLayoutChg chg="add del mod replId">
          <pc:chgData name="Sondre Grønås" userId="S::sondre.gronas@skole.rogfk.no::eea45410-205b-43ed-aa52-5ea38a0a0a26" providerId="AD" clId="Web-{F5B030E1-7C24-4ABA-8974-6C952D185FE2}" dt="2021-01-04T18:23:34.533" v="1709"/>
          <pc:sldLayoutMkLst>
            <pc:docMk/>
            <pc:sldMasterMk cId="177334968" sldId="2147483660"/>
            <pc:sldLayoutMk cId="3951035092" sldId="2147483670"/>
          </pc:sldLayoutMkLst>
        </pc:sldLayoutChg>
        <pc:sldLayoutChg chg="add del mod replId">
          <pc:chgData name="Sondre Grønås" userId="S::sondre.gronas@skole.rogfk.no::eea45410-205b-43ed-aa52-5ea38a0a0a26" providerId="AD" clId="Web-{F5B030E1-7C24-4ABA-8974-6C952D185FE2}" dt="2021-01-04T18:23:34.533" v="1709"/>
          <pc:sldLayoutMkLst>
            <pc:docMk/>
            <pc:sldMasterMk cId="177334968" sldId="2147483660"/>
            <pc:sldLayoutMk cId="544012869" sldId="2147483671"/>
          </pc:sldLayoutMkLst>
        </pc:sldLayoutChg>
      </pc:sldMasterChg>
      <pc:sldMasterChg chg="add del addSldLayout delSldLayout modSldLayout">
        <pc:chgData name="Sondre Grønås" userId="S::sondre.gronas@skole.rogfk.no::eea45410-205b-43ed-aa52-5ea38a0a0a26" providerId="AD" clId="Web-{F5B030E1-7C24-4ABA-8974-6C952D185FE2}" dt="2021-01-04T18:24:35.987" v="1723"/>
        <pc:sldMasterMkLst>
          <pc:docMk/>
          <pc:sldMasterMk cId="2825243624" sldId="2147483660"/>
        </pc:sldMasterMkLst>
        <pc:sldLayoutChg chg="add del mod replId">
          <pc:chgData name="Sondre Grønås" userId="S::sondre.gronas@skole.rogfk.no::eea45410-205b-43ed-aa52-5ea38a0a0a26" providerId="AD" clId="Web-{F5B030E1-7C24-4ABA-8974-6C952D185FE2}" dt="2021-01-04T18:24:35.987" v="1723"/>
          <pc:sldLayoutMkLst>
            <pc:docMk/>
            <pc:sldMasterMk cId="2825243624" sldId="2147483660"/>
            <pc:sldLayoutMk cId="1102524743" sldId="2147483661"/>
          </pc:sldLayoutMkLst>
        </pc:sldLayoutChg>
        <pc:sldLayoutChg chg="add del mod replId">
          <pc:chgData name="Sondre Grønås" userId="S::sondre.gronas@skole.rogfk.no::eea45410-205b-43ed-aa52-5ea38a0a0a26" providerId="AD" clId="Web-{F5B030E1-7C24-4ABA-8974-6C952D185FE2}" dt="2021-01-04T18:24:35.987" v="1723"/>
          <pc:sldLayoutMkLst>
            <pc:docMk/>
            <pc:sldMasterMk cId="2825243624" sldId="2147483660"/>
            <pc:sldLayoutMk cId="1447135765" sldId="2147483662"/>
          </pc:sldLayoutMkLst>
        </pc:sldLayoutChg>
        <pc:sldLayoutChg chg="add del mod replId">
          <pc:chgData name="Sondre Grønås" userId="S::sondre.gronas@skole.rogfk.no::eea45410-205b-43ed-aa52-5ea38a0a0a26" providerId="AD" clId="Web-{F5B030E1-7C24-4ABA-8974-6C952D185FE2}" dt="2021-01-04T18:24:35.987" v="1723"/>
          <pc:sldLayoutMkLst>
            <pc:docMk/>
            <pc:sldMasterMk cId="2825243624" sldId="2147483660"/>
            <pc:sldLayoutMk cId="2752026247" sldId="2147483663"/>
          </pc:sldLayoutMkLst>
        </pc:sldLayoutChg>
        <pc:sldLayoutChg chg="add del mod replId">
          <pc:chgData name="Sondre Grønås" userId="S::sondre.gronas@skole.rogfk.no::eea45410-205b-43ed-aa52-5ea38a0a0a26" providerId="AD" clId="Web-{F5B030E1-7C24-4ABA-8974-6C952D185FE2}" dt="2021-01-04T18:24:35.987" v="1723"/>
          <pc:sldLayoutMkLst>
            <pc:docMk/>
            <pc:sldMasterMk cId="2825243624" sldId="2147483660"/>
            <pc:sldLayoutMk cId="1066175868" sldId="2147483664"/>
          </pc:sldLayoutMkLst>
        </pc:sldLayoutChg>
        <pc:sldLayoutChg chg="add del mod replId">
          <pc:chgData name="Sondre Grønås" userId="S::sondre.gronas@skole.rogfk.no::eea45410-205b-43ed-aa52-5ea38a0a0a26" providerId="AD" clId="Web-{F5B030E1-7C24-4ABA-8974-6C952D185FE2}" dt="2021-01-04T18:24:35.987" v="1723"/>
          <pc:sldLayoutMkLst>
            <pc:docMk/>
            <pc:sldMasterMk cId="2825243624" sldId="2147483660"/>
            <pc:sldLayoutMk cId="4261262259" sldId="2147483665"/>
          </pc:sldLayoutMkLst>
        </pc:sldLayoutChg>
        <pc:sldLayoutChg chg="add del mod replId">
          <pc:chgData name="Sondre Grønås" userId="S::sondre.gronas@skole.rogfk.no::eea45410-205b-43ed-aa52-5ea38a0a0a26" providerId="AD" clId="Web-{F5B030E1-7C24-4ABA-8974-6C952D185FE2}" dt="2021-01-04T18:24:35.987" v="1723"/>
          <pc:sldLayoutMkLst>
            <pc:docMk/>
            <pc:sldMasterMk cId="2825243624" sldId="2147483660"/>
            <pc:sldLayoutMk cId="2596793758" sldId="2147483666"/>
          </pc:sldLayoutMkLst>
        </pc:sldLayoutChg>
        <pc:sldLayoutChg chg="add del mod replId">
          <pc:chgData name="Sondre Grønås" userId="S::sondre.gronas@skole.rogfk.no::eea45410-205b-43ed-aa52-5ea38a0a0a26" providerId="AD" clId="Web-{F5B030E1-7C24-4ABA-8974-6C952D185FE2}" dt="2021-01-04T18:24:35.987" v="1723"/>
          <pc:sldLayoutMkLst>
            <pc:docMk/>
            <pc:sldMasterMk cId="2825243624" sldId="2147483660"/>
            <pc:sldLayoutMk cId="3911680704" sldId="2147483667"/>
          </pc:sldLayoutMkLst>
        </pc:sldLayoutChg>
        <pc:sldLayoutChg chg="add del mod replId">
          <pc:chgData name="Sondre Grønås" userId="S::sondre.gronas@skole.rogfk.no::eea45410-205b-43ed-aa52-5ea38a0a0a26" providerId="AD" clId="Web-{F5B030E1-7C24-4ABA-8974-6C952D185FE2}" dt="2021-01-04T18:24:35.987" v="1723"/>
          <pc:sldLayoutMkLst>
            <pc:docMk/>
            <pc:sldMasterMk cId="2825243624" sldId="2147483660"/>
            <pc:sldLayoutMk cId="2941086295" sldId="2147483668"/>
          </pc:sldLayoutMkLst>
        </pc:sldLayoutChg>
        <pc:sldLayoutChg chg="add del mod replId">
          <pc:chgData name="Sondre Grønås" userId="S::sondre.gronas@skole.rogfk.no::eea45410-205b-43ed-aa52-5ea38a0a0a26" providerId="AD" clId="Web-{F5B030E1-7C24-4ABA-8974-6C952D185FE2}" dt="2021-01-04T18:24:35.987" v="1723"/>
          <pc:sldLayoutMkLst>
            <pc:docMk/>
            <pc:sldMasterMk cId="2825243624" sldId="2147483660"/>
            <pc:sldLayoutMk cId="3431648337" sldId="2147483669"/>
          </pc:sldLayoutMkLst>
        </pc:sldLayoutChg>
        <pc:sldLayoutChg chg="add del mod replId">
          <pc:chgData name="Sondre Grønås" userId="S::sondre.gronas@skole.rogfk.no::eea45410-205b-43ed-aa52-5ea38a0a0a26" providerId="AD" clId="Web-{F5B030E1-7C24-4ABA-8974-6C952D185FE2}" dt="2021-01-04T18:24:35.987" v="1723"/>
          <pc:sldLayoutMkLst>
            <pc:docMk/>
            <pc:sldMasterMk cId="2825243624" sldId="2147483660"/>
            <pc:sldLayoutMk cId="925263824" sldId="2147483670"/>
          </pc:sldLayoutMkLst>
        </pc:sldLayoutChg>
        <pc:sldLayoutChg chg="add del mod replId">
          <pc:chgData name="Sondre Grønås" userId="S::sondre.gronas@skole.rogfk.no::eea45410-205b-43ed-aa52-5ea38a0a0a26" providerId="AD" clId="Web-{F5B030E1-7C24-4ABA-8974-6C952D185FE2}" dt="2021-01-04T18:24:35.987" v="1723"/>
          <pc:sldLayoutMkLst>
            <pc:docMk/>
            <pc:sldMasterMk cId="2825243624" sldId="2147483660"/>
            <pc:sldLayoutMk cId="197702639" sldId="2147483671"/>
          </pc:sldLayoutMkLst>
        </pc:sldLayoutChg>
      </pc:sldMasterChg>
    </pc:docChg>
  </pc:docChgLst>
  <pc:docChgLst>
    <pc:chgData name="Sondre Grønås" userId="S::sondre.gronas@skole.rogfk.no::eea45410-205b-43ed-aa52-5ea38a0a0a26" providerId="AD" clId="Web-{63076009-C33A-6EFF-B937-2E72175A87CF}"/>
    <pc:docChg chg="modSld">
      <pc:chgData name="Sondre Grønås" userId="S::sondre.gronas@skole.rogfk.no::eea45410-205b-43ed-aa52-5ea38a0a0a26" providerId="AD" clId="Web-{63076009-C33A-6EFF-B937-2E72175A87CF}" dt="2022-11-16T11:20:35.683" v="1" actId="20577"/>
      <pc:docMkLst>
        <pc:docMk/>
      </pc:docMkLst>
      <pc:sldChg chg="modSp">
        <pc:chgData name="Sondre Grønås" userId="S::sondre.gronas@skole.rogfk.no::eea45410-205b-43ed-aa52-5ea38a0a0a26" providerId="AD" clId="Web-{63076009-C33A-6EFF-B937-2E72175A87CF}" dt="2022-11-16T11:20:35.683" v="1" actId="20577"/>
        <pc:sldMkLst>
          <pc:docMk/>
          <pc:sldMk cId="4253124984" sldId="256"/>
        </pc:sldMkLst>
        <pc:spChg chg="mod">
          <ac:chgData name="Sondre Grønås" userId="S::sondre.gronas@skole.rogfk.no::eea45410-205b-43ed-aa52-5ea38a0a0a26" providerId="AD" clId="Web-{63076009-C33A-6EFF-B937-2E72175A87CF}" dt="2022-11-16T11:20:35.683" v="1" actId="20577"/>
          <ac:spMkLst>
            <pc:docMk/>
            <pc:sldMk cId="4253124984" sldId="256"/>
            <ac:spMk id="5" creationId="{A76359B3-FA52-41EA-B1C1-CDA5F9694713}"/>
          </ac:spMkLst>
        </pc:spChg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image" Target="../media/image1.svg"/><Relationship Id="rId4" Type="http://schemas.openxmlformats.org/officeDocument/2006/relationships/image" Target="../media/image4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image" Target="../media/image1.svg"/><Relationship Id="rId4" Type="http://schemas.openxmlformats.org/officeDocument/2006/relationships/image" Target="../media/image4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316415D-72AD-4904-BD77-5ADE97F5719B}" type="doc">
      <dgm:prSet loTypeId="urn:microsoft.com/office/officeart/2018/2/layout/IconVerticalSolidList" loCatId="icon" qsTypeId="urn:microsoft.com/office/officeart/2005/8/quickstyle/simple1#19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5B367981-2078-490C-B747-6C3EB1570A40}">
      <dgm:prSet/>
      <dgm:spPr/>
      <dgm:t>
        <a:bodyPr/>
        <a:lstStyle/>
        <a:p>
          <a:r>
            <a:rPr lang="nb-NO"/>
            <a:t>Har du prøvd å søke: Nærmeste bussholdeplass?</a:t>
          </a:r>
          <a:endParaRPr lang="en-US"/>
        </a:p>
      </dgm:t>
    </dgm:pt>
    <dgm:pt modelId="{77688CFC-8CFF-4F89-B814-2AE51E2ABF4E}" type="parTrans" cxnId="{5EC20A3E-D870-4171-BF08-449692B3F0A6}">
      <dgm:prSet/>
      <dgm:spPr/>
      <dgm:t>
        <a:bodyPr/>
        <a:lstStyle/>
        <a:p>
          <a:endParaRPr lang="en-US"/>
        </a:p>
      </dgm:t>
    </dgm:pt>
    <dgm:pt modelId="{58A1E269-C25C-4CBA-AE30-B7ECAD56D21C}" type="sibTrans" cxnId="{5EC20A3E-D870-4171-BF08-449692B3F0A6}">
      <dgm:prSet/>
      <dgm:spPr/>
      <dgm:t>
        <a:bodyPr/>
        <a:lstStyle/>
        <a:p>
          <a:endParaRPr lang="en-US"/>
        </a:p>
      </dgm:t>
    </dgm:pt>
    <dgm:pt modelId="{C486B751-7512-4C23-A56E-DD55F0964411}">
      <dgm:prSet/>
      <dgm:spPr/>
      <dgm:t>
        <a:bodyPr/>
        <a:lstStyle/>
        <a:p>
          <a:r>
            <a:rPr lang="nb-NO"/>
            <a:t>Hva er været i morgen?</a:t>
          </a:r>
          <a:endParaRPr lang="en-US"/>
        </a:p>
      </dgm:t>
    </dgm:pt>
    <dgm:pt modelId="{59FA5472-D49A-4724-A32D-C3FE71B274F9}" type="parTrans" cxnId="{1C65C2E9-9602-49B0-9B6D-3B1D4F26DCBE}">
      <dgm:prSet/>
      <dgm:spPr/>
      <dgm:t>
        <a:bodyPr/>
        <a:lstStyle/>
        <a:p>
          <a:endParaRPr lang="en-US"/>
        </a:p>
      </dgm:t>
    </dgm:pt>
    <dgm:pt modelId="{1620585A-200B-4B39-8C9F-6D8B537272AE}" type="sibTrans" cxnId="{1C65C2E9-9602-49B0-9B6D-3B1D4F26DCBE}">
      <dgm:prSet/>
      <dgm:spPr/>
      <dgm:t>
        <a:bodyPr/>
        <a:lstStyle/>
        <a:p>
          <a:endParaRPr lang="en-US"/>
        </a:p>
      </dgm:t>
    </dgm:pt>
    <dgm:pt modelId="{BA6CDD87-509F-4F53-A382-0C9463E6C961}">
      <dgm:prSet/>
      <dgm:spPr/>
      <dgm:t>
        <a:bodyPr/>
        <a:lstStyle/>
        <a:p>
          <a:r>
            <a:rPr lang="nb-NO"/>
            <a:t>Flytur Oslo</a:t>
          </a:r>
          <a:r>
            <a:rPr lang="nb-NO">
              <a:latin typeface="Calibri Light" panose="020F0302020204030204"/>
            </a:rPr>
            <a:t>?</a:t>
          </a:r>
          <a:endParaRPr lang="en-US"/>
        </a:p>
      </dgm:t>
    </dgm:pt>
    <dgm:pt modelId="{073592E5-3FEE-48AD-A6C6-D2676A7E9CB9}" type="parTrans" cxnId="{B3928523-784F-4BC4-9684-B9B83AF58F0B}">
      <dgm:prSet/>
      <dgm:spPr/>
      <dgm:t>
        <a:bodyPr/>
        <a:lstStyle/>
        <a:p>
          <a:endParaRPr lang="en-US"/>
        </a:p>
      </dgm:t>
    </dgm:pt>
    <dgm:pt modelId="{2C9C81A5-4E21-46E3-ADF9-6B1258262D56}" type="sibTrans" cxnId="{B3928523-784F-4BC4-9684-B9B83AF58F0B}">
      <dgm:prSet/>
      <dgm:spPr/>
      <dgm:t>
        <a:bodyPr/>
        <a:lstStyle/>
        <a:p>
          <a:endParaRPr lang="en-US"/>
        </a:p>
      </dgm:t>
    </dgm:pt>
    <dgm:pt modelId="{42321EFC-32BE-4103-BF53-429F1DC04F28}">
      <dgm:prSet/>
      <dgm:spPr/>
      <dgm:t>
        <a:bodyPr/>
        <a:lstStyle/>
        <a:p>
          <a:r>
            <a:rPr lang="nb-NO"/>
            <a:t>5+5*5-5/5</a:t>
          </a:r>
          <a:r>
            <a:rPr lang="nb-NO">
              <a:latin typeface="Calibri Light" panose="020F0302020204030204"/>
            </a:rPr>
            <a:t>?</a:t>
          </a:r>
          <a:endParaRPr lang="en-US"/>
        </a:p>
      </dgm:t>
    </dgm:pt>
    <dgm:pt modelId="{B2D4F1D8-3B39-4287-AD47-40A6A67F3CDE}" type="parTrans" cxnId="{8B55DAD9-E3E8-40CC-A81A-227FCA742321}">
      <dgm:prSet/>
      <dgm:spPr/>
      <dgm:t>
        <a:bodyPr/>
        <a:lstStyle/>
        <a:p>
          <a:endParaRPr lang="en-US"/>
        </a:p>
      </dgm:t>
    </dgm:pt>
    <dgm:pt modelId="{6876BEBC-A452-40A1-829A-3CD687E22C93}" type="sibTrans" cxnId="{8B55DAD9-E3E8-40CC-A81A-227FCA742321}">
      <dgm:prSet/>
      <dgm:spPr/>
      <dgm:t>
        <a:bodyPr/>
        <a:lstStyle/>
        <a:p>
          <a:endParaRPr lang="en-US"/>
        </a:p>
      </dgm:t>
    </dgm:pt>
    <dgm:pt modelId="{B8308157-9B60-48D6-AF5F-35B2294DD0C6}" type="pres">
      <dgm:prSet presAssocID="{C316415D-72AD-4904-BD77-5ADE97F5719B}" presName="root" presStyleCnt="0">
        <dgm:presLayoutVars>
          <dgm:dir/>
          <dgm:resizeHandles val="exact"/>
        </dgm:presLayoutVars>
      </dgm:prSet>
      <dgm:spPr/>
    </dgm:pt>
    <dgm:pt modelId="{C580F931-3407-4363-9636-76D381F2C26A}" type="pres">
      <dgm:prSet presAssocID="{5B367981-2078-490C-B747-6C3EB1570A40}" presName="compNode" presStyleCnt="0"/>
      <dgm:spPr/>
    </dgm:pt>
    <dgm:pt modelId="{7A3A785D-4E4C-4F66-8BBB-97F68CFCD0C1}" type="pres">
      <dgm:prSet presAssocID="{5B367981-2078-490C-B747-6C3EB1570A40}" presName="bgRect" presStyleLbl="bgShp" presStyleIdx="0" presStyleCnt="4"/>
      <dgm:spPr/>
    </dgm:pt>
    <dgm:pt modelId="{4AB54A24-371B-42C5-ABFC-5A283E921C8B}" type="pres">
      <dgm:prSet presAssocID="{5B367981-2078-490C-B747-6C3EB1570A40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gnifying glass"/>
        </a:ext>
      </dgm:extLst>
    </dgm:pt>
    <dgm:pt modelId="{458D80C4-7E26-4AC9-828C-5D2BF0B2075E}" type="pres">
      <dgm:prSet presAssocID="{5B367981-2078-490C-B747-6C3EB1570A40}" presName="spaceRect" presStyleCnt="0"/>
      <dgm:spPr/>
    </dgm:pt>
    <dgm:pt modelId="{8B0BE4A4-9ECD-429F-8E09-C94D47DAF970}" type="pres">
      <dgm:prSet presAssocID="{5B367981-2078-490C-B747-6C3EB1570A40}" presName="parTx" presStyleLbl="revTx" presStyleIdx="0" presStyleCnt="4">
        <dgm:presLayoutVars>
          <dgm:chMax val="0"/>
          <dgm:chPref val="0"/>
        </dgm:presLayoutVars>
      </dgm:prSet>
      <dgm:spPr/>
    </dgm:pt>
    <dgm:pt modelId="{43B472B5-636B-4CD8-B95A-1A5FEB2B60A0}" type="pres">
      <dgm:prSet presAssocID="{58A1E269-C25C-4CBA-AE30-B7ECAD56D21C}" presName="sibTrans" presStyleCnt="0"/>
      <dgm:spPr/>
    </dgm:pt>
    <dgm:pt modelId="{7CD43647-89D8-4112-A0B1-0F53108937B3}" type="pres">
      <dgm:prSet presAssocID="{C486B751-7512-4C23-A56E-DD55F0964411}" presName="compNode" presStyleCnt="0"/>
      <dgm:spPr/>
    </dgm:pt>
    <dgm:pt modelId="{AEB023DA-5EA0-462E-8F6E-28EAD36D4983}" type="pres">
      <dgm:prSet presAssocID="{C486B751-7512-4C23-A56E-DD55F0964411}" presName="bgRect" presStyleLbl="bgShp" presStyleIdx="1" presStyleCnt="4"/>
      <dgm:spPr/>
    </dgm:pt>
    <dgm:pt modelId="{8B1C9D98-EE60-4693-B71D-AC90BA53197B}" type="pres">
      <dgm:prSet presAssocID="{C486B751-7512-4C23-A56E-DD55F0964411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artial Sun"/>
        </a:ext>
      </dgm:extLst>
    </dgm:pt>
    <dgm:pt modelId="{212580C9-11D8-47DD-AD4A-246098E1D630}" type="pres">
      <dgm:prSet presAssocID="{C486B751-7512-4C23-A56E-DD55F0964411}" presName="spaceRect" presStyleCnt="0"/>
      <dgm:spPr/>
    </dgm:pt>
    <dgm:pt modelId="{1E41B934-222C-4F1C-813F-5BD90B89FCDE}" type="pres">
      <dgm:prSet presAssocID="{C486B751-7512-4C23-A56E-DD55F0964411}" presName="parTx" presStyleLbl="revTx" presStyleIdx="1" presStyleCnt="4">
        <dgm:presLayoutVars>
          <dgm:chMax val="0"/>
          <dgm:chPref val="0"/>
        </dgm:presLayoutVars>
      </dgm:prSet>
      <dgm:spPr/>
    </dgm:pt>
    <dgm:pt modelId="{2EC393DE-07DD-4007-B4A6-91D7F34838ED}" type="pres">
      <dgm:prSet presAssocID="{1620585A-200B-4B39-8C9F-6D8B537272AE}" presName="sibTrans" presStyleCnt="0"/>
      <dgm:spPr/>
    </dgm:pt>
    <dgm:pt modelId="{6B9FB1E4-876F-4061-B1B4-AD1224D3497B}" type="pres">
      <dgm:prSet presAssocID="{BA6CDD87-509F-4F53-A382-0C9463E6C961}" presName="compNode" presStyleCnt="0"/>
      <dgm:spPr/>
    </dgm:pt>
    <dgm:pt modelId="{14751219-498E-44F4-93E0-119798E50349}" type="pres">
      <dgm:prSet presAssocID="{BA6CDD87-509F-4F53-A382-0C9463E6C961}" presName="bgRect" presStyleLbl="bgShp" presStyleIdx="2" presStyleCnt="4"/>
      <dgm:spPr/>
    </dgm:pt>
    <dgm:pt modelId="{A1BA684A-4DB1-4EB5-82F0-7C3D964D27FB}" type="pres">
      <dgm:prSet presAssocID="{BA6CDD87-509F-4F53-A382-0C9463E6C961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ly"/>
        </a:ext>
      </dgm:extLst>
    </dgm:pt>
    <dgm:pt modelId="{E1ACA4B6-F893-47A2-AEF3-51E8574A4A35}" type="pres">
      <dgm:prSet presAssocID="{BA6CDD87-509F-4F53-A382-0C9463E6C961}" presName="spaceRect" presStyleCnt="0"/>
      <dgm:spPr/>
    </dgm:pt>
    <dgm:pt modelId="{4D2E7742-D390-485D-963A-DAE5B05972B7}" type="pres">
      <dgm:prSet presAssocID="{BA6CDD87-509F-4F53-A382-0C9463E6C961}" presName="parTx" presStyleLbl="revTx" presStyleIdx="2" presStyleCnt="4">
        <dgm:presLayoutVars>
          <dgm:chMax val="0"/>
          <dgm:chPref val="0"/>
        </dgm:presLayoutVars>
      </dgm:prSet>
      <dgm:spPr/>
    </dgm:pt>
    <dgm:pt modelId="{99AC8E45-93CF-4068-B7CE-B33E5024B18C}" type="pres">
      <dgm:prSet presAssocID="{2C9C81A5-4E21-46E3-ADF9-6B1258262D56}" presName="sibTrans" presStyleCnt="0"/>
      <dgm:spPr/>
    </dgm:pt>
    <dgm:pt modelId="{7CDB8121-8A27-4F3D-A3E1-B748A779C916}" type="pres">
      <dgm:prSet presAssocID="{42321EFC-32BE-4103-BF53-429F1DC04F28}" presName="compNode" presStyleCnt="0"/>
      <dgm:spPr/>
    </dgm:pt>
    <dgm:pt modelId="{B9CCF8C5-A4F2-40D8-AF3B-C462FBEF2DB2}" type="pres">
      <dgm:prSet presAssocID="{42321EFC-32BE-4103-BF53-429F1DC04F28}" presName="bgRect" presStyleLbl="bgShp" presStyleIdx="3" presStyleCnt="4"/>
      <dgm:spPr/>
    </dgm:pt>
    <dgm:pt modelId="{A3293EA8-DD1C-4191-88A1-4CA283B0C1AE}" type="pres">
      <dgm:prSet presAssocID="{42321EFC-32BE-4103-BF53-429F1DC04F28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okal"/>
        </a:ext>
      </dgm:extLst>
    </dgm:pt>
    <dgm:pt modelId="{BB6F66F9-74F3-4C22-B615-7C5F4C6FD17E}" type="pres">
      <dgm:prSet presAssocID="{42321EFC-32BE-4103-BF53-429F1DC04F28}" presName="spaceRect" presStyleCnt="0"/>
      <dgm:spPr/>
    </dgm:pt>
    <dgm:pt modelId="{873D2A5F-0946-45A8-98B8-6D58C152CEDA}" type="pres">
      <dgm:prSet presAssocID="{42321EFC-32BE-4103-BF53-429F1DC04F28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772BD911-CB15-464E-A5B6-4E672E34B686}" type="presOf" srcId="{5B367981-2078-490C-B747-6C3EB1570A40}" destId="{8B0BE4A4-9ECD-429F-8E09-C94D47DAF970}" srcOrd="0" destOrd="0" presId="urn:microsoft.com/office/officeart/2018/2/layout/IconVerticalSolidList"/>
    <dgm:cxn modelId="{B3928523-784F-4BC4-9684-B9B83AF58F0B}" srcId="{C316415D-72AD-4904-BD77-5ADE97F5719B}" destId="{BA6CDD87-509F-4F53-A382-0C9463E6C961}" srcOrd="2" destOrd="0" parTransId="{073592E5-3FEE-48AD-A6C6-D2676A7E9CB9}" sibTransId="{2C9C81A5-4E21-46E3-ADF9-6B1258262D56}"/>
    <dgm:cxn modelId="{5EC20A3E-D870-4171-BF08-449692B3F0A6}" srcId="{C316415D-72AD-4904-BD77-5ADE97F5719B}" destId="{5B367981-2078-490C-B747-6C3EB1570A40}" srcOrd="0" destOrd="0" parTransId="{77688CFC-8CFF-4F89-B814-2AE51E2ABF4E}" sibTransId="{58A1E269-C25C-4CBA-AE30-B7ECAD56D21C}"/>
    <dgm:cxn modelId="{DDE70A43-6A54-4456-8250-4623139476CD}" type="presOf" srcId="{BA6CDD87-509F-4F53-A382-0C9463E6C961}" destId="{4D2E7742-D390-485D-963A-DAE5B05972B7}" srcOrd="0" destOrd="0" presId="urn:microsoft.com/office/officeart/2018/2/layout/IconVerticalSolidList"/>
    <dgm:cxn modelId="{2E056366-8461-4130-867B-A3517D6E20B0}" type="presOf" srcId="{42321EFC-32BE-4103-BF53-429F1DC04F28}" destId="{873D2A5F-0946-45A8-98B8-6D58C152CEDA}" srcOrd="0" destOrd="0" presId="urn:microsoft.com/office/officeart/2018/2/layout/IconVerticalSolidList"/>
    <dgm:cxn modelId="{70330947-BC5A-4345-947D-6A1F25A66384}" type="presOf" srcId="{C486B751-7512-4C23-A56E-DD55F0964411}" destId="{1E41B934-222C-4F1C-813F-5BD90B89FCDE}" srcOrd="0" destOrd="0" presId="urn:microsoft.com/office/officeart/2018/2/layout/IconVerticalSolidList"/>
    <dgm:cxn modelId="{26EB816D-F24D-4610-83E3-2CC64F27F9C9}" type="presOf" srcId="{C316415D-72AD-4904-BD77-5ADE97F5719B}" destId="{B8308157-9B60-48D6-AF5F-35B2294DD0C6}" srcOrd="0" destOrd="0" presId="urn:microsoft.com/office/officeart/2018/2/layout/IconVerticalSolidList"/>
    <dgm:cxn modelId="{8B55DAD9-E3E8-40CC-A81A-227FCA742321}" srcId="{C316415D-72AD-4904-BD77-5ADE97F5719B}" destId="{42321EFC-32BE-4103-BF53-429F1DC04F28}" srcOrd="3" destOrd="0" parTransId="{B2D4F1D8-3B39-4287-AD47-40A6A67F3CDE}" sibTransId="{6876BEBC-A452-40A1-829A-3CD687E22C93}"/>
    <dgm:cxn modelId="{1C65C2E9-9602-49B0-9B6D-3B1D4F26DCBE}" srcId="{C316415D-72AD-4904-BD77-5ADE97F5719B}" destId="{C486B751-7512-4C23-A56E-DD55F0964411}" srcOrd="1" destOrd="0" parTransId="{59FA5472-D49A-4724-A32D-C3FE71B274F9}" sibTransId="{1620585A-200B-4B39-8C9F-6D8B537272AE}"/>
    <dgm:cxn modelId="{0DEE450F-A636-414B-9600-1FF226D7A2EA}" type="presParOf" srcId="{B8308157-9B60-48D6-AF5F-35B2294DD0C6}" destId="{C580F931-3407-4363-9636-76D381F2C26A}" srcOrd="0" destOrd="0" presId="urn:microsoft.com/office/officeart/2018/2/layout/IconVerticalSolidList"/>
    <dgm:cxn modelId="{46A6EEBE-AA5A-4551-910A-1A64C37EBB58}" type="presParOf" srcId="{C580F931-3407-4363-9636-76D381F2C26A}" destId="{7A3A785D-4E4C-4F66-8BBB-97F68CFCD0C1}" srcOrd="0" destOrd="0" presId="urn:microsoft.com/office/officeart/2018/2/layout/IconVerticalSolidList"/>
    <dgm:cxn modelId="{E5A3ABF1-CCE0-4246-A2AE-67712C869285}" type="presParOf" srcId="{C580F931-3407-4363-9636-76D381F2C26A}" destId="{4AB54A24-371B-42C5-ABFC-5A283E921C8B}" srcOrd="1" destOrd="0" presId="urn:microsoft.com/office/officeart/2018/2/layout/IconVerticalSolidList"/>
    <dgm:cxn modelId="{F434A270-9CCE-4328-8D9B-C75890F0FB68}" type="presParOf" srcId="{C580F931-3407-4363-9636-76D381F2C26A}" destId="{458D80C4-7E26-4AC9-828C-5D2BF0B2075E}" srcOrd="2" destOrd="0" presId="urn:microsoft.com/office/officeart/2018/2/layout/IconVerticalSolidList"/>
    <dgm:cxn modelId="{4ECC656D-AB96-4D8F-9F64-712A26C4E81D}" type="presParOf" srcId="{C580F931-3407-4363-9636-76D381F2C26A}" destId="{8B0BE4A4-9ECD-429F-8E09-C94D47DAF970}" srcOrd="3" destOrd="0" presId="urn:microsoft.com/office/officeart/2018/2/layout/IconVerticalSolidList"/>
    <dgm:cxn modelId="{E2B43D7F-3837-4342-85B2-B5C638AB50D6}" type="presParOf" srcId="{B8308157-9B60-48D6-AF5F-35B2294DD0C6}" destId="{43B472B5-636B-4CD8-B95A-1A5FEB2B60A0}" srcOrd="1" destOrd="0" presId="urn:microsoft.com/office/officeart/2018/2/layout/IconVerticalSolidList"/>
    <dgm:cxn modelId="{DD424466-DCBE-4079-8418-C14B2CD15C94}" type="presParOf" srcId="{B8308157-9B60-48D6-AF5F-35B2294DD0C6}" destId="{7CD43647-89D8-4112-A0B1-0F53108937B3}" srcOrd="2" destOrd="0" presId="urn:microsoft.com/office/officeart/2018/2/layout/IconVerticalSolidList"/>
    <dgm:cxn modelId="{BEF7F4B0-4CA7-45E5-BBFE-718D94E19DF3}" type="presParOf" srcId="{7CD43647-89D8-4112-A0B1-0F53108937B3}" destId="{AEB023DA-5EA0-462E-8F6E-28EAD36D4983}" srcOrd="0" destOrd="0" presId="urn:microsoft.com/office/officeart/2018/2/layout/IconVerticalSolidList"/>
    <dgm:cxn modelId="{5B2685D2-3B91-409A-851B-1E3D42240D4E}" type="presParOf" srcId="{7CD43647-89D8-4112-A0B1-0F53108937B3}" destId="{8B1C9D98-EE60-4693-B71D-AC90BA53197B}" srcOrd="1" destOrd="0" presId="urn:microsoft.com/office/officeart/2018/2/layout/IconVerticalSolidList"/>
    <dgm:cxn modelId="{1400F712-C11A-4DDC-95AC-70BC8871F0D0}" type="presParOf" srcId="{7CD43647-89D8-4112-A0B1-0F53108937B3}" destId="{212580C9-11D8-47DD-AD4A-246098E1D630}" srcOrd="2" destOrd="0" presId="urn:microsoft.com/office/officeart/2018/2/layout/IconVerticalSolidList"/>
    <dgm:cxn modelId="{A0DA5687-A171-49C2-A85C-83DF0C25A4D1}" type="presParOf" srcId="{7CD43647-89D8-4112-A0B1-0F53108937B3}" destId="{1E41B934-222C-4F1C-813F-5BD90B89FCDE}" srcOrd="3" destOrd="0" presId="urn:microsoft.com/office/officeart/2018/2/layout/IconVerticalSolidList"/>
    <dgm:cxn modelId="{B148EB3F-846F-4E06-A89F-DFCE74A8E5AF}" type="presParOf" srcId="{B8308157-9B60-48D6-AF5F-35B2294DD0C6}" destId="{2EC393DE-07DD-4007-B4A6-91D7F34838ED}" srcOrd="3" destOrd="0" presId="urn:microsoft.com/office/officeart/2018/2/layout/IconVerticalSolidList"/>
    <dgm:cxn modelId="{6F69F5A7-E466-40E0-B209-F047711A84F6}" type="presParOf" srcId="{B8308157-9B60-48D6-AF5F-35B2294DD0C6}" destId="{6B9FB1E4-876F-4061-B1B4-AD1224D3497B}" srcOrd="4" destOrd="0" presId="urn:microsoft.com/office/officeart/2018/2/layout/IconVerticalSolidList"/>
    <dgm:cxn modelId="{6EC756B2-AD8F-4250-930C-A4AF94D0AAB5}" type="presParOf" srcId="{6B9FB1E4-876F-4061-B1B4-AD1224D3497B}" destId="{14751219-498E-44F4-93E0-119798E50349}" srcOrd="0" destOrd="0" presId="urn:microsoft.com/office/officeart/2018/2/layout/IconVerticalSolidList"/>
    <dgm:cxn modelId="{630232A8-C60B-4089-99DF-30EF8A4DBF51}" type="presParOf" srcId="{6B9FB1E4-876F-4061-B1B4-AD1224D3497B}" destId="{A1BA684A-4DB1-4EB5-82F0-7C3D964D27FB}" srcOrd="1" destOrd="0" presId="urn:microsoft.com/office/officeart/2018/2/layout/IconVerticalSolidList"/>
    <dgm:cxn modelId="{3F827C2B-A466-458C-9D42-A35B63A4677F}" type="presParOf" srcId="{6B9FB1E4-876F-4061-B1B4-AD1224D3497B}" destId="{E1ACA4B6-F893-47A2-AEF3-51E8574A4A35}" srcOrd="2" destOrd="0" presId="urn:microsoft.com/office/officeart/2018/2/layout/IconVerticalSolidList"/>
    <dgm:cxn modelId="{8CD5096E-F1E9-4FFC-A123-E927E9210B84}" type="presParOf" srcId="{6B9FB1E4-876F-4061-B1B4-AD1224D3497B}" destId="{4D2E7742-D390-485D-963A-DAE5B05972B7}" srcOrd="3" destOrd="0" presId="urn:microsoft.com/office/officeart/2018/2/layout/IconVerticalSolidList"/>
    <dgm:cxn modelId="{44CCDDA5-1382-4946-9504-0C1CF5519A5D}" type="presParOf" srcId="{B8308157-9B60-48D6-AF5F-35B2294DD0C6}" destId="{99AC8E45-93CF-4068-B7CE-B33E5024B18C}" srcOrd="5" destOrd="0" presId="urn:microsoft.com/office/officeart/2018/2/layout/IconVerticalSolidList"/>
    <dgm:cxn modelId="{D6EE0AA5-79F3-4A03-A9B5-302BEB2473F5}" type="presParOf" srcId="{B8308157-9B60-48D6-AF5F-35B2294DD0C6}" destId="{7CDB8121-8A27-4F3D-A3E1-B748A779C916}" srcOrd="6" destOrd="0" presId="urn:microsoft.com/office/officeart/2018/2/layout/IconVerticalSolidList"/>
    <dgm:cxn modelId="{9AD740A3-04B0-46C6-A2C3-65705B34CB6E}" type="presParOf" srcId="{7CDB8121-8A27-4F3D-A3E1-B748A779C916}" destId="{B9CCF8C5-A4F2-40D8-AF3B-C462FBEF2DB2}" srcOrd="0" destOrd="0" presId="urn:microsoft.com/office/officeart/2018/2/layout/IconVerticalSolidList"/>
    <dgm:cxn modelId="{788AAA0A-BA1A-431D-B525-AF8077ABF526}" type="presParOf" srcId="{7CDB8121-8A27-4F3D-A3E1-B748A779C916}" destId="{A3293EA8-DD1C-4191-88A1-4CA283B0C1AE}" srcOrd="1" destOrd="0" presId="urn:microsoft.com/office/officeart/2018/2/layout/IconVerticalSolidList"/>
    <dgm:cxn modelId="{DC450E82-0949-4733-91B6-F3944127CCD8}" type="presParOf" srcId="{7CDB8121-8A27-4F3D-A3E1-B748A779C916}" destId="{BB6F66F9-74F3-4C22-B615-7C5F4C6FD17E}" srcOrd="2" destOrd="0" presId="urn:microsoft.com/office/officeart/2018/2/layout/IconVerticalSolidList"/>
    <dgm:cxn modelId="{0135BFDF-6A5A-483E-99F0-07410B15D728}" type="presParOf" srcId="{7CDB8121-8A27-4F3D-A3E1-B748A779C916}" destId="{873D2A5F-0946-45A8-98B8-6D58C152CEDA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A3A785D-4E4C-4F66-8BBB-97F68CFCD0C1}">
      <dsp:nvSpPr>
        <dsp:cNvPr id="0" name=""/>
        <dsp:cNvSpPr/>
      </dsp:nvSpPr>
      <dsp:spPr>
        <a:xfrm>
          <a:off x="0" y="2347"/>
          <a:ext cx="6248400" cy="118980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AB54A24-371B-42C5-ABFC-5A283E921C8B}">
      <dsp:nvSpPr>
        <dsp:cNvPr id="0" name=""/>
        <dsp:cNvSpPr/>
      </dsp:nvSpPr>
      <dsp:spPr>
        <a:xfrm>
          <a:off x="359915" y="270053"/>
          <a:ext cx="654392" cy="65439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B0BE4A4-9ECD-429F-8E09-C94D47DAF970}">
      <dsp:nvSpPr>
        <dsp:cNvPr id="0" name=""/>
        <dsp:cNvSpPr/>
      </dsp:nvSpPr>
      <dsp:spPr>
        <a:xfrm>
          <a:off x="1374223" y="2347"/>
          <a:ext cx="4874176" cy="11898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921" tIns="125921" rIns="125921" bIns="125921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b-NO" sz="2200" kern="1200"/>
            <a:t>Har du prøvd å søke: Nærmeste bussholdeplass?</a:t>
          </a:r>
          <a:endParaRPr lang="en-US" sz="2200" kern="1200"/>
        </a:p>
      </dsp:txBody>
      <dsp:txXfrm>
        <a:off x="1374223" y="2347"/>
        <a:ext cx="4874176" cy="1189803"/>
      </dsp:txXfrm>
    </dsp:sp>
    <dsp:sp modelId="{AEB023DA-5EA0-462E-8F6E-28EAD36D4983}">
      <dsp:nvSpPr>
        <dsp:cNvPr id="0" name=""/>
        <dsp:cNvSpPr/>
      </dsp:nvSpPr>
      <dsp:spPr>
        <a:xfrm>
          <a:off x="0" y="1489602"/>
          <a:ext cx="6248400" cy="118980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B1C9D98-EE60-4693-B71D-AC90BA53197B}">
      <dsp:nvSpPr>
        <dsp:cNvPr id="0" name=""/>
        <dsp:cNvSpPr/>
      </dsp:nvSpPr>
      <dsp:spPr>
        <a:xfrm>
          <a:off x="359915" y="1757308"/>
          <a:ext cx="654392" cy="65439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E41B934-222C-4F1C-813F-5BD90B89FCDE}">
      <dsp:nvSpPr>
        <dsp:cNvPr id="0" name=""/>
        <dsp:cNvSpPr/>
      </dsp:nvSpPr>
      <dsp:spPr>
        <a:xfrm>
          <a:off x="1374223" y="1489602"/>
          <a:ext cx="4874176" cy="11898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921" tIns="125921" rIns="125921" bIns="125921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b-NO" sz="2200" kern="1200"/>
            <a:t>Hva er været i morgen?</a:t>
          </a:r>
          <a:endParaRPr lang="en-US" sz="2200" kern="1200"/>
        </a:p>
      </dsp:txBody>
      <dsp:txXfrm>
        <a:off x="1374223" y="1489602"/>
        <a:ext cx="4874176" cy="1189803"/>
      </dsp:txXfrm>
    </dsp:sp>
    <dsp:sp modelId="{14751219-498E-44F4-93E0-119798E50349}">
      <dsp:nvSpPr>
        <dsp:cNvPr id="0" name=""/>
        <dsp:cNvSpPr/>
      </dsp:nvSpPr>
      <dsp:spPr>
        <a:xfrm>
          <a:off x="0" y="2976856"/>
          <a:ext cx="6248400" cy="118980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1BA684A-4DB1-4EB5-82F0-7C3D964D27FB}">
      <dsp:nvSpPr>
        <dsp:cNvPr id="0" name=""/>
        <dsp:cNvSpPr/>
      </dsp:nvSpPr>
      <dsp:spPr>
        <a:xfrm>
          <a:off x="359915" y="3244562"/>
          <a:ext cx="654392" cy="65439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D2E7742-D390-485D-963A-DAE5B05972B7}">
      <dsp:nvSpPr>
        <dsp:cNvPr id="0" name=""/>
        <dsp:cNvSpPr/>
      </dsp:nvSpPr>
      <dsp:spPr>
        <a:xfrm>
          <a:off x="1374223" y="2976856"/>
          <a:ext cx="4874176" cy="11898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921" tIns="125921" rIns="125921" bIns="125921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b-NO" sz="2200" kern="1200"/>
            <a:t>Flytur Oslo</a:t>
          </a:r>
          <a:r>
            <a:rPr lang="nb-NO" sz="2200" kern="1200">
              <a:latin typeface="Calibri Light" panose="020F0302020204030204"/>
            </a:rPr>
            <a:t>?</a:t>
          </a:r>
          <a:endParaRPr lang="en-US" sz="2200" kern="1200"/>
        </a:p>
      </dsp:txBody>
      <dsp:txXfrm>
        <a:off x="1374223" y="2976856"/>
        <a:ext cx="4874176" cy="1189803"/>
      </dsp:txXfrm>
    </dsp:sp>
    <dsp:sp modelId="{B9CCF8C5-A4F2-40D8-AF3B-C462FBEF2DB2}">
      <dsp:nvSpPr>
        <dsp:cNvPr id="0" name=""/>
        <dsp:cNvSpPr/>
      </dsp:nvSpPr>
      <dsp:spPr>
        <a:xfrm>
          <a:off x="0" y="4464111"/>
          <a:ext cx="6248400" cy="118980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3293EA8-DD1C-4191-88A1-4CA283B0C1AE}">
      <dsp:nvSpPr>
        <dsp:cNvPr id="0" name=""/>
        <dsp:cNvSpPr/>
      </dsp:nvSpPr>
      <dsp:spPr>
        <a:xfrm>
          <a:off x="359915" y="4731817"/>
          <a:ext cx="654392" cy="65439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73D2A5F-0946-45A8-98B8-6D58C152CEDA}">
      <dsp:nvSpPr>
        <dsp:cNvPr id="0" name=""/>
        <dsp:cNvSpPr/>
      </dsp:nvSpPr>
      <dsp:spPr>
        <a:xfrm>
          <a:off x="1374223" y="4464111"/>
          <a:ext cx="4874176" cy="11898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921" tIns="125921" rIns="125921" bIns="125921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b-NO" sz="2200" kern="1200"/>
            <a:t>5+5*5-5/5</a:t>
          </a:r>
          <a:r>
            <a:rPr lang="nb-NO" sz="2200" kern="1200">
              <a:latin typeface="Calibri Light" panose="020F0302020204030204"/>
            </a:rPr>
            <a:t>?</a:t>
          </a:r>
          <a:endParaRPr lang="en-US" sz="2200" kern="1200"/>
        </a:p>
      </dsp:txBody>
      <dsp:txXfrm>
        <a:off x="1374223" y="4464111"/>
        <a:ext cx="4874176" cy="118980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#19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tellysbil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nb-NO"/>
              <a:t>Klikk for å redigere tittelstil</a:t>
            </a:r>
            <a:endParaRPr lang="en-US"/>
          </a:p>
        </p:txBody>
      </p:sp>
      <p:sp>
        <p:nvSpPr>
          <p:cNvPr id="3" name="Undertittel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b-NO"/>
              <a:t>Klikk for å redigere undertittelstil i malen</a:t>
            </a:r>
            <a:endParaRPr lang="en-US"/>
          </a:p>
        </p:txBody>
      </p:sp>
      <p:sp>
        <p:nvSpPr>
          <p:cNvPr id="4" name="Plassholder for dato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543BDC-0553-40FA-A4DB-EDAAA606CFF6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Plassholder for bunn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Plassholder for lysbilde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9AD569-83DD-4E5B-AF97-63825DE456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75426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tel og innho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/>
              <a:t>Klikk for å redigere tittelstil</a:t>
            </a:r>
            <a:endParaRPr lang="en-US"/>
          </a:p>
        </p:txBody>
      </p:sp>
      <p:sp>
        <p:nvSpPr>
          <p:cNvPr id="3" name="Plassholder for innhol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  <a:endParaRPr lang="en-US"/>
          </a:p>
        </p:txBody>
      </p:sp>
      <p:sp>
        <p:nvSpPr>
          <p:cNvPr id="4" name="Plassholder for dato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543BDC-0553-40FA-A4DB-EDAAA606CFF6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Plassholder for bunn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Plassholder for lysbilde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9AD569-83DD-4E5B-AF97-63825DE456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41273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Deloversk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nb-NO"/>
              <a:t>Klikk for å redigere tittelstil</a:t>
            </a:r>
            <a:endParaRPr lang="en-US"/>
          </a:p>
        </p:txBody>
      </p:sp>
      <p:sp>
        <p:nvSpPr>
          <p:cNvPr id="3" name="Plassholder for tekst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4" name="Plassholder for dato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543BDC-0553-40FA-A4DB-EDAAA606CFF6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Plassholder for bunn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Plassholder for lysbilde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9AD569-83DD-4E5B-AF97-63825DE456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70813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o innholdsdel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/>
              <a:t>Klikk for å redigere tittelstil</a:t>
            </a:r>
            <a:endParaRPr lang="en-US"/>
          </a:p>
        </p:txBody>
      </p:sp>
      <p:sp>
        <p:nvSpPr>
          <p:cNvPr id="3" name="Plassholder for innhold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  <a:endParaRPr lang="en-US"/>
          </a:p>
        </p:txBody>
      </p:sp>
      <p:sp>
        <p:nvSpPr>
          <p:cNvPr id="4" name="Plassholder for innhold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  <a:endParaRPr lang="en-US"/>
          </a:p>
        </p:txBody>
      </p:sp>
      <p:sp>
        <p:nvSpPr>
          <p:cNvPr id="5" name="Plassholder for dato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543BDC-0553-40FA-A4DB-EDAAA606CFF6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6" name="Plassholder for bunntekst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Plassholder for lysbilde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9AD569-83DD-4E5B-AF97-63825DE456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48217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Sammenlign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nb-NO"/>
              <a:t>Klikk for å redigere tittelstil</a:t>
            </a:r>
            <a:endParaRPr lang="en-US"/>
          </a:p>
        </p:txBody>
      </p:sp>
      <p:sp>
        <p:nvSpPr>
          <p:cNvPr id="3" name="Plassholder for tekst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4" name="Plassholder for innhold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  <a:endParaRPr lang="en-US"/>
          </a:p>
        </p:txBody>
      </p:sp>
      <p:sp>
        <p:nvSpPr>
          <p:cNvPr id="5" name="Plassholder for tekst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6" name="Plassholder for innhold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  <a:endParaRPr lang="en-US"/>
          </a:p>
        </p:txBody>
      </p:sp>
      <p:sp>
        <p:nvSpPr>
          <p:cNvPr id="7" name="Plassholder for dato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543BDC-0553-40FA-A4DB-EDAAA606CFF6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8" name="Plassholder for bunntekst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Plassholder for lysbildenumm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9AD569-83DD-4E5B-AF97-63825DE456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3207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Bare tit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/>
              <a:t>Klikk for å redigere tittelstil</a:t>
            </a:r>
            <a:endParaRPr lang="en-US"/>
          </a:p>
        </p:txBody>
      </p:sp>
      <p:sp>
        <p:nvSpPr>
          <p:cNvPr id="3" name="Plassholder for dato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543BDC-0553-40FA-A4DB-EDAAA606CFF6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4" name="Plassholder for bunntekst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Plassholder for lysbildenumm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9AD569-83DD-4E5B-AF97-63825DE456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75600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dato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543BDC-0553-40FA-A4DB-EDAAA606CFF6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3" name="Plassholder for bunntekst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Plassholder for lysbildenumm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9AD569-83DD-4E5B-AF97-63825DE456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68635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nhold med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b-NO"/>
              <a:t>Klikk for å redigere tittelstil</a:t>
            </a:r>
            <a:endParaRPr lang="en-US"/>
          </a:p>
        </p:txBody>
      </p:sp>
      <p:sp>
        <p:nvSpPr>
          <p:cNvPr id="3" name="Plassholder for innhold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  <a:endParaRPr lang="en-US"/>
          </a:p>
        </p:txBody>
      </p:sp>
      <p:sp>
        <p:nvSpPr>
          <p:cNvPr id="4" name="Plassholder for tekst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5" name="Plassholder for dato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543BDC-0553-40FA-A4DB-EDAAA606CFF6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6" name="Plassholder for bunntekst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Plassholder for lysbilde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9AD569-83DD-4E5B-AF97-63825DE456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52846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e med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b-NO"/>
              <a:t>Klikk for å redigere tittelstil</a:t>
            </a:r>
            <a:endParaRPr lang="en-US"/>
          </a:p>
        </p:txBody>
      </p:sp>
      <p:sp>
        <p:nvSpPr>
          <p:cNvPr id="3" name="Plassholder for bilde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Plassholder for tekst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5" name="Plassholder for dato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543BDC-0553-40FA-A4DB-EDAAA606CFF6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6" name="Plassholder for bunntekst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Plassholder for lysbilde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9AD569-83DD-4E5B-AF97-63825DE456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20151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Loddrett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/>
              <a:t>Klikk for å redigere tittelstil</a:t>
            </a:r>
            <a:endParaRPr lang="en-US"/>
          </a:p>
        </p:txBody>
      </p:sp>
      <p:sp>
        <p:nvSpPr>
          <p:cNvPr id="3" name="Plassholder for loddrett tekst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  <a:endParaRPr lang="en-US"/>
          </a:p>
        </p:txBody>
      </p:sp>
      <p:sp>
        <p:nvSpPr>
          <p:cNvPr id="4" name="Plassholder for dato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543BDC-0553-40FA-A4DB-EDAAA606CFF6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Plassholder for bunn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Plassholder for lysbilde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9AD569-83DD-4E5B-AF97-63825DE456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09805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Loddrett tittel og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ddrett titte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nb-NO"/>
              <a:t>Klikk for å redigere tittelstil</a:t>
            </a:r>
            <a:endParaRPr lang="en-US"/>
          </a:p>
        </p:txBody>
      </p:sp>
      <p:sp>
        <p:nvSpPr>
          <p:cNvPr id="3" name="Plassholder for loddrett tekst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  <a:endParaRPr lang="en-US"/>
          </a:p>
        </p:txBody>
      </p:sp>
      <p:sp>
        <p:nvSpPr>
          <p:cNvPr id="4" name="Plassholder for dato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543BDC-0553-40FA-A4DB-EDAAA606CFF6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Plassholder for bunn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Plassholder for lysbilde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9AD569-83DD-4E5B-AF97-63825DE456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73339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tittel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b-NO"/>
              <a:t>Klikk for å redigere tittelstil</a:t>
            </a:r>
            <a:endParaRPr lang="en-US"/>
          </a:p>
        </p:txBody>
      </p:sp>
      <p:sp>
        <p:nvSpPr>
          <p:cNvPr id="3" name="Plassholder for tekst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  <a:endParaRPr lang="en-US"/>
          </a:p>
        </p:txBody>
      </p:sp>
      <p:sp>
        <p:nvSpPr>
          <p:cNvPr id="4" name="Plassholder for dato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543BDC-0553-40FA-A4DB-EDAAA606CFF6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Plassholder for bunntekst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Plassholder for lysbildenumm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9AD569-83DD-4E5B-AF97-63825DE456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93195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68575C10-8187-4AC4-AD72-C754EAFD28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654295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4E776C9-ED67-41B7-B3A3-4DF76EF3AC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99730"/>
            <a:ext cx="4297680" cy="0"/>
          </a:xfrm>
          <a:prstGeom prst="line">
            <a:avLst/>
          </a:prstGeom>
          <a:ln w="254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Plassholder for innhold 2">
            <a:extLst>
              <a:ext uri="{FF2B5EF4-FFF2-40B4-BE49-F238E27FC236}">
                <a16:creationId xmlns:a16="http://schemas.microsoft.com/office/drawing/2014/main" id="{AD371C15-A191-4DCB-93BD-73586C4BA68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55746434"/>
              </p:ext>
            </p:extLst>
          </p:nvPr>
        </p:nvGraphicFramePr>
        <p:xfrm>
          <a:off x="5181600" y="568325"/>
          <a:ext cx="6248400" cy="56562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2637288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C9CA4F3D36C0645B224052DC06A9045" ma:contentTypeVersion="9" ma:contentTypeDescription="Create a new document." ma:contentTypeScope="" ma:versionID="5e2bb4fbb234664a9e963123cd91dad4">
  <xsd:schema xmlns:xsd="http://www.w3.org/2001/XMLSchema" xmlns:xs="http://www.w3.org/2001/XMLSchema" xmlns:p="http://schemas.microsoft.com/office/2006/metadata/properties" xmlns:ns2="0675fdb4-be9a-45d8-b51e-c805e05896f3" targetNamespace="http://schemas.microsoft.com/office/2006/metadata/properties" ma:root="true" ma:fieldsID="0c00363df6fe5b7a10baeaf53b4e465b" ns2:_="">
    <xsd:import namespace="0675fdb4-be9a-45d8-b51e-c805e05896f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675fdb4-be9a-45d8-b51e-c805e05896f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77bb5f2b-d4a0-4b54-bd97-63e1ab2bf35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0675fdb4-be9a-45d8-b51e-c805e05896f3">
      <Terms xmlns="http://schemas.microsoft.com/office/infopath/2007/PartnerControls"/>
    </lcf76f155ced4ddcb4097134ff3c332f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66B9DBDC-4E0E-4E45-A643-4C8F8DCD8B1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675fdb4-be9a-45d8-b51e-c805e05896f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E0DD96C3-D6AF-44D3-B261-761783DB6104}">
  <ds:schemaRefs>
    <ds:schemaRef ds:uri="http://schemas.microsoft.com/office/2006/metadata/properties"/>
    <ds:schemaRef ds:uri="http://schemas.microsoft.com/office/infopath/2007/PartnerControls"/>
    <ds:schemaRef ds:uri="0675fdb4-be9a-45d8-b51e-c805e05896f3"/>
  </ds:schemaRefs>
</ds:datastoreItem>
</file>

<file path=customXml/itemProps3.xml><?xml version="1.0" encoding="utf-8"?>
<ds:datastoreItem xmlns:ds="http://schemas.openxmlformats.org/officeDocument/2006/customXml" ds:itemID="{8B2F958F-FEC1-4F05-8FB5-E3A5C9D4F829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02af9dbb-aed9-4c75-94d9-8c097730bf57}" enabled="1" method="Standard" siteId="{026cbe1f-01c4-4698-a566-2fc43ebec731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</Words>
  <Application>Microsoft Office PowerPoint</Application>
  <PresentationFormat>Widescreen</PresentationFormat>
  <Paragraphs>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Office-tema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PowerPoint-presentasjon</dc:title>
  <dc:creator/>
  <cp:lastModifiedBy>Sondre Grønås</cp:lastModifiedBy>
  <cp:revision>5</cp:revision>
  <dcterms:created xsi:type="dcterms:W3CDTF">2021-01-04T16:52:52Z</dcterms:created>
  <dcterms:modified xsi:type="dcterms:W3CDTF">2026-09-19T11:07:38Z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0x0101000C9CA4F3D36C0645B224052DC06A9045</vt:lpwstr>
  </property>
  <property fmtid="{D5CDD505-2E9C-101B-9397-08002B2CF9AE}" pid="3" name="MediaServiceImageTags">
    <vt:lpwstr/>
  </property>
</Properties>
</file>