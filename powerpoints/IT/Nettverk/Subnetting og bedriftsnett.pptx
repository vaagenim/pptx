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  <p:sldId id="256" r:id="rId6"/>
    <p:sldId id="259" r:id="rId7"/>
    <p:sldId id="264" r:id="rId8"/>
    <p:sldId id="260" r:id="rId9"/>
    <p:sldId id="266" r:id="rId10"/>
    <p:sldId id="263" r:id="rId11"/>
    <p:sldId id="265" r:id="rId12"/>
    <p:sldId id="261" r:id="rId13"/>
    <p:sldId id="267" r:id="rId14"/>
    <p:sldId id="262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5AC6B8-B780-1A8F-0512-13EC67AF142C}" v="1" dt="2024-04-23T08:19:45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8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6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re Grønås" userId="eea45410-205b-43ed-aa52-5ea38a0a0a26" providerId="ADAL" clId="{08C8031D-4763-4753-A52D-B2F6AF44BDFB}"/>
    <pc:docChg chg="undo custSel addSld delSld modSld sldOrd">
      <pc:chgData name="Sondre Grønås" userId="eea45410-205b-43ed-aa52-5ea38a0a0a26" providerId="ADAL" clId="{08C8031D-4763-4753-A52D-B2F6AF44BDFB}" dt="2022-03-22T09:20:34.029" v="6123" actId="26606"/>
      <pc:docMkLst>
        <pc:docMk/>
      </pc:docMkLst>
      <pc:sldChg chg="addSp delSp modSp mod setBg addAnim delAnim modAnim">
        <pc:chgData name="Sondre Grønås" userId="eea45410-205b-43ed-aa52-5ea38a0a0a26" providerId="ADAL" clId="{08C8031D-4763-4753-A52D-B2F6AF44BDFB}" dt="2022-03-22T09:14:03.924" v="6105" actId="20577"/>
        <pc:sldMkLst>
          <pc:docMk/>
          <pc:sldMk cId="4253124984" sldId="256"/>
        </pc:sldMkLst>
        <pc:spChg chg="mod">
          <ac:chgData name="Sondre Grønås" userId="eea45410-205b-43ed-aa52-5ea38a0a0a26" providerId="ADAL" clId="{08C8031D-4763-4753-A52D-B2F6AF44BDFB}" dt="2022-03-22T09:14:03.924" v="6105" actId="20577"/>
          <ac:spMkLst>
            <pc:docMk/>
            <pc:sldMk cId="4253124984" sldId="256"/>
            <ac:spMk id="2" creationId="{00000000-0000-0000-0000-000000000000}"/>
          </ac:spMkLst>
        </pc:spChg>
        <pc:spChg chg="mod">
          <ac:chgData name="Sondre Grønås" userId="eea45410-205b-43ed-aa52-5ea38a0a0a26" providerId="ADAL" clId="{08C8031D-4763-4753-A52D-B2F6AF44BDFB}" dt="2022-03-22T09:13:53.269" v="6095" actId="26606"/>
          <ac:spMkLst>
            <pc:docMk/>
            <pc:sldMk cId="4253124984" sldId="256"/>
            <ac:spMk id="3" creationId="{00000000-0000-0000-0000-000000000000}"/>
          </ac:spMkLst>
        </pc:spChg>
        <pc:picChg chg="add del">
          <ac:chgData name="Sondre Grønås" userId="eea45410-205b-43ed-aa52-5ea38a0a0a26" providerId="ADAL" clId="{08C8031D-4763-4753-A52D-B2F6AF44BDFB}" dt="2022-03-22T09:13:53.269" v="6095" actId="26606"/>
          <ac:picMkLst>
            <pc:docMk/>
            <pc:sldMk cId="4253124984" sldId="256"/>
            <ac:picMk id="7" creationId="{9BD6019D-5A04-DD83-F48A-02D22C401586}"/>
          </ac:picMkLst>
        </pc:picChg>
      </pc:sldChg>
      <pc:sldChg chg="new del ord">
        <pc:chgData name="Sondre Grønås" userId="eea45410-205b-43ed-aa52-5ea38a0a0a26" providerId="ADAL" clId="{08C8031D-4763-4753-A52D-B2F6AF44BDFB}" dt="2022-03-22T07:43:13.560" v="115" actId="47"/>
        <pc:sldMkLst>
          <pc:docMk/>
          <pc:sldMk cId="2358813832" sldId="257"/>
        </pc:sldMkLst>
      </pc:sldChg>
      <pc:sldChg chg="addSp delSp modSp add del mod ord setBg">
        <pc:chgData name="Sondre Grønås" userId="eea45410-205b-43ed-aa52-5ea38a0a0a26" providerId="ADAL" clId="{08C8031D-4763-4753-A52D-B2F6AF44BDFB}" dt="2022-03-22T09:13:53.536" v="6096" actId="2696"/>
        <pc:sldMkLst>
          <pc:docMk/>
          <pc:sldMk cId="245193201" sldId="258"/>
        </pc:sldMkLst>
        <pc:spChg chg="mod">
          <ac:chgData name="Sondre Grønås" userId="eea45410-205b-43ed-aa52-5ea38a0a0a26" providerId="ADAL" clId="{08C8031D-4763-4753-A52D-B2F6AF44BDFB}" dt="2022-03-22T09:12:42.357" v="6059" actId="20577"/>
          <ac:spMkLst>
            <pc:docMk/>
            <pc:sldMk cId="245193201" sldId="258"/>
            <ac:spMk id="2" creationId="{00000000-0000-0000-0000-000000000000}"/>
          </ac:spMkLst>
        </pc:spChg>
        <pc:spChg chg="del mod">
          <ac:chgData name="Sondre Grønås" userId="eea45410-205b-43ed-aa52-5ea38a0a0a26" providerId="ADAL" clId="{08C8031D-4763-4753-A52D-B2F6AF44BDFB}" dt="2022-03-22T07:43:23.630" v="132" actId="478"/>
          <ac:spMkLst>
            <pc:docMk/>
            <pc:sldMk cId="245193201" sldId="258"/>
            <ac:spMk id="3" creationId="{00000000-0000-0000-0000-000000000000}"/>
          </ac:spMkLst>
        </pc:spChg>
        <pc:spChg chg="add">
          <ac:chgData name="Sondre Grønås" userId="eea45410-205b-43ed-aa52-5ea38a0a0a26" providerId="ADAL" clId="{08C8031D-4763-4753-A52D-B2F6AF44BDFB}" dt="2022-03-22T07:43:27.284" v="133" actId="26606"/>
          <ac:spMkLst>
            <pc:docMk/>
            <pc:sldMk cId="245193201" sldId="258"/>
            <ac:spMk id="7" creationId="{F7471772-E57F-4CD9-9241-D264A2F782EC}"/>
          </ac:spMkLst>
        </pc:spChg>
        <pc:cxnChg chg="add">
          <ac:chgData name="Sondre Grønås" userId="eea45410-205b-43ed-aa52-5ea38a0a0a26" providerId="ADAL" clId="{08C8031D-4763-4753-A52D-B2F6AF44BDFB}" dt="2022-03-22T07:43:27.284" v="133" actId="26606"/>
          <ac:cxnSpMkLst>
            <pc:docMk/>
            <pc:sldMk cId="245193201" sldId="258"/>
            <ac:cxnSpMk id="9" creationId="{31CC7E9E-3FF6-4189-9B36-995A779F3C5A}"/>
          </ac:cxnSpMkLst>
        </pc:cxnChg>
      </pc:sldChg>
      <pc:sldChg chg="modSp new mod">
        <pc:chgData name="Sondre Grønås" userId="eea45410-205b-43ed-aa52-5ea38a0a0a26" providerId="ADAL" clId="{08C8031D-4763-4753-A52D-B2F6AF44BDFB}" dt="2022-03-22T08:15:18.300" v="2976" actId="20577"/>
        <pc:sldMkLst>
          <pc:docMk/>
          <pc:sldMk cId="2606540041" sldId="259"/>
        </pc:sldMkLst>
        <pc:spChg chg="mod">
          <ac:chgData name="Sondre Grønås" userId="eea45410-205b-43ed-aa52-5ea38a0a0a26" providerId="ADAL" clId="{08C8031D-4763-4753-A52D-B2F6AF44BDFB}" dt="2022-03-22T07:44:08.850" v="217" actId="20577"/>
          <ac:spMkLst>
            <pc:docMk/>
            <pc:sldMk cId="2606540041" sldId="259"/>
            <ac:spMk id="2" creationId="{836AE6C9-FC90-4ABB-9442-08B2BE50CB70}"/>
          </ac:spMkLst>
        </pc:spChg>
        <pc:spChg chg="mod">
          <ac:chgData name="Sondre Grønås" userId="eea45410-205b-43ed-aa52-5ea38a0a0a26" providerId="ADAL" clId="{08C8031D-4763-4753-A52D-B2F6AF44BDFB}" dt="2022-03-22T08:15:18.300" v="2976" actId="20577"/>
          <ac:spMkLst>
            <pc:docMk/>
            <pc:sldMk cId="2606540041" sldId="259"/>
            <ac:spMk id="3" creationId="{61FE8C9E-77DA-4015-A144-8C3E3E228DD1}"/>
          </ac:spMkLst>
        </pc:spChg>
      </pc:sldChg>
      <pc:sldChg chg="modSp new mod">
        <pc:chgData name="Sondre Grønås" userId="eea45410-205b-43ed-aa52-5ea38a0a0a26" providerId="ADAL" clId="{08C8031D-4763-4753-A52D-B2F6AF44BDFB}" dt="2022-03-22T08:05:33.362" v="2412" actId="20577"/>
        <pc:sldMkLst>
          <pc:docMk/>
          <pc:sldMk cId="1392604101" sldId="260"/>
        </pc:sldMkLst>
        <pc:spChg chg="mod">
          <ac:chgData name="Sondre Grønås" userId="eea45410-205b-43ed-aa52-5ea38a0a0a26" providerId="ADAL" clId="{08C8031D-4763-4753-A52D-B2F6AF44BDFB}" dt="2022-03-22T07:48:59.836" v="794" actId="20577"/>
          <ac:spMkLst>
            <pc:docMk/>
            <pc:sldMk cId="1392604101" sldId="260"/>
            <ac:spMk id="2" creationId="{0EE75252-E1D1-4290-A2AF-1F30A194F13F}"/>
          </ac:spMkLst>
        </pc:spChg>
        <pc:spChg chg="mod">
          <ac:chgData name="Sondre Grønås" userId="eea45410-205b-43ed-aa52-5ea38a0a0a26" providerId="ADAL" clId="{08C8031D-4763-4753-A52D-B2F6AF44BDFB}" dt="2022-03-22T08:05:33.362" v="2412" actId="20577"/>
          <ac:spMkLst>
            <pc:docMk/>
            <pc:sldMk cId="1392604101" sldId="260"/>
            <ac:spMk id="3" creationId="{6D1307FB-785E-46BB-91E4-DE549A382B38}"/>
          </ac:spMkLst>
        </pc:spChg>
      </pc:sldChg>
      <pc:sldChg chg="modSp new mod">
        <pc:chgData name="Sondre Grønås" userId="eea45410-205b-43ed-aa52-5ea38a0a0a26" providerId="ADAL" clId="{08C8031D-4763-4753-A52D-B2F6AF44BDFB}" dt="2022-03-22T08:18:58.690" v="3270" actId="20577"/>
        <pc:sldMkLst>
          <pc:docMk/>
          <pc:sldMk cId="2666148205" sldId="261"/>
        </pc:sldMkLst>
        <pc:spChg chg="mod">
          <ac:chgData name="Sondre Grønås" userId="eea45410-205b-43ed-aa52-5ea38a0a0a26" providerId="ADAL" clId="{08C8031D-4763-4753-A52D-B2F6AF44BDFB}" dt="2022-03-22T07:51:53.473" v="1147" actId="20577"/>
          <ac:spMkLst>
            <pc:docMk/>
            <pc:sldMk cId="2666148205" sldId="261"/>
            <ac:spMk id="2" creationId="{208D9A3A-A926-4F63-807E-ABF9943717D8}"/>
          </ac:spMkLst>
        </pc:spChg>
        <pc:spChg chg="mod">
          <ac:chgData name="Sondre Grønås" userId="eea45410-205b-43ed-aa52-5ea38a0a0a26" providerId="ADAL" clId="{08C8031D-4763-4753-A52D-B2F6AF44BDFB}" dt="2022-03-22T08:18:58.690" v="3270" actId="20577"/>
          <ac:spMkLst>
            <pc:docMk/>
            <pc:sldMk cId="2666148205" sldId="261"/>
            <ac:spMk id="3" creationId="{9C1503ED-23EE-4171-806B-A1CC27BB3DFD}"/>
          </ac:spMkLst>
        </pc:spChg>
      </pc:sldChg>
      <pc:sldChg chg="addSp delSp modSp new mod setBg">
        <pc:chgData name="Sondre Grønås" userId="eea45410-205b-43ed-aa52-5ea38a0a0a26" providerId="ADAL" clId="{08C8031D-4763-4753-A52D-B2F6AF44BDFB}" dt="2022-03-22T08:23:13.692" v="3453" actId="26606"/>
        <pc:sldMkLst>
          <pc:docMk/>
          <pc:sldMk cId="1617726982" sldId="262"/>
        </pc:sldMkLst>
        <pc:spChg chg="mod">
          <ac:chgData name="Sondre Grønås" userId="eea45410-205b-43ed-aa52-5ea38a0a0a26" providerId="ADAL" clId="{08C8031D-4763-4753-A52D-B2F6AF44BDFB}" dt="2022-03-22T08:23:13.692" v="3453" actId="26606"/>
          <ac:spMkLst>
            <pc:docMk/>
            <pc:sldMk cId="1617726982" sldId="262"/>
            <ac:spMk id="2" creationId="{9054D430-D3AE-4B9F-98AF-20A58836A55F}"/>
          </ac:spMkLst>
        </pc:spChg>
        <pc:spChg chg="add del mod">
          <ac:chgData name="Sondre Grønås" userId="eea45410-205b-43ed-aa52-5ea38a0a0a26" providerId="ADAL" clId="{08C8031D-4763-4753-A52D-B2F6AF44BDFB}" dt="2022-03-22T08:22:48.977" v="3432" actId="26606"/>
          <ac:spMkLst>
            <pc:docMk/>
            <pc:sldMk cId="1617726982" sldId="262"/>
            <ac:spMk id="3" creationId="{6F41D2CB-BED1-499E-A01A-29A550119973}"/>
          </ac:spMkLst>
        </pc:spChg>
        <pc:spChg chg="add del">
          <ac:chgData name="Sondre Grønås" userId="eea45410-205b-43ed-aa52-5ea38a0a0a26" providerId="ADAL" clId="{08C8031D-4763-4753-A52D-B2F6AF44BDFB}" dt="2022-03-22T08:22:44.838" v="3429" actId="26606"/>
          <ac:spMkLst>
            <pc:docMk/>
            <pc:sldMk cId="1617726982" sldId="262"/>
            <ac:spMk id="8" creationId="{69652D62-ECFB-408E-ABE6-155A644F433D}"/>
          </ac:spMkLst>
        </pc:spChg>
        <pc:spChg chg="add del">
          <ac:chgData name="Sondre Grønås" userId="eea45410-205b-43ed-aa52-5ea38a0a0a26" providerId="ADAL" clId="{08C8031D-4763-4753-A52D-B2F6AF44BDFB}" dt="2022-03-22T08:22:44.838" v="3429" actId="26606"/>
          <ac:spMkLst>
            <pc:docMk/>
            <pc:sldMk cId="1617726982" sldId="262"/>
            <ac:spMk id="10" creationId="{C1FEA985-924B-4044-8778-32D1E7164C01}"/>
          </ac:spMkLst>
        </pc:spChg>
        <pc:spChg chg="add del">
          <ac:chgData name="Sondre Grønås" userId="eea45410-205b-43ed-aa52-5ea38a0a0a26" providerId="ADAL" clId="{08C8031D-4763-4753-A52D-B2F6AF44BDFB}" dt="2022-03-22T08:23:13.692" v="3453" actId="26606"/>
          <ac:spMkLst>
            <pc:docMk/>
            <pc:sldMk cId="1617726982" sldId="262"/>
            <ac:spMk id="11" creationId="{69652D62-ECFB-408E-ABE6-155A644F433D}"/>
          </ac:spMkLst>
        </pc:spChg>
        <pc:spChg chg="add del">
          <ac:chgData name="Sondre Grønås" userId="eea45410-205b-43ed-aa52-5ea38a0a0a26" providerId="ADAL" clId="{08C8031D-4763-4753-A52D-B2F6AF44BDFB}" dt="2022-03-22T08:23:13.692" v="3453" actId="26606"/>
          <ac:spMkLst>
            <pc:docMk/>
            <pc:sldMk cId="1617726982" sldId="262"/>
            <ac:spMk id="13" creationId="{C1FEA985-924B-4044-8778-32D1E7164C01}"/>
          </ac:spMkLst>
        </pc:spChg>
        <pc:spChg chg="add del mod">
          <ac:chgData name="Sondre Grønås" userId="eea45410-205b-43ed-aa52-5ea38a0a0a26" providerId="ADAL" clId="{08C8031D-4763-4753-A52D-B2F6AF44BDFB}" dt="2022-03-22T08:23:13.692" v="3453" actId="26606"/>
          <ac:spMkLst>
            <pc:docMk/>
            <pc:sldMk cId="1617726982" sldId="262"/>
            <ac:spMk id="15" creationId="{6F41D2CB-BED1-499E-A01A-29A550119973}"/>
          </ac:spMkLst>
        </pc:spChg>
        <pc:graphicFrameChg chg="add del">
          <ac:chgData name="Sondre Grønås" userId="eea45410-205b-43ed-aa52-5ea38a0a0a26" providerId="ADAL" clId="{08C8031D-4763-4753-A52D-B2F6AF44BDFB}" dt="2022-03-22T08:22:48.904" v="3431" actId="26606"/>
          <ac:graphicFrameMkLst>
            <pc:docMk/>
            <pc:sldMk cId="1617726982" sldId="262"/>
            <ac:graphicFrameMk id="5" creationId="{C311D558-D450-789E-D0B8-FE19F56B55F2}"/>
          </ac:graphicFrameMkLst>
        </pc:graphicFrameChg>
        <pc:graphicFrameChg chg="add">
          <ac:chgData name="Sondre Grønås" userId="eea45410-205b-43ed-aa52-5ea38a0a0a26" providerId="ADAL" clId="{08C8031D-4763-4753-A52D-B2F6AF44BDFB}" dt="2022-03-22T08:23:13.692" v="3453" actId="26606"/>
          <ac:graphicFrameMkLst>
            <pc:docMk/>
            <pc:sldMk cId="1617726982" sldId="262"/>
            <ac:graphicFrameMk id="17" creationId="{884A43D2-3C11-7DEF-ED9D-26DB9F2DC562}"/>
          </ac:graphicFrameMkLst>
        </pc:graphicFrameChg>
        <pc:picChg chg="add del">
          <ac:chgData name="Sondre Grønås" userId="eea45410-205b-43ed-aa52-5ea38a0a0a26" providerId="ADAL" clId="{08C8031D-4763-4753-A52D-B2F6AF44BDFB}" dt="2022-03-22T08:22:48.904" v="3431" actId="26606"/>
          <ac:picMkLst>
            <pc:docMk/>
            <pc:sldMk cId="1617726982" sldId="262"/>
            <ac:picMk id="9" creationId="{B577D423-FE81-4236-89DE-39776B810941}"/>
          </ac:picMkLst>
        </pc:picChg>
        <pc:picChg chg="add del">
          <ac:chgData name="Sondre Grønås" userId="eea45410-205b-43ed-aa52-5ea38a0a0a26" providerId="ADAL" clId="{08C8031D-4763-4753-A52D-B2F6AF44BDFB}" dt="2022-03-22T08:10:21.599" v="2838"/>
          <ac:picMkLst>
            <pc:docMk/>
            <pc:sldMk cId="1617726982" sldId="262"/>
            <ac:picMk id="1026" creationId="{6903C13E-BA7C-45E3-8626-3B96B74FAFC5}"/>
          </ac:picMkLst>
        </pc:picChg>
        <pc:picChg chg="add del mod">
          <ac:chgData name="Sondre Grønås" userId="eea45410-205b-43ed-aa52-5ea38a0a0a26" providerId="ADAL" clId="{08C8031D-4763-4753-A52D-B2F6AF44BDFB}" dt="2022-03-22T08:13:05.265" v="2929"/>
          <ac:picMkLst>
            <pc:docMk/>
            <pc:sldMk cId="1617726982" sldId="262"/>
            <ac:picMk id="1028" creationId="{6FAD6C22-9FA4-4573-82A2-DFB3DC5857A5}"/>
          </ac:picMkLst>
        </pc:picChg>
        <pc:cxnChg chg="add del">
          <ac:chgData name="Sondre Grønås" userId="eea45410-205b-43ed-aa52-5ea38a0a0a26" providerId="ADAL" clId="{08C8031D-4763-4753-A52D-B2F6AF44BDFB}" dt="2022-03-22T08:22:44.838" v="3429" actId="26606"/>
          <ac:cxnSpMkLst>
            <pc:docMk/>
            <pc:sldMk cId="1617726982" sldId="262"/>
            <ac:cxnSpMk id="12" creationId="{96C7F9CB-BCC3-4648-8DEF-07B0887D87D6}"/>
          </ac:cxnSpMkLst>
        </pc:cxnChg>
        <pc:cxnChg chg="add del">
          <ac:chgData name="Sondre Grønås" userId="eea45410-205b-43ed-aa52-5ea38a0a0a26" providerId="ADAL" clId="{08C8031D-4763-4753-A52D-B2F6AF44BDFB}" dt="2022-03-22T08:23:13.692" v="3453" actId="26606"/>
          <ac:cxnSpMkLst>
            <pc:docMk/>
            <pc:sldMk cId="1617726982" sldId="262"/>
            <ac:cxnSpMk id="14" creationId="{96C7F9CB-BCC3-4648-8DEF-07B0887D87D6}"/>
          </ac:cxnSpMkLst>
        </pc:cxnChg>
      </pc:sldChg>
      <pc:sldChg chg="modSp new mod">
        <pc:chgData name="Sondre Grønås" userId="eea45410-205b-43ed-aa52-5ea38a0a0a26" providerId="ADAL" clId="{08C8031D-4763-4753-A52D-B2F6AF44BDFB}" dt="2022-03-22T08:06:12.129" v="2447" actId="20577"/>
        <pc:sldMkLst>
          <pc:docMk/>
          <pc:sldMk cId="524297812" sldId="263"/>
        </pc:sldMkLst>
        <pc:spChg chg="mod">
          <ac:chgData name="Sondre Grønås" userId="eea45410-205b-43ed-aa52-5ea38a0a0a26" providerId="ADAL" clId="{08C8031D-4763-4753-A52D-B2F6AF44BDFB}" dt="2022-03-22T07:58:46.564" v="1829" actId="20577"/>
          <ac:spMkLst>
            <pc:docMk/>
            <pc:sldMk cId="524297812" sldId="263"/>
            <ac:spMk id="2" creationId="{94FAD1E8-61DB-4A19-9145-534DE7C649BD}"/>
          </ac:spMkLst>
        </pc:spChg>
        <pc:spChg chg="mod">
          <ac:chgData name="Sondre Grønås" userId="eea45410-205b-43ed-aa52-5ea38a0a0a26" providerId="ADAL" clId="{08C8031D-4763-4753-A52D-B2F6AF44BDFB}" dt="2022-03-22T08:06:12.129" v="2447" actId="20577"/>
          <ac:spMkLst>
            <pc:docMk/>
            <pc:sldMk cId="524297812" sldId="263"/>
            <ac:spMk id="3" creationId="{D933FB52-68ED-42A1-8BD6-4B0D0043E7DB}"/>
          </ac:spMkLst>
        </pc:spChg>
      </pc:sldChg>
      <pc:sldChg chg="addSp delSp modSp new mod setBg">
        <pc:chgData name="Sondre Grønås" userId="eea45410-205b-43ed-aa52-5ea38a0a0a26" providerId="ADAL" clId="{08C8031D-4763-4753-A52D-B2F6AF44BDFB}" dt="2022-03-22T08:17:48.668" v="3243" actId="1076"/>
        <pc:sldMkLst>
          <pc:docMk/>
          <pc:sldMk cId="1542199541" sldId="264"/>
        </pc:sldMkLst>
        <pc:spChg chg="mod">
          <ac:chgData name="Sondre Grønås" userId="eea45410-205b-43ed-aa52-5ea38a0a0a26" providerId="ADAL" clId="{08C8031D-4763-4753-A52D-B2F6AF44BDFB}" dt="2022-03-22T08:17:44.458" v="3242" actId="1076"/>
          <ac:spMkLst>
            <pc:docMk/>
            <pc:sldMk cId="1542199541" sldId="264"/>
            <ac:spMk id="2" creationId="{C840A650-04CF-4375-B411-B73598AA3282}"/>
          </ac:spMkLst>
        </pc:spChg>
        <pc:spChg chg="del">
          <ac:chgData name="Sondre Grønås" userId="eea45410-205b-43ed-aa52-5ea38a0a0a26" providerId="ADAL" clId="{08C8031D-4763-4753-A52D-B2F6AF44BDFB}" dt="2022-03-22T08:11:10.764" v="2901" actId="478"/>
          <ac:spMkLst>
            <pc:docMk/>
            <pc:sldMk cId="1542199541" sldId="264"/>
            <ac:spMk id="3" creationId="{85AD34C7-AB3D-4899-9E69-09E9EAD9632B}"/>
          </ac:spMkLst>
        </pc:spChg>
        <pc:picChg chg="add mod">
          <ac:chgData name="Sondre Grønås" userId="eea45410-205b-43ed-aa52-5ea38a0a0a26" providerId="ADAL" clId="{08C8031D-4763-4753-A52D-B2F6AF44BDFB}" dt="2022-03-22T08:12:06.044" v="2921" actId="1076"/>
          <ac:picMkLst>
            <pc:docMk/>
            <pc:sldMk cId="1542199541" sldId="264"/>
            <ac:picMk id="2050" creationId="{F7A11F59-4AD3-47CF-9320-D39908A4C21B}"/>
          </ac:picMkLst>
        </pc:picChg>
        <pc:picChg chg="add mod">
          <ac:chgData name="Sondre Grønås" userId="eea45410-205b-43ed-aa52-5ea38a0a0a26" providerId="ADAL" clId="{08C8031D-4763-4753-A52D-B2F6AF44BDFB}" dt="2022-03-22T08:11:54.796" v="2917" actId="1076"/>
          <ac:picMkLst>
            <pc:docMk/>
            <pc:sldMk cId="1542199541" sldId="264"/>
            <ac:picMk id="2052" creationId="{36FD3B05-E877-435B-9248-FE421A5A2070}"/>
          </ac:picMkLst>
        </pc:picChg>
        <pc:picChg chg="add mod">
          <ac:chgData name="Sondre Grønås" userId="eea45410-205b-43ed-aa52-5ea38a0a0a26" providerId="ADAL" clId="{08C8031D-4763-4753-A52D-B2F6AF44BDFB}" dt="2022-03-22T08:17:48.668" v="3243" actId="1076"/>
          <ac:picMkLst>
            <pc:docMk/>
            <pc:sldMk cId="1542199541" sldId="264"/>
            <ac:picMk id="2054" creationId="{3CDC5ECF-7A87-4F48-9CA3-B61AE55C6F85}"/>
          </ac:picMkLst>
        </pc:picChg>
      </pc:sldChg>
      <pc:sldChg chg="addSp delSp modSp new mod ord setBg">
        <pc:chgData name="Sondre Grønås" userId="eea45410-205b-43ed-aa52-5ea38a0a0a26" providerId="ADAL" clId="{08C8031D-4763-4753-A52D-B2F6AF44BDFB}" dt="2022-03-22T08:14:56.851" v="2948"/>
        <pc:sldMkLst>
          <pc:docMk/>
          <pc:sldMk cId="2056905868" sldId="265"/>
        </pc:sldMkLst>
        <pc:spChg chg="del">
          <ac:chgData name="Sondre Grønås" userId="eea45410-205b-43ed-aa52-5ea38a0a0a26" providerId="ADAL" clId="{08C8031D-4763-4753-A52D-B2F6AF44BDFB}" dt="2022-03-22T08:14:31.971" v="2942" actId="478"/>
          <ac:spMkLst>
            <pc:docMk/>
            <pc:sldMk cId="2056905868" sldId="265"/>
            <ac:spMk id="2" creationId="{E0CEF533-7501-4426-8442-A7684F51E798}"/>
          </ac:spMkLst>
        </pc:spChg>
        <pc:spChg chg="del">
          <ac:chgData name="Sondre Grønås" userId="eea45410-205b-43ed-aa52-5ea38a0a0a26" providerId="ADAL" clId="{08C8031D-4763-4753-A52D-B2F6AF44BDFB}" dt="2022-03-22T08:14:33.229" v="2943" actId="478"/>
          <ac:spMkLst>
            <pc:docMk/>
            <pc:sldMk cId="2056905868" sldId="265"/>
            <ac:spMk id="3" creationId="{F9FBDEC8-B86E-44FE-AD27-8D64AA448653}"/>
          </ac:spMkLst>
        </pc:spChg>
        <pc:spChg chg="add">
          <ac:chgData name="Sondre Grønås" userId="eea45410-205b-43ed-aa52-5ea38a0a0a26" providerId="ADAL" clId="{08C8031D-4763-4753-A52D-B2F6AF44BDFB}" dt="2022-03-22T08:14:34.545" v="2944" actId="26606"/>
          <ac:spMkLst>
            <pc:docMk/>
            <pc:sldMk cId="2056905868" sldId="265"/>
            <ac:spMk id="71" creationId="{D64A12F0-8158-4372-9761-AD0A6ED30C2E}"/>
          </ac:spMkLst>
        </pc:spChg>
        <pc:picChg chg="add mod">
          <ac:chgData name="Sondre Grønås" userId="eea45410-205b-43ed-aa52-5ea38a0a0a26" providerId="ADAL" clId="{08C8031D-4763-4753-A52D-B2F6AF44BDFB}" dt="2022-03-22T08:14:34.545" v="2944" actId="26606"/>
          <ac:picMkLst>
            <pc:docMk/>
            <pc:sldMk cId="2056905868" sldId="265"/>
            <ac:picMk id="3074" creationId="{2964675A-446F-4171-AF02-F872DDAD7A81}"/>
          </ac:picMkLst>
        </pc:picChg>
      </pc:sldChg>
      <pc:sldChg chg="addSp delSp modSp new mod ord setBg">
        <pc:chgData name="Sondre Grønås" userId="eea45410-205b-43ed-aa52-5ea38a0a0a26" providerId="ADAL" clId="{08C8031D-4763-4753-A52D-B2F6AF44BDFB}" dt="2022-03-22T08:18:24.312" v="3246" actId="26606"/>
        <pc:sldMkLst>
          <pc:docMk/>
          <pc:sldMk cId="3045963750" sldId="266"/>
        </pc:sldMkLst>
        <pc:spChg chg="del">
          <ac:chgData name="Sondre Grønås" userId="eea45410-205b-43ed-aa52-5ea38a0a0a26" providerId="ADAL" clId="{08C8031D-4763-4753-A52D-B2F6AF44BDFB}" dt="2022-03-22T08:13:48.580" v="2935" actId="478"/>
          <ac:spMkLst>
            <pc:docMk/>
            <pc:sldMk cId="3045963750" sldId="266"/>
            <ac:spMk id="2" creationId="{1414BF69-5507-412B-BA9E-5E5918CD382E}"/>
          </ac:spMkLst>
        </pc:spChg>
        <pc:spChg chg="del">
          <ac:chgData name="Sondre Grønås" userId="eea45410-205b-43ed-aa52-5ea38a0a0a26" providerId="ADAL" clId="{08C8031D-4763-4753-A52D-B2F6AF44BDFB}" dt="2022-03-22T08:13:48.016" v="2934" actId="478"/>
          <ac:spMkLst>
            <pc:docMk/>
            <pc:sldMk cId="3045963750" sldId="266"/>
            <ac:spMk id="3" creationId="{BC5C8567-B175-4EB1-BAA7-AF6A1A875833}"/>
          </ac:spMkLst>
        </pc:spChg>
        <pc:spChg chg="add del">
          <ac:chgData name="Sondre Grønås" userId="eea45410-205b-43ed-aa52-5ea38a0a0a26" providerId="ADAL" clId="{08C8031D-4763-4753-A52D-B2F6AF44BDFB}" dt="2022-03-22T08:18:24.312" v="3246" actId="26606"/>
          <ac:spMkLst>
            <pc:docMk/>
            <pc:sldMk cId="3045963750" sldId="266"/>
            <ac:spMk id="71" creationId="{D64A12F0-8158-4372-9761-AD0A6ED30C2E}"/>
          </ac:spMkLst>
        </pc:spChg>
        <pc:spChg chg="add">
          <ac:chgData name="Sondre Grønås" userId="eea45410-205b-43ed-aa52-5ea38a0a0a26" providerId="ADAL" clId="{08C8031D-4763-4753-A52D-B2F6AF44BDFB}" dt="2022-03-22T08:18:24.312" v="3246" actId="26606"/>
          <ac:spMkLst>
            <pc:docMk/>
            <pc:sldMk cId="3045963750" sldId="266"/>
            <ac:spMk id="137" creationId="{D64A12F0-8158-4372-9761-AD0A6ED30C2E}"/>
          </ac:spMkLst>
        </pc:spChg>
        <pc:picChg chg="add del mod">
          <ac:chgData name="Sondre Grønås" userId="eea45410-205b-43ed-aa52-5ea38a0a0a26" providerId="ADAL" clId="{08C8031D-4763-4753-A52D-B2F6AF44BDFB}" dt="2022-03-22T08:18:20.632" v="3244" actId="478"/>
          <ac:picMkLst>
            <pc:docMk/>
            <pc:sldMk cId="3045963750" sldId="266"/>
            <ac:picMk id="4098" creationId="{5FE4E0F7-45DB-4944-8299-EF2749BBF054}"/>
          </ac:picMkLst>
        </pc:picChg>
        <pc:picChg chg="add mod">
          <ac:chgData name="Sondre Grønås" userId="eea45410-205b-43ed-aa52-5ea38a0a0a26" providerId="ADAL" clId="{08C8031D-4763-4753-A52D-B2F6AF44BDFB}" dt="2022-03-22T08:18:24.312" v="3246" actId="26606"/>
          <ac:picMkLst>
            <pc:docMk/>
            <pc:sldMk cId="3045963750" sldId="266"/>
            <ac:picMk id="4100" creationId="{976069EB-FED0-4FCC-8936-BF1CA1975A6C}"/>
          </ac:picMkLst>
        </pc:picChg>
      </pc:sldChg>
      <pc:sldChg chg="addSp delSp modSp new mod setBg">
        <pc:chgData name="Sondre Grønås" userId="eea45410-205b-43ed-aa52-5ea38a0a0a26" providerId="ADAL" clId="{08C8031D-4763-4753-A52D-B2F6AF44BDFB}" dt="2022-03-22T08:14:27.632" v="2941" actId="26606"/>
        <pc:sldMkLst>
          <pc:docMk/>
          <pc:sldMk cId="1731534974" sldId="267"/>
        </pc:sldMkLst>
        <pc:spChg chg="del">
          <ac:chgData name="Sondre Grønås" userId="eea45410-205b-43ed-aa52-5ea38a0a0a26" providerId="ADAL" clId="{08C8031D-4763-4753-A52D-B2F6AF44BDFB}" dt="2022-03-22T08:14:25.953" v="2939" actId="478"/>
          <ac:spMkLst>
            <pc:docMk/>
            <pc:sldMk cId="1731534974" sldId="267"/>
            <ac:spMk id="2" creationId="{E4C053DD-EBBD-4B4D-8CCF-E15AED33F044}"/>
          </ac:spMkLst>
        </pc:spChg>
        <pc:spChg chg="del">
          <ac:chgData name="Sondre Grønås" userId="eea45410-205b-43ed-aa52-5ea38a0a0a26" providerId="ADAL" clId="{08C8031D-4763-4753-A52D-B2F6AF44BDFB}" dt="2022-03-22T08:14:26.601" v="2940" actId="478"/>
          <ac:spMkLst>
            <pc:docMk/>
            <pc:sldMk cId="1731534974" sldId="267"/>
            <ac:spMk id="3" creationId="{409382CA-25B7-4EEA-9604-BB34589FF967}"/>
          </ac:spMkLst>
        </pc:spChg>
        <pc:spChg chg="add">
          <ac:chgData name="Sondre Grønås" userId="eea45410-205b-43ed-aa52-5ea38a0a0a26" providerId="ADAL" clId="{08C8031D-4763-4753-A52D-B2F6AF44BDFB}" dt="2022-03-22T08:14:27.632" v="2941" actId="26606"/>
          <ac:spMkLst>
            <pc:docMk/>
            <pc:sldMk cId="1731534974" sldId="267"/>
            <ac:spMk id="71" creationId="{D64A12F0-8158-4372-9761-AD0A6ED30C2E}"/>
          </ac:spMkLst>
        </pc:spChg>
        <pc:picChg chg="add mod">
          <ac:chgData name="Sondre Grønås" userId="eea45410-205b-43ed-aa52-5ea38a0a0a26" providerId="ADAL" clId="{08C8031D-4763-4753-A52D-B2F6AF44BDFB}" dt="2022-03-22T08:14:27.632" v="2941" actId="26606"/>
          <ac:picMkLst>
            <pc:docMk/>
            <pc:sldMk cId="1731534974" sldId="267"/>
            <ac:picMk id="5122" creationId="{4F45D558-4A1E-4380-A6A3-77391E229847}"/>
          </ac:picMkLst>
        </pc:picChg>
      </pc:sldChg>
      <pc:sldChg chg="addSp delSp modSp new mod setBg">
        <pc:chgData name="Sondre Grønås" userId="eea45410-205b-43ed-aa52-5ea38a0a0a26" providerId="ADAL" clId="{08C8031D-4763-4753-A52D-B2F6AF44BDFB}" dt="2022-03-22T08:26:46.065" v="3803" actId="20577"/>
        <pc:sldMkLst>
          <pc:docMk/>
          <pc:sldMk cId="1030395930" sldId="268"/>
        </pc:sldMkLst>
        <pc:spChg chg="mod">
          <ac:chgData name="Sondre Grønås" userId="eea45410-205b-43ed-aa52-5ea38a0a0a26" providerId="ADAL" clId="{08C8031D-4763-4753-A52D-B2F6AF44BDFB}" dt="2022-03-22T08:16:08.924" v="2985" actId="26606"/>
          <ac:spMkLst>
            <pc:docMk/>
            <pc:sldMk cId="1030395930" sldId="268"/>
            <ac:spMk id="2" creationId="{41C9A64C-817B-49D9-A0C9-F200D5392E9F}"/>
          </ac:spMkLst>
        </pc:spChg>
        <pc:spChg chg="add del mod">
          <ac:chgData name="Sondre Grønås" userId="eea45410-205b-43ed-aa52-5ea38a0a0a26" providerId="ADAL" clId="{08C8031D-4763-4753-A52D-B2F6AF44BDFB}" dt="2022-03-22T08:26:46.065" v="3803" actId="20577"/>
          <ac:spMkLst>
            <pc:docMk/>
            <pc:sldMk cId="1030395930" sldId="268"/>
            <ac:spMk id="3" creationId="{9B412A8B-353A-46D9-A211-FF78B92C24D8}"/>
          </ac:spMkLst>
        </pc:spChg>
        <pc:picChg chg="add">
          <ac:chgData name="Sondre Grønås" userId="eea45410-205b-43ed-aa52-5ea38a0a0a26" providerId="ADAL" clId="{08C8031D-4763-4753-A52D-B2F6AF44BDFB}" dt="2022-03-22T08:16:08.924" v="2985" actId="26606"/>
          <ac:picMkLst>
            <pc:docMk/>
            <pc:sldMk cId="1030395930" sldId="268"/>
            <ac:picMk id="71" creationId="{1CF706DA-13E8-4A4F-9260-551FB8127BDD}"/>
          </ac:picMkLst>
        </pc:picChg>
        <pc:picChg chg="add mod">
          <ac:chgData name="Sondre Grønås" userId="eea45410-205b-43ed-aa52-5ea38a0a0a26" providerId="ADAL" clId="{08C8031D-4763-4753-A52D-B2F6AF44BDFB}" dt="2022-03-22T08:16:08.924" v="2985" actId="26606"/>
          <ac:picMkLst>
            <pc:docMk/>
            <pc:sldMk cId="1030395930" sldId="268"/>
            <ac:picMk id="6146" creationId="{BB310591-ECF0-4BC3-A5C5-85E7E15C1B8C}"/>
          </ac:picMkLst>
        </pc:picChg>
      </pc:sldChg>
      <pc:sldChg chg="addSp modSp new mod setBg">
        <pc:chgData name="Sondre Grønås" userId="eea45410-205b-43ed-aa52-5ea38a0a0a26" providerId="ADAL" clId="{08C8031D-4763-4753-A52D-B2F6AF44BDFB}" dt="2022-03-22T08:27:12.835" v="3904" actId="1076"/>
        <pc:sldMkLst>
          <pc:docMk/>
          <pc:sldMk cId="2006547716" sldId="269"/>
        </pc:sldMkLst>
        <pc:spChg chg="mod">
          <ac:chgData name="Sondre Grønås" userId="eea45410-205b-43ed-aa52-5ea38a0a0a26" providerId="ADAL" clId="{08C8031D-4763-4753-A52D-B2F6AF44BDFB}" dt="2022-03-22T08:25:27.847" v="3541" actId="26606"/>
          <ac:spMkLst>
            <pc:docMk/>
            <pc:sldMk cId="2006547716" sldId="269"/>
            <ac:spMk id="2" creationId="{79CB69BB-0255-4CB4-8FE7-2B22A1ABC2C4}"/>
          </ac:spMkLst>
        </pc:spChg>
        <pc:spChg chg="mod">
          <ac:chgData name="Sondre Grønås" userId="eea45410-205b-43ed-aa52-5ea38a0a0a26" providerId="ADAL" clId="{08C8031D-4763-4753-A52D-B2F6AF44BDFB}" dt="2022-03-22T08:27:04.464" v="3900" actId="27636"/>
          <ac:spMkLst>
            <pc:docMk/>
            <pc:sldMk cId="2006547716" sldId="269"/>
            <ac:spMk id="3" creationId="{AA4711A2-9EDC-4442-B937-F66220A98FC5}"/>
          </ac:spMkLst>
        </pc:spChg>
        <pc:picChg chg="add mod">
          <ac:chgData name="Sondre Grønås" userId="eea45410-205b-43ed-aa52-5ea38a0a0a26" providerId="ADAL" clId="{08C8031D-4763-4753-A52D-B2F6AF44BDFB}" dt="2022-03-22T08:27:12.835" v="3904" actId="1076"/>
          <ac:picMkLst>
            <pc:docMk/>
            <pc:sldMk cId="2006547716" sldId="269"/>
            <ac:picMk id="7170" creationId="{34350B15-EF13-4C98-9057-C39607B68B3A}"/>
          </ac:picMkLst>
        </pc:picChg>
      </pc:sldChg>
      <pc:sldChg chg="addSp delSp modSp new mod setBg">
        <pc:chgData name="Sondre Grønås" userId="eea45410-205b-43ed-aa52-5ea38a0a0a26" providerId="ADAL" clId="{08C8031D-4763-4753-A52D-B2F6AF44BDFB}" dt="2022-03-22T09:04:57.379" v="5900" actId="20577"/>
        <pc:sldMkLst>
          <pc:docMk/>
          <pc:sldMk cId="2011354224" sldId="270"/>
        </pc:sldMkLst>
        <pc:spChg chg="mod">
          <ac:chgData name="Sondre Grønås" userId="eea45410-205b-43ed-aa52-5ea38a0a0a26" providerId="ADAL" clId="{08C8031D-4763-4753-A52D-B2F6AF44BDFB}" dt="2022-03-22T09:04:57.379" v="5900" actId="20577"/>
          <ac:spMkLst>
            <pc:docMk/>
            <pc:sldMk cId="2011354224" sldId="270"/>
            <ac:spMk id="2" creationId="{9E768211-6F2E-4BFC-AC9C-71D69A014CA2}"/>
          </ac:spMkLst>
        </pc:spChg>
        <pc:spChg chg="add del mod">
          <ac:chgData name="Sondre Grønås" userId="eea45410-205b-43ed-aa52-5ea38a0a0a26" providerId="ADAL" clId="{08C8031D-4763-4753-A52D-B2F6AF44BDFB}" dt="2022-03-22T08:30:02.150" v="4263" actId="20577"/>
          <ac:spMkLst>
            <pc:docMk/>
            <pc:sldMk cId="2011354224" sldId="270"/>
            <ac:spMk id="3" creationId="{6627E166-0163-4DAB-9F14-55F0FA8B4AAD}"/>
          </ac:spMkLst>
        </pc:spChg>
        <pc:picChg chg="add del mod">
          <ac:chgData name="Sondre Grønås" userId="eea45410-205b-43ed-aa52-5ea38a0a0a26" providerId="ADAL" clId="{08C8031D-4763-4753-A52D-B2F6AF44BDFB}" dt="2022-03-22T08:27:42.962" v="3932"/>
          <ac:picMkLst>
            <pc:docMk/>
            <pc:sldMk cId="2011354224" sldId="270"/>
            <ac:picMk id="8194" creationId="{E365B9AF-BCEC-4925-A48F-4F55CFE13397}"/>
          </ac:picMkLst>
        </pc:picChg>
        <pc:picChg chg="add mod">
          <ac:chgData name="Sondre Grønås" userId="eea45410-205b-43ed-aa52-5ea38a0a0a26" providerId="ADAL" clId="{08C8031D-4763-4753-A52D-B2F6AF44BDFB}" dt="2022-03-22T08:27:45.476" v="3935" actId="26606"/>
          <ac:picMkLst>
            <pc:docMk/>
            <pc:sldMk cId="2011354224" sldId="270"/>
            <ac:picMk id="8196" creationId="{A000698D-B058-424A-A3E3-427A708E59F1}"/>
          </ac:picMkLst>
        </pc:picChg>
      </pc:sldChg>
      <pc:sldChg chg="addSp modSp new mod setBg">
        <pc:chgData name="Sondre Grønås" userId="eea45410-205b-43ed-aa52-5ea38a0a0a26" providerId="ADAL" clId="{08C8031D-4763-4753-A52D-B2F6AF44BDFB}" dt="2022-03-22T09:02:47.215" v="5874" actId="5793"/>
        <pc:sldMkLst>
          <pc:docMk/>
          <pc:sldMk cId="3153145513" sldId="271"/>
        </pc:sldMkLst>
        <pc:spChg chg="mod">
          <ac:chgData name="Sondre Grønås" userId="eea45410-205b-43ed-aa52-5ea38a0a0a26" providerId="ADAL" clId="{08C8031D-4763-4753-A52D-B2F6AF44BDFB}" dt="2022-03-22T08:31:40.375" v="4455" actId="26606"/>
          <ac:spMkLst>
            <pc:docMk/>
            <pc:sldMk cId="3153145513" sldId="271"/>
            <ac:spMk id="2" creationId="{EED75BF1-A485-484E-B3A0-D47AED8BEA62}"/>
          </ac:spMkLst>
        </pc:spChg>
        <pc:spChg chg="mod">
          <ac:chgData name="Sondre Grønås" userId="eea45410-205b-43ed-aa52-5ea38a0a0a26" providerId="ADAL" clId="{08C8031D-4763-4753-A52D-B2F6AF44BDFB}" dt="2022-03-22T09:02:47.215" v="5874" actId="5793"/>
          <ac:spMkLst>
            <pc:docMk/>
            <pc:sldMk cId="3153145513" sldId="271"/>
            <ac:spMk id="3" creationId="{D5225E4A-FF17-4B84-B070-5E4D8B69E6F1}"/>
          </ac:spMkLst>
        </pc:spChg>
        <pc:spChg chg="add">
          <ac:chgData name="Sondre Grønås" userId="eea45410-205b-43ed-aa52-5ea38a0a0a26" providerId="ADAL" clId="{08C8031D-4763-4753-A52D-B2F6AF44BDFB}" dt="2022-03-22T08:31:40.375" v="4455" actId="26606"/>
          <ac:spMkLst>
            <pc:docMk/>
            <pc:sldMk cId="3153145513" sldId="271"/>
            <ac:spMk id="8" creationId="{69652D62-ECFB-408E-ABE6-155A644F433D}"/>
          </ac:spMkLst>
        </pc:spChg>
        <pc:spChg chg="add">
          <ac:chgData name="Sondre Grønås" userId="eea45410-205b-43ed-aa52-5ea38a0a0a26" providerId="ADAL" clId="{08C8031D-4763-4753-A52D-B2F6AF44BDFB}" dt="2022-03-22T08:31:40.375" v="4455" actId="26606"/>
          <ac:spMkLst>
            <pc:docMk/>
            <pc:sldMk cId="3153145513" sldId="271"/>
            <ac:spMk id="10" creationId="{C1FEA985-924B-4044-8778-32D1E7164C01}"/>
          </ac:spMkLst>
        </pc:spChg>
        <pc:cxnChg chg="add">
          <ac:chgData name="Sondre Grønås" userId="eea45410-205b-43ed-aa52-5ea38a0a0a26" providerId="ADAL" clId="{08C8031D-4763-4753-A52D-B2F6AF44BDFB}" dt="2022-03-22T08:31:40.375" v="4455" actId="26606"/>
          <ac:cxnSpMkLst>
            <pc:docMk/>
            <pc:sldMk cId="3153145513" sldId="271"/>
            <ac:cxnSpMk id="12" creationId="{96C7F9CB-BCC3-4648-8DEF-07B0887D87D6}"/>
          </ac:cxnSpMkLst>
        </pc:cxnChg>
      </pc:sldChg>
      <pc:sldChg chg="addSp delSp modSp new mod setBg setClrOvrMap">
        <pc:chgData name="Sondre Grønås" userId="eea45410-205b-43ed-aa52-5ea38a0a0a26" providerId="ADAL" clId="{08C8031D-4763-4753-A52D-B2F6AF44BDFB}" dt="2022-03-22T08:35:50.292" v="4801" actId="20577"/>
        <pc:sldMkLst>
          <pc:docMk/>
          <pc:sldMk cId="4164567098" sldId="272"/>
        </pc:sldMkLst>
        <pc:spChg chg="mod">
          <ac:chgData name="Sondre Grønås" userId="eea45410-205b-43ed-aa52-5ea38a0a0a26" providerId="ADAL" clId="{08C8031D-4763-4753-A52D-B2F6AF44BDFB}" dt="2022-03-22T08:33:20.095" v="4586" actId="26606"/>
          <ac:spMkLst>
            <pc:docMk/>
            <pc:sldMk cId="4164567098" sldId="272"/>
            <ac:spMk id="2" creationId="{F5AA2A68-826E-4E13-BA99-3D3D36022A95}"/>
          </ac:spMkLst>
        </pc:spChg>
        <pc:spChg chg="mod">
          <ac:chgData name="Sondre Grønås" userId="eea45410-205b-43ed-aa52-5ea38a0a0a26" providerId="ADAL" clId="{08C8031D-4763-4753-A52D-B2F6AF44BDFB}" dt="2022-03-22T08:35:50.292" v="4801" actId="20577"/>
          <ac:spMkLst>
            <pc:docMk/>
            <pc:sldMk cId="4164567098" sldId="272"/>
            <ac:spMk id="3" creationId="{2659255D-378C-4C84-80DB-1E1CAE568541}"/>
          </ac:spMkLst>
        </pc:spChg>
        <pc:spChg chg="add del">
          <ac:chgData name="Sondre Grønås" userId="eea45410-205b-43ed-aa52-5ea38a0a0a26" providerId="ADAL" clId="{08C8031D-4763-4753-A52D-B2F6AF44BDFB}" dt="2022-03-22T08:33:20.037" v="4585" actId="26606"/>
          <ac:spMkLst>
            <pc:docMk/>
            <pc:sldMk cId="4164567098" sldId="272"/>
            <ac:spMk id="10" creationId="{95CB840F-8E41-4CA5-B79B-25CC80AD234A}"/>
          </ac:spMkLst>
        </pc:spChg>
        <pc:picChg chg="add mod">
          <ac:chgData name="Sondre Grønås" userId="eea45410-205b-43ed-aa52-5ea38a0a0a26" providerId="ADAL" clId="{08C8031D-4763-4753-A52D-B2F6AF44BDFB}" dt="2022-03-22T08:33:20.095" v="4586" actId="26606"/>
          <ac:picMkLst>
            <pc:docMk/>
            <pc:sldMk cId="4164567098" sldId="272"/>
            <ac:picMk id="5" creationId="{8A9A3EAD-8A08-4B9F-97DA-24FAAAADC052}"/>
          </ac:picMkLst>
        </pc:picChg>
        <pc:picChg chg="add">
          <ac:chgData name="Sondre Grønås" userId="eea45410-205b-43ed-aa52-5ea38a0a0a26" providerId="ADAL" clId="{08C8031D-4763-4753-A52D-B2F6AF44BDFB}" dt="2022-03-22T08:33:20.095" v="4586" actId="26606"/>
          <ac:picMkLst>
            <pc:docMk/>
            <pc:sldMk cId="4164567098" sldId="272"/>
            <ac:picMk id="12" creationId="{7AEE9CAC-347C-43C2-AE87-6BC5566E6068}"/>
          </ac:picMkLst>
        </pc:picChg>
      </pc:sldChg>
      <pc:sldChg chg="addSp delSp modSp new mod setBg">
        <pc:chgData name="Sondre Grønås" userId="eea45410-205b-43ed-aa52-5ea38a0a0a26" providerId="ADAL" clId="{08C8031D-4763-4753-A52D-B2F6AF44BDFB}" dt="2022-03-22T09:00:38.219" v="5794" actId="26606"/>
        <pc:sldMkLst>
          <pc:docMk/>
          <pc:sldMk cId="2892257095" sldId="273"/>
        </pc:sldMkLst>
        <pc:spChg chg="mod">
          <ac:chgData name="Sondre Grønås" userId="eea45410-205b-43ed-aa52-5ea38a0a0a26" providerId="ADAL" clId="{08C8031D-4763-4753-A52D-B2F6AF44BDFB}" dt="2022-03-22T09:00:38.219" v="5794" actId="26606"/>
          <ac:spMkLst>
            <pc:docMk/>
            <pc:sldMk cId="2892257095" sldId="273"/>
            <ac:spMk id="2" creationId="{943B6676-D85D-4F07-8780-720E2059A4B5}"/>
          </ac:spMkLst>
        </pc:spChg>
        <pc:spChg chg="mod">
          <ac:chgData name="Sondre Grønås" userId="eea45410-205b-43ed-aa52-5ea38a0a0a26" providerId="ADAL" clId="{08C8031D-4763-4753-A52D-B2F6AF44BDFB}" dt="2022-03-22T09:00:38.219" v="5794" actId="26606"/>
          <ac:spMkLst>
            <pc:docMk/>
            <pc:sldMk cId="2892257095" sldId="273"/>
            <ac:spMk id="3" creationId="{F49B7750-A664-4CF9-8248-929952DD2B84}"/>
          </ac:spMkLst>
        </pc:spChg>
        <pc:spChg chg="add del">
          <ac:chgData name="Sondre Grønås" userId="eea45410-205b-43ed-aa52-5ea38a0a0a26" providerId="ADAL" clId="{08C8031D-4763-4753-A52D-B2F6AF44BDFB}" dt="2022-03-22T09:00:38.152" v="5793" actId="26606"/>
          <ac:spMkLst>
            <pc:docMk/>
            <pc:sldMk cId="2892257095" sldId="273"/>
            <ac:spMk id="8" creationId="{AC224410-FF86-4FBB-A05E-61232D4B1368}"/>
          </ac:spMkLst>
        </pc:spChg>
        <pc:spChg chg="add del">
          <ac:chgData name="Sondre Grønås" userId="eea45410-205b-43ed-aa52-5ea38a0a0a26" providerId="ADAL" clId="{08C8031D-4763-4753-A52D-B2F6AF44BDFB}" dt="2022-03-22T09:00:38.152" v="5793" actId="26606"/>
          <ac:spMkLst>
            <pc:docMk/>
            <pc:sldMk cId="2892257095" sldId="273"/>
            <ac:spMk id="10" creationId="{F3BDD110-869E-4A8C-9250-C7AE5C840842}"/>
          </ac:spMkLst>
        </pc:spChg>
        <pc:spChg chg="add">
          <ac:chgData name="Sondre Grønås" userId="eea45410-205b-43ed-aa52-5ea38a0a0a26" providerId="ADAL" clId="{08C8031D-4763-4753-A52D-B2F6AF44BDFB}" dt="2022-03-22T09:00:38.219" v="5794" actId="26606"/>
          <ac:spMkLst>
            <pc:docMk/>
            <pc:sldMk cId="2892257095" sldId="273"/>
            <ac:spMk id="12" creationId="{9A6C2C86-63BF-47D5-AA3F-905111A238E2}"/>
          </ac:spMkLst>
        </pc:spChg>
        <pc:cxnChg chg="add">
          <ac:chgData name="Sondre Grønås" userId="eea45410-205b-43ed-aa52-5ea38a0a0a26" providerId="ADAL" clId="{08C8031D-4763-4753-A52D-B2F6AF44BDFB}" dt="2022-03-22T09:00:38.219" v="5794" actId="26606"/>
          <ac:cxnSpMkLst>
            <pc:docMk/>
            <pc:sldMk cId="2892257095" sldId="273"/>
            <ac:cxnSpMk id="13" creationId="{425A0768-3044-4AA9-A889-D2CAA68C517A}"/>
          </ac:cxnSpMkLst>
        </pc:cxnChg>
      </pc:sldChg>
      <pc:sldChg chg="addSp delSp modSp new mod setBg addAnim delAnim">
        <pc:chgData name="Sondre Grønås" userId="eea45410-205b-43ed-aa52-5ea38a0a0a26" providerId="ADAL" clId="{08C8031D-4763-4753-A52D-B2F6AF44BDFB}" dt="2022-03-22T08:57:25.355" v="5422"/>
        <pc:sldMkLst>
          <pc:docMk/>
          <pc:sldMk cId="282758635" sldId="274"/>
        </pc:sldMkLst>
        <pc:spChg chg="mod ord">
          <ac:chgData name="Sondre Grønås" userId="eea45410-205b-43ed-aa52-5ea38a0a0a26" providerId="ADAL" clId="{08C8031D-4763-4753-A52D-B2F6AF44BDFB}" dt="2022-03-22T08:57:25.355" v="5421" actId="26606"/>
          <ac:spMkLst>
            <pc:docMk/>
            <pc:sldMk cId="282758635" sldId="274"/>
            <ac:spMk id="2" creationId="{2EB5B5C4-0775-43EC-91E6-40B4EEC1BC41}"/>
          </ac:spMkLst>
        </pc:spChg>
        <pc:spChg chg="del">
          <ac:chgData name="Sondre Grønås" userId="eea45410-205b-43ed-aa52-5ea38a0a0a26" providerId="ADAL" clId="{08C8031D-4763-4753-A52D-B2F6AF44BDFB}" dt="2022-03-22T08:57:00.197" v="5415" actId="478"/>
          <ac:spMkLst>
            <pc:docMk/>
            <pc:sldMk cId="282758635" sldId="274"/>
            <ac:spMk id="3" creationId="{9553AC02-4304-427A-8A8A-20C245CD76E9}"/>
          </ac:spMkLst>
        </pc:spChg>
        <pc:picChg chg="add del mod">
          <ac:chgData name="Sondre Grønås" userId="eea45410-205b-43ed-aa52-5ea38a0a0a26" providerId="ADAL" clId="{08C8031D-4763-4753-A52D-B2F6AF44BDFB}" dt="2022-03-22T08:57:21.965" v="5419" actId="478"/>
          <ac:picMkLst>
            <pc:docMk/>
            <pc:sldMk cId="282758635" sldId="274"/>
            <ac:picMk id="9218" creationId="{71C9468A-29DC-4782-AFCE-AF7A0BF8CC4F}"/>
          </ac:picMkLst>
        </pc:picChg>
        <pc:picChg chg="add mod">
          <ac:chgData name="Sondre Grønås" userId="eea45410-205b-43ed-aa52-5ea38a0a0a26" providerId="ADAL" clId="{08C8031D-4763-4753-A52D-B2F6AF44BDFB}" dt="2022-03-22T08:57:25.355" v="5421" actId="26606"/>
          <ac:picMkLst>
            <pc:docMk/>
            <pc:sldMk cId="282758635" sldId="274"/>
            <ac:picMk id="9220" creationId="{B04E2812-5677-4B5B-8DE3-B7154F5A9642}"/>
          </ac:picMkLst>
        </pc:picChg>
      </pc:sldChg>
      <pc:sldChg chg="addSp delSp modSp new mod setBg setClrOvrMap">
        <pc:chgData name="Sondre Grønås" userId="eea45410-205b-43ed-aa52-5ea38a0a0a26" providerId="ADAL" clId="{08C8031D-4763-4753-A52D-B2F6AF44BDFB}" dt="2022-03-22T09:00:04.080" v="5791" actId="20577"/>
        <pc:sldMkLst>
          <pc:docMk/>
          <pc:sldMk cId="4270052579" sldId="275"/>
        </pc:sldMkLst>
        <pc:spChg chg="mod">
          <ac:chgData name="Sondre Grønås" userId="eea45410-205b-43ed-aa52-5ea38a0a0a26" providerId="ADAL" clId="{08C8031D-4763-4753-A52D-B2F6AF44BDFB}" dt="2022-03-22T08:58:47.257" v="5581" actId="26606"/>
          <ac:spMkLst>
            <pc:docMk/>
            <pc:sldMk cId="4270052579" sldId="275"/>
            <ac:spMk id="2" creationId="{8A80B89F-2698-4911-8CA8-E5BA8F084851}"/>
          </ac:spMkLst>
        </pc:spChg>
        <pc:spChg chg="mod">
          <ac:chgData name="Sondre Grønås" userId="eea45410-205b-43ed-aa52-5ea38a0a0a26" providerId="ADAL" clId="{08C8031D-4763-4753-A52D-B2F6AF44BDFB}" dt="2022-03-22T09:00:04.080" v="5791" actId="20577"/>
          <ac:spMkLst>
            <pc:docMk/>
            <pc:sldMk cId="4270052579" sldId="275"/>
            <ac:spMk id="3" creationId="{68DD4278-9E51-4180-BB96-5EEDB0B137A3}"/>
          </ac:spMkLst>
        </pc:spChg>
        <pc:spChg chg="add del">
          <ac:chgData name="Sondre Grønås" userId="eea45410-205b-43ed-aa52-5ea38a0a0a26" providerId="ADAL" clId="{08C8031D-4763-4753-A52D-B2F6AF44BDFB}" dt="2022-03-22T08:58:47.192" v="5580" actId="26606"/>
          <ac:spMkLst>
            <pc:docMk/>
            <pc:sldMk cId="4270052579" sldId="275"/>
            <ac:spMk id="71" creationId="{95CB840F-8E41-4CA5-B79B-25CC80AD234A}"/>
          </ac:spMkLst>
        </pc:spChg>
        <pc:picChg chg="add mod">
          <ac:chgData name="Sondre Grønås" userId="eea45410-205b-43ed-aa52-5ea38a0a0a26" providerId="ADAL" clId="{08C8031D-4763-4753-A52D-B2F6AF44BDFB}" dt="2022-03-22T08:58:47.257" v="5581" actId="26606"/>
          <ac:picMkLst>
            <pc:docMk/>
            <pc:sldMk cId="4270052579" sldId="275"/>
            <ac:picMk id="10242" creationId="{A085C550-12C6-43FE-A7A5-96CD3C5D7844}"/>
          </ac:picMkLst>
        </pc:picChg>
        <pc:picChg chg="add">
          <ac:chgData name="Sondre Grønås" userId="eea45410-205b-43ed-aa52-5ea38a0a0a26" providerId="ADAL" clId="{08C8031D-4763-4753-A52D-B2F6AF44BDFB}" dt="2022-03-22T08:58:47.257" v="5581" actId="26606"/>
          <ac:picMkLst>
            <pc:docMk/>
            <pc:sldMk cId="4270052579" sldId="275"/>
            <ac:picMk id="10244" creationId="{1CF706DA-13E8-4A4F-9260-551FB8127BDD}"/>
          </ac:picMkLst>
        </pc:picChg>
      </pc:sldChg>
      <pc:sldChg chg="addSp delSp modSp new mod setBg addAnim">
        <pc:chgData name="Sondre Grønås" userId="eea45410-205b-43ed-aa52-5ea38a0a0a26" providerId="ADAL" clId="{08C8031D-4763-4753-A52D-B2F6AF44BDFB}" dt="2022-03-22T09:05:45.413" v="5915"/>
        <pc:sldMkLst>
          <pc:docMk/>
          <pc:sldMk cId="3464383149" sldId="276"/>
        </pc:sldMkLst>
        <pc:spChg chg="mod">
          <ac:chgData name="Sondre Grønås" userId="eea45410-205b-43ed-aa52-5ea38a0a0a26" providerId="ADAL" clId="{08C8031D-4763-4753-A52D-B2F6AF44BDFB}" dt="2022-03-22T09:05:45.412" v="5914" actId="26606"/>
          <ac:spMkLst>
            <pc:docMk/>
            <pc:sldMk cId="3464383149" sldId="276"/>
            <ac:spMk id="2" creationId="{199A381C-39D9-438D-884A-BE592A89990A}"/>
          </ac:spMkLst>
        </pc:spChg>
        <pc:spChg chg="del">
          <ac:chgData name="Sondre Grønås" userId="eea45410-205b-43ed-aa52-5ea38a0a0a26" providerId="ADAL" clId="{08C8031D-4763-4753-A52D-B2F6AF44BDFB}" dt="2022-03-22T09:05:12.729" v="5912" actId="478"/>
          <ac:spMkLst>
            <pc:docMk/>
            <pc:sldMk cId="3464383149" sldId="276"/>
            <ac:spMk id="3" creationId="{5C45BA18-63E3-462B-A73B-9E5F8E8549C1}"/>
          </ac:spMkLst>
        </pc:spChg>
        <pc:picChg chg="add">
          <ac:chgData name="Sondre Grønås" userId="eea45410-205b-43ed-aa52-5ea38a0a0a26" providerId="ADAL" clId="{08C8031D-4763-4753-A52D-B2F6AF44BDFB}" dt="2022-03-22T09:05:45.412" v="5914" actId="26606"/>
          <ac:picMkLst>
            <pc:docMk/>
            <pc:sldMk cId="3464383149" sldId="276"/>
            <ac:picMk id="71" creationId="{DBF7BBCC-A085-493E-83D9-01D4F8E88929}"/>
          </ac:picMkLst>
        </pc:picChg>
        <pc:picChg chg="add mod">
          <ac:chgData name="Sondre Grønås" userId="eea45410-205b-43ed-aa52-5ea38a0a0a26" providerId="ADAL" clId="{08C8031D-4763-4753-A52D-B2F6AF44BDFB}" dt="2022-03-22T09:05:45.412" v="5914" actId="26606"/>
          <ac:picMkLst>
            <pc:docMk/>
            <pc:sldMk cId="3464383149" sldId="276"/>
            <ac:picMk id="11266" creationId="{B2E38031-05FC-407F-B4A9-B7DEB68048F8}"/>
          </ac:picMkLst>
        </pc:picChg>
      </pc:sldChg>
      <pc:sldChg chg="modSp new mod">
        <pc:chgData name="Sondre Grønås" userId="eea45410-205b-43ed-aa52-5ea38a0a0a26" providerId="ADAL" clId="{08C8031D-4763-4753-A52D-B2F6AF44BDFB}" dt="2022-03-22T09:12:05.595" v="6055" actId="20577"/>
        <pc:sldMkLst>
          <pc:docMk/>
          <pc:sldMk cId="527646454" sldId="277"/>
        </pc:sldMkLst>
        <pc:spChg chg="mod">
          <ac:chgData name="Sondre Grønås" userId="eea45410-205b-43ed-aa52-5ea38a0a0a26" providerId="ADAL" clId="{08C8031D-4763-4753-A52D-B2F6AF44BDFB}" dt="2022-03-22T09:08:57.240" v="5950" actId="20577"/>
          <ac:spMkLst>
            <pc:docMk/>
            <pc:sldMk cId="527646454" sldId="277"/>
            <ac:spMk id="2" creationId="{58A5A2C9-99E4-44FB-B57B-9276BBFE2131}"/>
          </ac:spMkLst>
        </pc:spChg>
        <pc:spChg chg="mod">
          <ac:chgData name="Sondre Grønås" userId="eea45410-205b-43ed-aa52-5ea38a0a0a26" providerId="ADAL" clId="{08C8031D-4763-4753-A52D-B2F6AF44BDFB}" dt="2022-03-22T09:12:05.595" v="6055" actId="20577"/>
          <ac:spMkLst>
            <pc:docMk/>
            <pc:sldMk cId="527646454" sldId="277"/>
            <ac:spMk id="3" creationId="{D4E662A0-C0B7-4AFF-A8B0-5E4D53289548}"/>
          </ac:spMkLst>
        </pc:spChg>
      </pc:sldChg>
      <pc:sldChg chg="addSp modSp new mod setBg">
        <pc:chgData name="Sondre Grønås" userId="eea45410-205b-43ed-aa52-5ea38a0a0a26" providerId="ADAL" clId="{08C8031D-4763-4753-A52D-B2F6AF44BDFB}" dt="2022-03-22T09:20:34.029" v="6123" actId="26606"/>
        <pc:sldMkLst>
          <pc:docMk/>
          <pc:sldMk cId="2152182761" sldId="278"/>
        </pc:sldMkLst>
        <pc:spChg chg="mod">
          <ac:chgData name="Sondre Grønås" userId="eea45410-205b-43ed-aa52-5ea38a0a0a26" providerId="ADAL" clId="{08C8031D-4763-4753-A52D-B2F6AF44BDFB}" dt="2022-03-22T09:20:34.029" v="6123" actId="26606"/>
          <ac:spMkLst>
            <pc:docMk/>
            <pc:sldMk cId="2152182761" sldId="278"/>
            <ac:spMk id="2" creationId="{CE8984B4-3CA3-4A5E-80BD-CA04485C04F4}"/>
          </ac:spMkLst>
        </pc:spChg>
        <pc:spChg chg="mod">
          <ac:chgData name="Sondre Grønås" userId="eea45410-205b-43ed-aa52-5ea38a0a0a26" providerId="ADAL" clId="{08C8031D-4763-4753-A52D-B2F6AF44BDFB}" dt="2022-03-22T09:20:34.029" v="6123" actId="26606"/>
          <ac:spMkLst>
            <pc:docMk/>
            <pc:sldMk cId="2152182761" sldId="278"/>
            <ac:spMk id="3" creationId="{A8473CBD-1D2F-4C36-9F26-D9A27F33C973}"/>
          </ac:spMkLst>
        </pc:spChg>
        <pc:spChg chg="add">
          <ac:chgData name="Sondre Grønås" userId="eea45410-205b-43ed-aa52-5ea38a0a0a26" providerId="ADAL" clId="{08C8031D-4763-4753-A52D-B2F6AF44BDFB}" dt="2022-03-22T09:20:34.029" v="6123" actId="26606"/>
          <ac:spMkLst>
            <pc:docMk/>
            <pc:sldMk cId="2152182761" sldId="278"/>
            <ac:spMk id="8" creationId="{69652D62-ECFB-408E-ABE6-155A644F433D}"/>
          </ac:spMkLst>
        </pc:spChg>
        <pc:spChg chg="add">
          <ac:chgData name="Sondre Grønås" userId="eea45410-205b-43ed-aa52-5ea38a0a0a26" providerId="ADAL" clId="{08C8031D-4763-4753-A52D-B2F6AF44BDFB}" dt="2022-03-22T09:20:34.029" v="6123" actId="26606"/>
          <ac:spMkLst>
            <pc:docMk/>
            <pc:sldMk cId="2152182761" sldId="278"/>
            <ac:spMk id="10" creationId="{C1FEA985-924B-4044-8778-32D1E7164C01}"/>
          </ac:spMkLst>
        </pc:spChg>
        <pc:cxnChg chg="add">
          <ac:chgData name="Sondre Grønås" userId="eea45410-205b-43ed-aa52-5ea38a0a0a26" providerId="ADAL" clId="{08C8031D-4763-4753-A52D-B2F6AF44BDFB}" dt="2022-03-22T09:20:34.029" v="6123" actId="26606"/>
          <ac:cxnSpMkLst>
            <pc:docMk/>
            <pc:sldMk cId="2152182761" sldId="278"/>
            <ac:cxnSpMk id="12" creationId="{96C7F9CB-BCC3-4648-8DEF-07B0887D87D6}"/>
          </ac:cxnSpMkLst>
        </pc:cxnChg>
      </pc:sldChg>
    </pc:docChg>
  </pc:docChgLst>
  <pc:docChgLst>
    <pc:chgData name="Sondre Grønås" userId="S::sondre.gronas@skole.rogfk.no::eea45410-205b-43ed-aa52-5ea38a0a0a26" providerId="AD" clId="Web-{CA5AC6B8-B780-1A8F-0512-13EC67AF142C}"/>
    <pc:docChg chg="addSld">
      <pc:chgData name="Sondre Grønås" userId="S::sondre.gronas@skole.rogfk.no::eea45410-205b-43ed-aa52-5ea38a0a0a26" providerId="AD" clId="Web-{CA5AC6B8-B780-1A8F-0512-13EC67AF142C}" dt="2024-04-23T08:19:45.103" v="0"/>
      <pc:docMkLst>
        <pc:docMk/>
      </pc:docMkLst>
      <pc:sldChg chg="new">
        <pc:chgData name="Sondre Grønås" userId="S::sondre.gronas@skole.rogfk.no::eea45410-205b-43ed-aa52-5ea38a0a0a26" providerId="AD" clId="Web-{CA5AC6B8-B780-1A8F-0512-13EC67AF142C}" dt="2024-04-23T08:19:45.103" v="0"/>
        <pc:sldMkLst>
          <pc:docMk/>
          <pc:sldMk cId="2175186299" sldId="27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B05E64-B00D-4CE2-85A8-EE955FB37DB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3EF24E8-17A7-47EA-A93A-4D09BC57B4E5}">
      <dgm:prSet/>
      <dgm:spPr/>
      <dgm:t>
        <a:bodyPr/>
        <a:lstStyle/>
        <a:p>
          <a:pPr>
            <a:defRPr cap="all"/>
          </a:pPr>
          <a:r>
            <a:rPr lang="nb-NO"/>
            <a:t>Dele opp nettverket!</a:t>
          </a:r>
          <a:endParaRPr lang="en-US"/>
        </a:p>
      </dgm:t>
    </dgm:pt>
    <dgm:pt modelId="{3F471183-D7C9-4B56-A099-37F5BA520F31}" type="parTrans" cxnId="{631851E5-E162-431C-8D2F-A32D328ACE3B}">
      <dgm:prSet/>
      <dgm:spPr/>
      <dgm:t>
        <a:bodyPr/>
        <a:lstStyle/>
        <a:p>
          <a:endParaRPr lang="en-US"/>
        </a:p>
      </dgm:t>
    </dgm:pt>
    <dgm:pt modelId="{6BCCC97E-5901-467B-9868-5E1ED075CA1C}" type="sibTrans" cxnId="{631851E5-E162-431C-8D2F-A32D328ACE3B}">
      <dgm:prSet/>
      <dgm:spPr/>
      <dgm:t>
        <a:bodyPr/>
        <a:lstStyle/>
        <a:p>
          <a:endParaRPr lang="en-US"/>
        </a:p>
      </dgm:t>
    </dgm:pt>
    <dgm:pt modelId="{A9FB434A-6DDF-4AB6-A797-CC4BFBC0422A}">
      <dgm:prSet/>
      <dgm:spPr/>
      <dgm:t>
        <a:bodyPr/>
        <a:lstStyle/>
        <a:p>
          <a:pPr>
            <a:defRPr cap="all"/>
          </a:pPr>
          <a:r>
            <a:rPr lang="nb-NO"/>
            <a:t>Gi mer plass i nettverket</a:t>
          </a:r>
          <a:endParaRPr lang="en-US"/>
        </a:p>
      </dgm:t>
    </dgm:pt>
    <dgm:pt modelId="{3E851DE2-AE4D-44FC-9FA7-C816B37FA6B3}" type="parTrans" cxnId="{F6C00505-49A1-44B3-9724-EDFAFC4F6033}">
      <dgm:prSet/>
      <dgm:spPr/>
      <dgm:t>
        <a:bodyPr/>
        <a:lstStyle/>
        <a:p>
          <a:endParaRPr lang="en-US"/>
        </a:p>
      </dgm:t>
    </dgm:pt>
    <dgm:pt modelId="{D2EF9345-4C59-44A6-B74B-B86C55988633}" type="sibTrans" cxnId="{F6C00505-49A1-44B3-9724-EDFAFC4F6033}">
      <dgm:prSet/>
      <dgm:spPr/>
      <dgm:t>
        <a:bodyPr/>
        <a:lstStyle/>
        <a:p>
          <a:endParaRPr lang="en-US"/>
        </a:p>
      </dgm:t>
    </dgm:pt>
    <dgm:pt modelId="{ED5DB983-FCF6-472C-A717-54049DEF418A}">
      <dgm:prSet/>
      <dgm:spPr/>
      <dgm:t>
        <a:bodyPr/>
        <a:lstStyle/>
        <a:p>
          <a:pPr>
            <a:defRPr cap="all"/>
          </a:pPr>
          <a:r>
            <a:rPr lang="nb-NO"/>
            <a:t>Essensielt for sikkerhet</a:t>
          </a:r>
          <a:endParaRPr lang="en-US"/>
        </a:p>
      </dgm:t>
    </dgm:pt>
    <dgm:pt modelId="{2B7D6767-6202-4A98-B8AF-308B3AE003A0}" type="parTrans" cxnId="{1AFCD6EF-4152-43CE-AA74-504A0743796D}">
      <dgm:prSet/>
      <dgm:spPr/>
      <dgm:t>
        <a:bodyPr/>
        <a:lstStyle/>
        <a:p>
          <a:endParaRPr lang="en-US"/>
        </a:p>
      </dgm:t>
    </dgm:pt>
    <dgm:pt modelId="{A92B884C-14A4-4AEA-AD35-6382A6C9D3A7}" type="sibTrans" cxnId="{1AFCD6EF-4152-43CE-AA74-504A0743796D}">
      <dgm:prSet/>
      <dgm:spPr/>
      <dgm:t>
        <a:bodyPr/>
        <a:lstStyle/>
        <a:p>
          <a:endParaRPr lang="en-US"/>
        </a:p>
      </dgm:t>
    </dgm:pt>
    <dgm:pt modelId="{C3DA3BB6-1580-49BE-A2C4-A3C5E4036816}">
      <dgm:prSet/>
      <dgm:spPr/>
      <dgm:t>
        <a:bodyPr/>
        <a:lstStyle/>
        <a:p>
          <a:pPr>
            <a:defRPr cap="all"/>
          </a:pPr>
          <a:r>
            <a:rPr lang="nb-NO"/>
            <a:t>Essensielt i alt som har med nettverksdrift å gjøre</a:t>
          </a:r>
          <a:endParaRPr lang="en-US"/>
        </a:p>
      </dgm:t>
    </dgm:pt>
    <dgm:pt modelId="{A442BDD2-6635-43F8-8353-712446AE015A}" type="parTrans" cxnId="{DCD4D2C7-949A-4B11-A28F-A625B6EFA462}">
      <dgm:prSet/>
      <dgm:spPr/>
      <dgm:t>
        <a:bodyPr/>
        <a:lstStyle/>
        <a:p>
          <a:endParaRPr lang="en-US"/>
        </a:p>
      </dgm:t>
    </dgm:pt>
    <dgm:pt modelId="{D3C926A9-9980-4033-AB21-9A750522A46A}" type="sibTrans" cxnId="{DCD4D2C7-949A-4B11-A28F-A625B6EFA462}">
      <dgm:prSet/>
      <dgm:spPr/>
      <dgm:t>
        <a:bodyPr/>
        <a:lstStyle/>
        <a:p>
          <a:endParaRPr lang="en-US"/>
        </a:p>
      </dgm:t>
    </dgm:pt>
    <dgm:pt modelId="{DF4DAD23-49F1-4062-A41C-4AA674EFC56F}" type="pres">
      <dgm:prSet presAssocID="{37B05E64-B00D-4CE2-85A8-EE955FB37DB3}" presName="root" presStyleCnt="0">
        <dgm:presLayoutVars>
          <dgm:dir/>
          <dgm:resizeHandles val="exact"/>
        </dgm:presLayoutVars>
      </dgm:prSet>
      <dgm:spPr/>
    </dgm:pt>
    <dgm:pt modelId="{9BB81392-3705-47D1-AECF-FE94213218DD}" type="pres">
      <dgm:prSet presAssocID="{D3EF24E8-17A7-47EA-A93A-4D09BC57B4E5}" presName="compNode" presStyleCnt="0"/>
      <dgm:spPr/>
    </dgm:pt>
    <dgm:pt modelId="{55D61A47-EF50-448C-AA9E-2ED182F1DAF4}" type="pres">
      <dgm:prSet presAssocID="{D3EF24E8-17A7-47EA-A93A-4D09BC57B4E5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55631ED-003E-4CBE-A6FB-15D57697B5E1}" type="pres">
      <dgm:prSet presAssocID="{D3EF24E8-17A7-47EA-A93A-4D09BC57B4E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D5D571A2-68CD-4BC8-8082-E92EEB4994B5}" type="pres">
      <dgm:prSet presAssocID="{D3EF24E8-17A7-47EA-A93A-4D09BC57B4E5}" presName="spaceRect" presStyleCnt="0"/>
      <dgm:spPr/>
    </dgm:pt>
    <dgm:pt modelId="{14BE9AE5-8756-437B-B1BE-61F1B9AF2B18}" type="pres">
      <dgm:prSet presAssocID="{D3EF24E8-17A7-47EA-A93A-4D09BC57B4E5}" presName="textRect" presStyleLbl="revTx" presStyleIdx="0" presStyleCnt="4">
        <dgm:presLayoutVars>
          <dgm:chMax val="1"/>
          <dgm:chPref val="1"/>
        </dgm:presLayoutVars>
      </dgm:prSet>
      <dgm:spPr/>
    </dgm:pt>
    <dgm:pt modelId="{0E3B2854-4BF9-48DF-B90F-824456F8B49F}" type="pres">
      <dgm:prSet presAssocID="{6BCCC97E-5901-467B-9868-5E1ED075CA1C}" presName="sibTrans" presStyleCnt="0"/>
      <dgm:spPr/>
    </dgm:pt>
    <dgm:pt modelId="{FEF7CDBB-EF16-4045-825E-8D0627DF76DB}" type="pres">
      <dgm:prSet presAssocID="{A9FB434A-6DDF-4AB6-A797-CC4BFBC0422A}" presName="compNode" presStyleCnt="0"/>
      <dgm:spPr/>
    </dgm:pt>
    <dgm:pt modelId="{CAC1A1CB-6DB7-474B-8807-1B87079A8F33}" type="pres">
      <dgm:prSet presAssocID="{A9FB434A-6DDF-4AB6-A797-CC4BFBC0422A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D288DF5-5422-4DBE-9635-DD45008B0060}" type="pres">
      <dgm:prSet presAssocID="{A9FB434A-6DDF-4AB6-A797-CC4BFBC0422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t"/>
        </a:ext>
      </dgm:extLst>
    </dgm:pt>
    <dgm:pt modelId="{6DC1C4AF-F5A8-441D-B7E4-7476CD722B84}" type="pres">
      <dgm:prSet presAssocID="{A9FB434A-6DDF-4AB6-A797-CC4BFBC0422A}" presName="spaceRect" presStyleCnt="0"/>
      <dgm:spPr/>
    </dgm:pt>
    <dgm:pt modelId="{D3D0DF82-C480-45C5-B9CE-EF0DA4135C1E}" type="pres">
      <dgm:prSet presAssocID="{A9FB434A-6DDF-4AB6-A797-CC4BFBC0422A}" presName="textRect" presStyleLbl="revTx" presStyleIdx="1" presStyleCnt="4">
        <dgm:presLayoutVars>
          <dgm:chMax val="1"/>
          <dgm:chPref val="1"/>
        </dgm:presLayoutVars>
      </dgm:prSet>
      <dgm:spPr/>
    </dgm:pt>
    <dgm:pt modelId="{2A51B52F-8C4E-431E-B40B-D0F6C485953B}" type="pres">
      <dgm:prSet presAssocID="{D2EF9345-4C59-44A6-B74B-B86C55988633}" presName="sibTrans" presStyleCnt="0"/>
      <dgm:spPr/>
    </dgm:pt>
    <dgm:pt modelId="{F70DDED2-FB30-4D5A-8957-15F7360ADEBF}" type="pres">
      <dgm:prSet presAssocID="{ED5DB983-FCF6-472C-A717-54049DEF418A}" presName="compNode" presStyleCnt="0"/>
      <dgm:spPr/>
    </dgm:pt>
    <dgm:pt modelId="{736C4B02-49FD-4107-8EB3-34985FC6840A}" type="pres">
      <dgm:prSet presAssocID="{ED5DB983-FCF6-472C-A717-54049DEF418A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A03BBC6-5844-4F34-A1A0-24EE5343A96D}" type="pres">
      <dgm:prSet presAssocID="{ED5DB983-FCF6-472C-A717-54049DEF418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ås"/>
        </a:ext>
      </dgm:extLst>
    </dgm:pt>
    <dgm:pt modelId="{07F2DAB6-C23D-4BCF-925E-18354E4F2248}" type="pres">
      <dgm:prSet presAssocID="{ED5DB983-FCF6-472C-A717-54049DEF418A}" presName="spaceRect" presStyleCnt="0"/>
      <dgm:spPr/>
    </dgm:pt>
    <dgm:pt modelId="{8C825FD9-7959-4DA9-9A50-908F532B7B98}" type="pres">
      <dgm:prSet presAssocID="{ED5DB983-FCF6-472C-A717-54049DEF418A}" presName="textRect" presStyleLbl="revTx" presStyleIdx="2" presStyleCnt="4">
        <dgm:presLayoutVars>
          <dgm:chMax val="1"/>
          <dgm:chPref val="1"/>
        </dgm:presLayoutVars>
      </dgm:prSet>
      <dgm:spPr/>
    </dgm:pt>
    <dgm:pt modelId="{2AF98177-624C-40B4-B0FB-6B4A0F01027F}" type="pres">
      <dgm:prSet presAssocID="{A92B884C-14A4-4AEA-AD35-6382A6C9D3A7}" presName="sibTrans" presStyleCnt="0"/>
      <dgm:spPr/>
    </dgm:pt>
    <dgm:pt modelId="{DBEB97F1-DC13-4645-A546-ABA9B78FAB62}" type="pres">
      <dgm:prSet presAssocID="{C3DA3BB6-1580-49BE-A2C4-A3C5E4036816}" presName="compNode" presStyleCnt="0"/>
      <dgm:spPr/>
    </dgm:pt>
    <dgm:pt modelId="{1F272DFE-DFCE-4DDC-B1B5-2657E6470FA6}" type="pres">
      <dgm:prSet presAssocID="{C3DA3BB6-1580-49BE-A2C4-A3C5E4036816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46BE1DD-2A54-48E6-B11E-3BECBCD86705}" type="pres">
      <dgm:prSet presAssocID="{C3DA3BB6-1580-49BE-A2C4-A3C5E403681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merking"/>
        </a:ext>
      </dgm:extLst>
    </dgm:pt>
    <dgm:pt modelId="{339B8691-9EE7-4A0E-A0E1-0C1972418FA1}" type="pres">
      <dgm:prSet presAssocID="{C3DA3BB6-1580-49BE-A2C4-A3C5E4036816}" presName="spaceRect" presStyleCnt="0"/>
      <dgm:spPr/>
    </dgm:pt>
    <dgm:pt modelId="{7416B2FF-496E-4E23-85E9-CD4C9DE2978F}" type="pres">
      <dgm:prSet presAssocID="{C3DA3BB6-1580-49BE-A2C4-A3C5E403681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6C00505-49A1-44B3-9724-EDFAFC4F6033}" srcId="{37B05E64-B00D-4CE2-85A8-EE955FB37DB3}" destId="{A9FB434A-6DDF-4AB6-A797-CC4BFBC0422A}" srcOrd="1" destOrd="0" parTransId="{3E851DE2-AE4D-44FC-9FA7-C816B37FA6B3}" sibTransId="{D2EF9345-4C59-44A6-B74B-B86C55988633}"/>
    <dgm:cxn modelId="{B096781C-D1AC-4B35-9E04-E6B22072EDE5}" type="presOf" srcId="{37B05E64-B00D-4CE2-85A8-EE955FB37DB3}" destId="{DF4DAD23-49F1-4062-A41C-4AA674EFC56F}" srcOrd="0" destOrd="0" presId="urn:microsoft.com/office/officeart/2018/5/layout/IconLeafLabelList"/>
    <dgm:cxn modelId="{0AD48740-035D-4289-9102-9E1ED885871A}" type="presOf" srcId="{C3DA3BB6-1580-49BE-A2C4-A3C5E4036816}" destId="{7416B2FF-496E-4E23-85E9-CD4C9DE2978F}" srcOrd="0" destOrd="0" presId="urn:microsoft.com/office/officeart/2018/5/layout/IconLeafLabelList"/>
    <dgm:cxn modelId="{6F23A041-5027-444D-8BD4-0FF1123E8618}" type="presOf" srcId="{D3EF24E8-17A7-47EA-A93A-4D09BC57B4E5}" destId="{14BE9AE5-8756-437B-B1BE-61F1B9AF2B18}" srcOrd="0" destOrd="0" presId="urn:microsoft.com/office/officeart/2018/5/layout/IconLeafLabelList"/>
    <dgm:cxn modelId="{FCB731C6-1AAE-49ED-81BE-13719810445D}" type="presOf" srcId="{A9FB434A-6DDF-4AB6-A797-CC4BFBC0422A}" destId="{D3D0DF82-C480-45C5-B9CE-EF0DA4135C1E}" srcOrd="0" destOrd="0" presId="urn:microsoft.com/office/officeart/2018/5/layout/IconLeafLabelList"/>
    <dgm:cxn modelId="{DCD4D2C7-949A-4B11-A28F-A625B6EFA462}" srcId="{37B05E64-B00D-4CE2-85A8-EE955FB37DB3}" destId="{C3DA3BB6-1580-49BE-A2C4-A3C5E4036816}" srcOrd="3" destOrd="0" parTransId="{A442BDD2-6635-43F8-8353-712446AE015A}" sibTransId="{D3C926A9-9980-4033-AB21-9A750522A46A}"/>
    <dgm:cxn modelId="{631851E5-E162-431C-8D2F-A32D328ACE3B}" srcId="{37B05E64-B00D-4CE2-85A8-EE955FB37DB3}" destId="{D3EF24E8-17A7-47EA-A93A-4D09BC57B4E5}" srcOrd="0" destOrd="0" parTransId="{3F471183-D7C9-4B56-A099-37F5BA520F31}" sibTransId="{6BCCC97E-5901-467B-9868-5E1ED075CA1C}"/>
    <dgm:cxn modelId="{1AFCD6EF-4152-43CE-AA74-504A0743796D}" srcId="{37B05E64-B00D-4CE2-85A8-EE955FB37DB3}" destId="{ED5DB983-FCF6-472C-A717-54049DEF418A}" srcOrd="2" destOrd="0" parTransId="{2B7D6767-6202-4A98-B8AF-308B3AE003A0}" sibTransId="{A92B884C-14A4-4AEA-AD35-6382A6C9D3A7}"/>
    <dgm:cxn modelId="{70CF52FE-1E2C-43AF-98CF-EBE025288170}" type="presOf" srcId="{ED5DB983-FCF6-472C-A717-54049DEF418A}" destId="{8C825FD9-7959-4DA9-9A50-908F532B7B98}" srcOrd="0" destOrd="0" presId="urn:microsoft.com/office/officeart/2018/5/layout/IconLeafLabelList"/>
    <dgm:cxn modelId="{15F53285-6DF5-43A7-ADAA-7D70FA771D04}" type="presParOf" srcId="{DF4DAD23-49F1-4062-A41C-4AA674EFC56F}" destId="{9BB81392-3705-47D1-AECF-FE94213218DD}" srcOrd="0" destOrd="0" presId="urn:microsoft.com/office/officeart/2018/5/layout/IconLeafLabelList"/>
    <dgm:cxn modelId="{3F93CDC3-560A-4F0A-9124-331C6F542824}" type="presParOf" srcId="{9BB81392-3705-47D1-AECF-FE94213218DD}" destId="{55D61A47-EF50-448C-AA9E-2ED182F1DAF4}" srcOrd="0" destOrd="0" presId="urn:microsoft.com/office/officeart/2018/5/layout/IconLeafLabelList"/>
    <dgm:cxn modelId="{6144DBD4-3A40-4042-9DC2-718352EF3D2B}" type="presParOf" srcId="{9BB81392-3705-47D1-AECF-FE94213218DD}" destId="{855631ED-003E-4CBE-A6FB-15D57697B5E1}" srcOrd="1" destOrd="0" presId="urn:microsoft.com/office/officeart/2018/5/layout/IconLeafLabelList"/>
    <dgm:cxn modelId="{088A4294-7674-4159-8EB0-CE13810A0BE3}" type="presParOf" srcId="{9BB81392-3705-47D1-AECF-FE94213218DD}" destId="{D5D571A2-68CD-4BC8-8082-E92EEB4994B5}" srcOrd="2" destOrd="0" presId="urn:microsoft.com/office/officeart/2018/5/layout/IconLeafLabelList"/>
    <dgm:cxn modelId="{21CC57F9-AAA4-41CE-A924-66CF0620D29F}" type="presParOf" srcId="{9BB81392-3705-47D1-AECF-FE94213218DD}" destId="{14BE9AE5-8756-437B-B1BE-61F1B9AF2B18}" srcOrd="3" destOrd="0" presId="urn:microsoft.com/office/officeart/2018/5/layout/IconLeafLabelList"/>
    <dgm:cxn modelId="{CEB552C3-DA3E-47DB-B97B-8E8AC1954AE3}" type="presParOf" srcId="{DF4DAD23-49F1-4062-A41C-4AA674EFC56F}" destId="{0E3B2854-4BF9-48DF-B90F-824456F8B49F}" srcOrd="1" destOrd="0" presId="urn:microsoft.com/office/officeart/2018/5/layout/IconLeafLabelList"/>
    <dgm:cxn modelId="{92B33825-9A55-488C-95EF-C8F9200FE127}" type="presParOf" srcId="{DF4DAD23-49F1-4062-A41C-4AA674EFC56F}" destId="{FEF7CDBB-EF16-4045-825E-8D0627DF76DB}" srcOrd="2" destOrd="0" presId="urn:microsoft.com/office/officeart/2018/5/layout/IconLeafLabelList"/>
    <dgm:cxn modelId="{AB40BC18-663A-452A-BDC4-73242B267294}" type="presParOf" srcId="{FEF7CDBB-EF16-4045-825E-8D0627DF76DB}" destId="{CAC1A1CB-6DB7-474B-8807-1B87079A8F33}" srcOrd="0" destOrd="0" presId="urn:microsoft.com/office/officeart/2018/5/layout/IconLeafLabelList"/>
    <dgm:cxn modelId="{49F27176-949D-4AF5-BA6E-19DE880F2C23}" type="presParOf" srcId="{FEF7CDBB-EF16-4045-825E-8D0627DF76DB}" destId="{9D288DF5-5422-4DBE-9635-DD45008B0060}" srcOrd="1" destOrd="0" presId="urn:microsoft.com/office/officeart/2018/5/layout/IconLeafLabelList"/>
    <dgm:cxn modelId="{04B9D7D2-8554-4889-AEB7-05D65EC314DA}" type="presParOf" srcId="{FEF7CDBB-EF16-4045-825E-8D0627DF76DB}" destId="{6DC1C4AF-F5A8-441D-B7E4-7476CD722B84}" srcOrd="2" destOrd="0" presId="urn:microsoft.com/office/officeart/2018/5/layout/IconLeafLabelList"/>
    <dgm:cxn modelId="{5F90014D-B55F-4976-BEC0-43B29A8BD39C}" type="presParOf" srcId="{FEF7CDBB-EF16-4045-825E-8D0627DF76DB}" destId="{D3D0DF82-C480-45C5-B9CE-EF0DA4135C1E}" srcOrd="3" destOrd="0" presId="urn:microsoft.com/office/officeart/2018/5/layout/IconLeafLabelList"/>
    <dgm:cxn modelId="{C4332E63-2971-4C2A-87AA-3F7F78B3B23B}" type="presParOf" srcId="{DF4DAD23-49F1-4062-A41C-4AA674EFC56F}" destId="{2A51B52F-8C4E-431E-B40B-D0F6C485953B}" srcOrd="3" destOrd="0" presId="urn:microsoft.com/office/officeart/2018/5/layout/IconLeafLabelList"/>
    <dgm:cxn modelId="{F96BE320-462C-40EB-A263-048A41FCA02E}" type="presParOf" srcId="{DF4DAD23-49F1-4062-A41C-4AA674EFC56F}" destId="{F70DDED2-FB30-4D5A-8957-15F7360ADEBF}" srcOrd="4" destOrd="0" presId="urn:microsoft.com/office/officeart/2018/5/layout/IconLeafLabelList"/>
    <dgm:cxn modelId="{3B6F4E06-9A84-441B-B852-7C7E0A046DEE}" type="presParOf" srcId="{F70DDED2-FB30-4D5A-8957-15F7360ADEBF}" destId="{736C4B02-49FD-4107-8EB3-34985FC6840A}" srcOrd="0" destOrd="0" presId="urn:microsoft.com/office/officeart/2018/5/layout/IconLeafLabelList"/>
    <dgm:cxn modelId="{11527189-D3B5-4A02-AC1A-28ACCDE29A46}" type="presParOf" srcId="{F70DDED2-FB30-4D5A-8957-15F7360ADEBF}" destId="{6A03BBC6-5844-4F34-A1A0-24EE5343A96D}" srcOrd="1" destOrd="0" presId="urn:microsoft.com/office/officeart/2018/5/layout/IconLeafLabelList"/>
    <dgm:cxn modelId="{BE4624D7-3B40-49F5-BE9D-DDF65A9E5B93}" type="presParOf" srcId="{F70DDED2-FB30-4D5A-8957-15F7360ADEBF}" destId="{07F2DAB6-C23D-4BCF-925E-18354E4F2248}" srcOrd="2" destOrd="0" presId="urn:microsoft.com/office/officeart/2018/5/layout/IconLeafLabelList"/>
    <dgm:cxn modelId="{F67AFA01-092D-40C7-9BA7-4E07F11C9F3D}" type="presParOf" srcId="{F70DDED2-FB30-4D5A-8957-15F7360ADEBF}" destId="{8C825FD9-7959-4DA9-9A50-908F532B7B98}" srcOrd="3" destOrd="0" presId="urn:microsoft.com/office/officeart/2018/5/layout/IconLeafLabelList"/>
    <dgm:cxn modelId="{BBB91C49-0B91-4174-915E-291637840298}" type="presParOf" srcId="{DF4DAD23-49F1-4062-A41C-4AA674EFC56F}" destId="{2AF98177-624C-40B4-B0FB-6B4A0F01027F}" srcOrd="5" destOrd="0" presId="urn:microsoft.com/office/officeart/2018/5/layout/IconLeafLabelList"/>
    <dgm:cxn modelId="{D01E0E91-0378-4D27-9E50-6E1CFAE7AB8E}" type="presParOf" srcId="{DF4DAD23-49F1-4062-A41C-4AA674EFC56F}" destId="{DBEB97F1-DC13-4645-A546-ABA9B78FAB62}" srcOrd="6" destOrd="0" presId="urn:microsoft.com/office/officeart/2018/5/layout/IconLeafLabelList"/>
    <dgm:cxn modelId="{1493F207-317F-462D-B595-493D80B96EA4}" type="presParOf" srcId="{DBEB97F1-DC13-4645-A546-ABA9B78FAB62}" destId="{1F272DFE-DFCE-4DDC-B1B5-2657E6470FA6}" srcOrd="0" destOrd="0" presId="urn:microsoft.com/office/officeart/2018/5/layout/IconLeafLabelList"/>
    <dgm:cxn modelId="{003A2C8A-2805-40EF-A3BE-F65098ADB663}" type="presParOf" srcId="{DBEB97F1-DC13-4645-A546-ABA9B78FAB62}" destId="{B46BE1DD-2A54-48E6-B11E-3BECBCD86705}" srcOrd="1" destOrd="0" presId="urn:microsoft.com/office/officeart/2018/5/layout/IconLeafLabelList"/>
    <dgm:cxn modelId="{18855C9D-7D66-4714-A275-44FC27ACBAC8}" type="presParOf" srcId="{DBEB97F1-DC13-4645-A546-ABA9B78FAB62}" destId="{339B8691-9EE7-4A0E-A0E1-0C1972418FA1}" srcOrd="2" destOrd="0" presId="urn:microsoft.com/office/officeart/2018/5/layout/IconLeafLabelList"/>
    <dgm:cxn modelId="{F83AFE76-6C32-4227-A80B-60CEBF498E26}" type="presParOf" srcId="{DBEB97F1-DC13-4645-A546-ABA9B78FAB62}" destId="{7416B2FF-496E-4E23-85E9-CD4C9DE2978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61A47-EF50-448C-AA9E-2ED182F1DAF4}">
      <dsp:nvSpPr>
        <dsp:cNvPr id="0" name=""/>
        <dsp:cNvSpPr/>
      </dsp:nvSpPr>
      <dsp:spPr>
        <a:xfrm>
          <a:off x="902689" y="842697"/>
          <a:ext cx="1261054" cy="126105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5631ED-003E-4CBE-A6FB-15D57697B5E1}">
      <dsp:nvSpPr>
        <dsp:cNvPr id="0" name=""/>
        <dsp:cNvSpPr/>
      </dsp:nvSpPr>
      <dsp:spPr>
        <a:xfrm>
          <a:off x="1171439" y="1111446"/>
          <a:ext cx="723555" cy="7235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E9AE5-8756-437B-B1BE-61F1B9AF2B18}">
      <dsp:nvSpPr>
        <dsp:cNvPr id="0" name=""/>
        <dsp:cNvSpPr/>
      </dsp:nvSpPr>
      <dsp:spPr>
        <a:xfrm>
          <a:off x="499565" y="2496539"/>
          <a:ext cx="20673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b-NO" sz="1300" kern="1200"/>
            <a:t>Dele opp nettverket!</a:t>
          </a:r>
          <a:endParaRPr lang="en-US" sz="1300" kern="1200"/>
        </a:p>
      </dsp:txBody>
      <dsp:txXfrm>
        <a:off x="499565" y="2496539"/>
        <a:ext cx="2067302" cy="720000"/>
      </dsp:txXfrm>
    </dsp:sp>
    <dsp:sp modelId="{CAC1A1CB-6DB7-474B-8807-1B87079A8F33}">
      <dsp:nvSpPr>
        <dsp:cNvPr id="0" name=""/>
        <dsp:cNvSpPr/>
      </dsp:nvSpPr>
      <dsp:spPr>
        <a:xfrm>
          <a:off x="3331770" y="842697"/>
          <a:ext cx="1261054" cy="126105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88DF5-5422-4DBE-9635-DD45008B0060}">
      <dsp:nvSpPr>
        <dsp:cNvPr id="0" name=""/>
        <dsp:cNvSpPr/>
      </dsp:nvSpPr>
      <dsp:spPr>
        <a:xfrm>
          <a:off x="3600519" y="1111446"/>
          <a:ext cx="723555" cy="7235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0DF82-C480-45C5-B9CE-EF0DA4135C1E}">
      <dsp:nvSpPr>
        <dsp:cNvPr id="0" name=""/>
        <dsp:cNvSpPr/>
      </dsp:nvSpPr>
      <dsp:spPr>
        <a:xfrm>
          <a:off x="2928646" y="2496539"/>
          <a:ext cx="20673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b-NO" sz="1300" kern="1200"/>
            <a:t>Gi mer plass i nettverket</a:t>
          </a:r>
          <a:endParaRPr lang="en-US" sz="1300" kern="1200"/>
        </a:p>
      </dsp:txBody>
      <dsp:txXfrm>
        <a:off x="2928646" y="2496539"/>
        <a:ext cx="2067302" cy="720000"/>
      </dsp:txXfrm>
    </dsp:sp>
    <dsp:sp modelId="{736C4B02-49FD-4107-8EB3-34985FC6840A}">
      <dsp:nvSpPr>
        <dsp:cNvPr id="0" name=""/>
        <dsp:cNvSpPr/>
      </dsp:nvSpPr>
      <dsp:spPr>
        <a:xfrm>
          <a:off x="5760850" y="842697"/>
          <a:ext cx="1261054" cy="126105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03BBC6-5844-4F34-A1A0-24EE5343A96D}">
      <dsp:nvSpPr>
        <dsp:cNvPr id="0" name=""/>
        <dsp:cNvSpPr/>
      </dsp:nvSpPr>
      <dsp:spPr>
        <a:xfrm>
          <a:off x="6029599" y="1111446"/>
          <a:ext cx="723555" cy="7235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25FD9-7959-4DA9-9A50-908F532B7B98}">
      <dsp:nvSpPr>
        <dsp:cNvPr id="0" name=""/>
        <dsp:cNvSpPr/>
      </dsp:nvSpPr>
      <dsp:spPr>
        <a:xfrm>
          <a:off x="5357726" y="2496539"/>
          <a:ext cx="20673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b-NO" sz="1300" kern="1200"/>
            <a:t>Essensielt for sikkerhet</a:t>
          </a:r>
          <a:endParaRPr lang="en-US" sz="1300" kern="1200"/>
        </a:p>
      </dsp:txBody>
      <dsp:txXfrm>
        <a:off x="5357726" y="2496539"/>
        <a:ext cx="2067302" cy="720000"/>
      </dsp:txXfrm>
    </dsp:sp>
    <dsp:sp modelId="{1F272DFE-DFCE-4DDC-B1B5-2657E6470FA6}">
      <dsp:nvSpPr>
        <dsp:cNvPr id="0" name=""/>
        <dsp:cNvSpPr/>
      </dsp:nvSpPr>
      <dsp:spPr>
        <a:xfrm>
          <a:off x="8189930" y="842697"/>
          <a:ext cx="1261054" cy="126105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BE1DD-2A54-48E6-B11E-3BECBCD86705}">
      <dsp:nvSpPr>
        <dsp:cNvPr id="0" name=""/>
        <dsp:cNvSpPr/>
      </dsp:nvSpPr>
      <dsp:spPr>
        <a:xfrm>
          <a:off x="8458679" y="1111446"/>
          <a:ext cx="723555" cy="7235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6B2FF-496E-4E23-85E9-CD4C9DE2978F}">
      <dsp:nvSpPr>
        <dsp:cNvPr id="0" name=""/>
        <dsp:cNvSpPr/>
      </dsp:nvSpPr>
      <dsp:spPr>
        <a:xfrm>
          <a:off x="7786806" y="2496539"/>
          <a:ext cx="20673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b-NO" sz="1300" kern="1200"/>
            <a:t>Essensielt i alt som har med nettverksdrift å gjøre</a:t>
          </a:r>
          <a:endParaRPr lang="en-US" sz="1300" kern="1200"/>
        </a:p>
      </dsp:txBody>
      <dsp:txXfrm>
        <a:off x="7786806" y="2496539"/>
        <a:ext cx="206730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6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12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14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02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7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65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5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6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e med bilde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49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5065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20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92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for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85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17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2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8543BDC-0553-40FA-A4DB-EDAAA606CFF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69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bnet-calculator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ghohva2uEJA" TargetMode="External"/><Relationship Id="rId2" Type="http://schemas.openxmlformats.org/officeDocument/2006/relationships/hyperlink" Target="https://youtu.be/UGBobTInIBc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sign.ui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471772-E57F-4CD9-9241-D264A2F78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4377625" y="963507"/>
            <a:ext cx="6849344" cy="4995027"/>
          </a:xfrm>
        </p:spPr>
        <p:txBody>
          <a:bodyPr anchor="ctr">
            <a:normAutofit/>
          </a:bodyPr>
          <a:lstStyle/>
          <a:p>
            <a:pPr algn="l"/>
            <a:r>
              <a:rPr lang="en-US" sz="5200" dirty="0"/>
              <a:t>Subnetting &amp; VLAN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CC7E9E-3FF6-4189-9B36-995A779F3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9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Subnet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nb-NO" noProof="1"/>
              <a:t>Før: Bedre ytelse</a:t>
            </a:r>
          </a:p>
          <a:p>
            <a:r>
              <a:rPr lang="nb-NO" noProof="1"/>
              <a:t>Tenkegang nå: Vlan og skalere ip-adresser</a:t>
            </a:r>
          </a:p>
          <a:p>
            <a:r>
              <a:rPr lang="nb-NO" noProof="1"/>
              <a:t>Like viktig å kunne: Nei(?), men Ja(!)</a:t>
            </a:r>
          </a:p>
        </p:txBody>
      </p:sp>
    </p:spTree>
    <p:extLst>
      <p:ext uri="{BB962C8B-B14F-4D97-AF65-F5344CB8AC3E}">
        <p14:creationId xmlns:p14="http://schemas.microsoft.com/office/powerpoint/2010/main" val="4253124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36AE6C9-FC90-4ABB-9442-08B2BE50C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er et </a:t>
            </a:r>
            <a:r>
              <a:rPr lang="nb-NO" dirty="0" err="1"/>
              <a:t>subnet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1FE8C9E-77DA-4015-A144-8C3E3E228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Et </a:t>
            </a:r>
            <a:r>
              <a:rPr lang="nb-NO" dirty="0" err="1"/>
              <a:t>Subnet</a:t>
            </a:r>
            <a:r>
              <a:rPr lang="nb-NO" dirty="0"/>
              <a:t> er «kort» fortalt et tildelt område hvor det kan eksistere </a:t>
            </a:r>
            <a:r>
              <a:rPr lang="nb-NO" dirty="0" err="1"/>
              <a:t>ip</a:t>
            </a:r>
            <a:r>
              <a:rPr lang="nb-NO" dirty="0"/>
              <a:t>-adresser.</a:t>
            </a:r>
          </a:p>
          <a:p>
            <a:r>
              <a:rPr lang="nb-NO" dirty="0"/>
              <a:t>Jo større </a:t>
            </a:r>
            <a:r>
              <a:rPr lang="nb-NO" dirty="0" err="1"/>
              <a:t>subnet</a:t>
            </a:r>
            <a:r>
              <a:rPr lang="nb-NO" dirty="0"/>
              <a:t>, jo flere </a:t>
            </a:r>
            <a:r>
              <a:rPr lang="nb-NO" dirty="0" err="1"/>
              <a:t>ip</a:t>
            </a:r>
            <a:r>
              <a:rPr lang="nb-NO" dirty="0"/>
              <a:t>-adresser</a:t>
            </a:r>
          </a:p>
          <a:p>
            <a:endParaRPr lang="nb-NO" dirty="0"/>
          </a:p>
          <a:p>
            <a:r>
              <a:rPr lang="nb-NO" dirty="0"/>
              <a:t>Nå kommer mye teknisk tullball.</a:t>
            </a:r>
          </a:p>
          <a:p>
            <a:r>
              <a:rPr lang="nb-NO" dirty="0"/>
              <a:t>Rent matematisk så betyr det antall bits som er ikke i bruk i et nettverk:</a:t>
            </a:r>
          </a:p>
          <a:p>
            <a:pPr lvl="1"/>
            <a:r>
              <a:rPr lang="nb-NO" dirty="0"/>
              <a:t>16 bit </a:t>
            </a:r>
            <a:r>
              <a:rPr lang="nb-NO" dirty="0" err="1"/>
              <a:t>subnet</a:t>
            </a:r>
            <a:r>
              <a:rPr lang="nb-NO" dirty="0"/>
              <a:t>: 11111111.11111111.00000000.00000000</a:t>
            </a:r>
          </a:p>
          <a:p>
            <a:pPr lvl="1"/>
            <a:r>
              <a:rPr lang="nb-NO" dirty="0"/>
              <a:t>24 bit </a:t>
            </a:r>
            <a:r>
              <a:rPr lang="nb-NO" dirty="0" err="1"/>
              <a:t>subnet</a:t>
            </a:r>
            <a:r>
              <a:rPr lang="nb-NO" dirty="0"/>
              <a:t>: 11111111.11111111.11111111.00000000</a:t>
            </a:r>
          </a:p>
          <a:p>
            <a:pPr lvl="1"/>
            <a:r>
              <a:rPr lang="nb-NO" dirty="0"/>
              <a:t>Oversatt: til 10-talls-system 255.255.0.0, 255.255.255.0 (Dette kalles for en maske)</a:t>
            </a:r>
          </a:p>
          <a:p>
            <a:r>
              <a:rPr lang="nb-NO" dirty="0"/>
              <a:t>Standard </a:t>
            </a:r>
            <a:r>
              <a:rPr lang="nb-NO" dirty="0" err="1"/>
              <a:t>subnet</a:t>
            </a:r>
            <a:r>
              <a:rPr lang="nb-NO" dirty="0"/>
              <a:t> størrelse er 24 bit (255), som gir alle </a:t>
            </a:r>
            <a:r>
              <a:rPr lang="nb-NO" dirty="0" err="1"/>
              <a:t>ip</a:t>
            </a:r>
            <a:r>
              <a:rPr lang="nb-NO" dirty="0"/>
              <a:t>-adresser mellom x.x.x.1-255</a:t>
            </a:r>
          </a:p>
        </p:txBody>
      </p:sp>
    </p:spTree>
    <p:extLst>
      <p:ext uri="{BB962C8B-B14F-4D97-AF65-F5344CB8AC3E}">
        <p14:creationId xmlns:p14="http://schemas.microsoft.com/office/powerpoint/2010/main" val="260654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840A650-04CF-4375-B411-B73598A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983" y="4911811"/>
            <a:ext cx="9440034" cy="73752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Ja det er </a:t>
            </a:r>
            <a:r>
              <a:rPr lang="en-US" sz="3400" dirty="0" err="1"/>
              <a:t>litt</a:t>
            </a:r>
            <a:r>
              <a:rPr lang="en-US" sz="3400" dirty="0"/>
              <a:t> </a:t>
            </a:r>
            <a:r>
              <a:rPr lang="en-US" sz="3400" dirty="0" err="1"/>
              <a:t>teknisk</a:t>
            </a:r>
            <a:r>
              <a:rPr lang="en-US" sz="3400" dirty="0"/>
              <a:t> </a:t>
            </a:r>
            <a:r>
              <a:rPr lang="en-US" sz="3400" dirty="0" err="1"/>
              <a:t>og</a:t>
            </a:r>
            <a:r>
              <a:rPr lang="en-US" sz="3400" dirty="0"/>
              <a:t> </a:t>
            </a:r>
            <a:r>
              <a:rPr lang="en-US" sz="3400" dirty="0" err="1"/>
              <a:t>kjedelig</a:t>
            </a:r>
            <a:r>
              <a:rPr lang="en-US" sz="3400" dirty="0"/>
              <a:t>… men </a:t>
            </a:r>
            <a:r>
              <a:rPr lang="en-US" sz="3400" dirty="0" err="1"/>
              <a:t>dette</a:t>
            </a:r>
            <a:r>
              <a:rPr lang="en-US" sz="3400" dirty="0"/>
              <a:t> </a:t>
            </a:r>
            <a:r>
              <a:rPr lang="en-US" sz="3400" dirty="0" err="1"/>
              <a:t>blir</a:t>
            </a:r>
            <a:r>
              <a:rPr lang="en-US" sz="3400" dirty="0"/>
              <a:t> bra!</a:t>
            </a:r>
          </a:p>
        </p:txBody>
      </p:sp>
      <p:pic>
        <p:nvPicPr>
          <p:cNvPr id="2050" name="Picture 2" descr="Guide to Subnet Mask (Subnetting) &amp; IP Subnet Calculator">
            <a:extLst>
              <a:ext uri="{FF2B5EF4-FFF2-40B4-BE49-F238E27FC236}">
                <a16:creationId xmlns:a16="http://schemas.microsoft.com/office/drawing/2014/main" id="{F7A11F59-4AD3-47CF-9320-D39908A4C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8024" y="764326"/>
            <a:ext cx="7095538" cy="354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earning Subnetting Part 2 - The Subnet Mask, the Network Address and  ANDing - YouTube">
            <a:extLst>
              <a:ext uri="{FF2B5EF4-FFF2-40B4-BE49-F238E27FC236}">
                <a16:creationId xmlns:a16="http://schemas.microsoft.com/office/drawing/2014/main" id="{36FD3B05-E877-435B-9248-FE421A5A2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800" y="1637194"/>
            <a:ext cx="5306332" cy="298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et up the LAN by dividing the subnet">
            <a:extLst>
              <a:ext uri="{FF2B5EF4-FFF2-40B4-BE49-F238E27FC236}">
                <a16:creationId xmlns:a16="http://schemas.microsoft.com/office/drawing/2014/main" id="{3CDC5ECF-7A87-4F48-9CA3-B61AE55C6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0063"/>
            <a:ext cx="2547191" cy="2513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199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EE75252-E1D1-4290-A2AF-1F30A194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betyr det egentlig?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1307FB-785E-46BB-91E4-DE549A382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 dirty="0"/>
              <a:t>En vanlig privat </a:t>
            </a:r>
            <a:r>
              <a:rPr lang="nb-NO" dirty="0" err="1"/>
              <a:t>ip</a:t>
            </a:r>
            <a:r>
              <a:rPr lang="nb-NO" dirty="0"/>
              <a:t> bruker gjerne 192.168.1.1</a:t>
            </a:r>
          </a:p>
          <a:p>
            <a:r>
              <a:rPr lang="nb-NO" dirty="0"/>
              <a:t>Standard er 24bits subnett; 192.168.1.x/24</a:t>
            </a:r>
          </a:p>
          <a:p>
            <a:r>
              <a:rPr lang="nb-NO" dirty="0"/>
              <a:t>Hvis vi tar et vanlig /24 </a:t>
            </a:r>
            <a:r>
              <a:rPr lang="nb-NO" dirty="0" err="1"/>
              <a:t>subnet</a:t>
            </a:r>
            <a:r>
              <a:rPr lang="nb-NO" dirty="0"/>
              <a:t>; 11111111.11111111.11111111.00000000 – så er det kun de 8 siste bitsene vi har til rådighet.</a:t>
            </a:r>
          </a:p>
          <a:p>
            <a:r>
              <a:rPr lang="nb-NO" dirty="0"/>
              <a:t>IP-adresser er da: 192.168.1.1 - 192.168.1.255 – 255 unike </a:t>
            </a:r>
            <a:r>
              <a:rPr lang="nb-NO" dirty="0" err="1"/>
              <a:t>ip</a:t>
            </a:r>
            <a:r>
              <a:rPr lang="nb-NO" dirty="0"/>
              <a:t>-adresser</a:t>
            </a:r>
          </a:p>
          <a:p>
            <a:endParaRPr lang="nb-NO" dirty="0"/>
          </a:p>
          <a:p>
            <a:r>
              <a:rPr lang="nb-NO" dirty="0"/>
              <a:t>Hvis vi ønsker flere </a:t>
            </a:r>
            <a:r>
              <a:rPr lang="nb-NO" dirty="0" err="1"/>
              <a:t>ip</a:t>
            </a:r>
            <a:r>
              <a:rPr lang="nb-NO" dirty="0"/>
              <a:t>-adresser, så øker vi størrelsen:</a:t>
            </a:r>
          </a:p>
          <a:p>
            <a:pPr lvl="1"/>
            <a:r>
              <a:rPr lang="nb-NO" dirty="0"/>
              <a:t>/16 </a:t>
            </a:r>
            <a:r>
              <a:rPr lang="nb-NO" dirty="0" err="1"/>
              <a:t>subnet</a:t>
            </a:r>
            <a:r>
              <a:rPr lang="nb-NO" dirty="0"/>
              <a:t>: 11111111.11111111.00000000.00000000</a:t>
            </a:r>
          </a:p>
          <a:p>
            <a:pPr lvl="1"/>
            <a:r>
              <a:rPr lang="nb-NO" dirty="0"/>
              <a:t>192.168.x.x, 192.168.0.0 – 192.168.255.255</a:t>
            </a:r>
          </a:p>
          <a:p>
            <a:pPr lvl="1"/>
            <a:r>
              <a:rPr lang="nb-NO" dirty="0"/>
              <a:t>Det er 65 536 unike </a:t>
            </a:r>
            <a:r>
              <a:rPr lang="nb-NO" dirty="0" err="1"/>
              <a:t>ip</a:t>
            </a:r>
            <a:r>
              <a:rPr lang="nb-NO" dirty="0"/>
              <a:t>-adresser det!</a:t>
            </a:r>
          </a:p>
        </p:txBody>
      </p:sp>
    </p:spTree>
    <p:extLst>
      <p:ext uri="{BB962C8B-B14F-4D97-AF65-F5344CB8AC3E}">
        <p14:creationId xmlns:p14="http://schemas.microsoft.com/office/powerpoint/2010/main" val="1392604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>
            <a:extLst>
              <a:ext uri="{FF2B5EF4-FFF2-40B4-BE49-F238E27FC236}">
                <a16:creationId xmlns:a16="http://schemas.microsoft.com/office/drawing/2014/main" id="{D64A12F0-8158-4372-9761-AD0A6ED3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We're going to need a bigger subnet - Jaws Meme | Meme Generator">
            <a:extLst>
              <a:ext uri="{FF2B5EF4-FFF2-40B4-BE49-F238E27FC236}">
                <a16:creationId xmlns:a16="http://schemas.microsoft.com/office/drawing/2014/main" id="{976069EB-FED0-4FCC-8936-BF1CA1975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20057" y="967532"/>
            <a:ext cx="8751886" cy="4922936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963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4FAD1E8-61DB-4A19-9145-534DE7C64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RFC1918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933FB52-68ED-42A1-8BD6-4B0D0043E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RFC1918 er forhåndsbestemte IP-adresser som ALDRI skal være offentlige.</a:t>
            </a:r>
          </a:p>
          <a:p>
            <a:r>
              <a:rPr lang="nb-NO" dirty="0"/>
              <a:t>Dette er fordi verden ikke har nok IP-adresser, så det ble bestemt å dele opp i offentlige adresser, og private adresser (RFC1918). Disse er gratis å bruke.</a:t>
            </a:r>
          </a:p>
          <a:p>
            <a:endParaRPr lang="nb-NO" dirty="0"/>
          </a:p>
          <a:p>
            <a:r>
              <a:rPr lang="nb-NO" dirty="0"/>
              <a:t>Noen kjenner kanskje igjen den ene:</a:t>
            </a:r>
          </a:p>
          <a:p>
            <a:pPr lvl="1"/>
            <a:r>
              <a:rPr lang="nb-NO" dirty="0"/>
              <a:t>Class A: 192.168.0.0 – 192.168.255.255 – (/16) – 65 536 adresser</a:t>
            </a:r>
          </a:p>
          <a:p>
            <a:pPr lvl="1"/>
            <a:r>
              <a:rPr lang="nb-NO" dirty="0"/>
              <a:t>Class B: 172.16.0.0 – 172.31.255.255 (/12) – 1 048 576 adresser</a:t>
            </a:r>
          </a:p>
          <a:p>
            <a:pPr lvl="1"/>
            <a:r>
              <a:rPr lang="nb-NO" dirty="0"/>
              <a:t>Class C: 10.0.0.0 – 10.255.255.255 (/8) – 16 777 216 adresser </a:t>
            </a:r>
          </a:p>
          <a:p>
            <a:pPr lvl="1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242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D64A12F0-8158-4372-9761-AD0A6ED3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Mask..... Subnet mask - Funny | Best memes, Memes, Best funny pictures">
            <a:extLst>
              <a:ext uri="{FF2B5EF4-FFF2-40B4-BE49-F238E27FC236}">
                <a16:creationId xmlns:a16="http://schemas.microsoft.com/office/drawing/2014/main" id="{2964675A-446F-4171-AF02-F872DDAD7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76055" y="967532"/>
            <a:ext cx="3839890" cy="4922936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905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08D9A3A-A926-4F63-807E-ABF99437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På norsk?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C1503ED-23EE-4171-806B-A1CC27BB3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Jo større </a:t>
            </a:r>
            <a:r>
              <a:rPr lang="nb-NO" dirty="0" err="1"/>
              <a:t>subnet</a:t>
            </a:r>
            <a:r>
              <a:rPr lang="nb-NO" dirty="0"/>
              <a:t>, jo flere enheter kan være koblet til</a:t>
            </a:r>
          </a:p>
          <a:p>
            <a:r>
              <a:rPr lang="nb-NO" dirty="0"/>
              <a:t>Jo større </a:t>
            </a:r>
            <a:r>
              <a:rPr lang="nb-NO" dirty="0" err="1"/>
              <a:t>subnet</a:t>
            </a:r>
            <a:r>
              <a:rPr lang="nb-NO" dirty="0"/>
              <a:t>, jo mer arbeid for en ruter (ikke problem nå lenger)</a:t>
            </a:r>
          </a:p>
          <a:p>
            <a:r>
              <a:rPr lang="nb-NO" dirty="0"/>
              <a:t>Sjeldent mangelvare hjemme hos folk – 255 adresser (/24), pleier å holde</a:t>
            </a:r>
          </a:p>
          <a:p>
            <a:r>
              <a:rPr lang="nb-NO" dirty="0"/>
              <a:t>Essensielt i store nettverk. Hvor mange er koblet til ROGFK, tror dere?</a:t>
            </a:r>
          </a:p>
          <a:p>
            <a:endParaRPr lang="nb-NO" dirty="0"/>
          </a:p>
          <a:p>
            <a:r>
              <a:rPr lang="nb-NO" dirty="0"/>
              <a:t>I gamle dager bruktes det så små </a:t>
            </a:r>
            <a:r>
              <a:rPr lang="nb-NO" dirty="0" err="1"/>
              <a:t>subnet</a:t>
            </a:r>
            <a:r>
              <a:rPr lang="nb-NO" dirty="0"/>
              <a:t> som mulig, siden maskinvare var så dårlig. På viktige maskiner kan man bruke </a:t>
            </a:r>
            <a:r>
              <a:rPr lang="nb-NO" dirty="0" err="1"/>
              <a:t>subnet</a:t>
            </a:r>
            <a:r>
              <a:rPr lang="nb-NO" dirty="0"/>
              <a:t> /32, som betyr at det ikke kan finnes andre enheter på nettet – «</a:t>
            </a:r>
            <a:r>
              <a:rPr lang="nb-NO" dirty="0" err="1"/>
              <a:t>uhackbart</a:t>
            </a:r>
            <a:r>
              <a:rPr lang="nb-NO" dirty="0"/>
              <a:t>» via andre lokale enheter.</a:t>
            </a:r>
          </a:p>
          <a:p>
            <a:r>
              <a:rPr lang="nb-NO" dirty="0"/>
              <a:t>/31 for å la maks 2 enheter snakke sammen, osv.</a:t>
            </a:r>
          </a:p>
        </p:txBody>
      </p:sp>
    </p:spTree>
    <p:extLst>
      <p:ext uri="{BB962C8B-B14F-4D97-AF65-F5344CB8AC3E}">
        <p14:creationId xmlns:p14="http://schemas.microsoft.com/office/powerpoint/2010/main" val="2666148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D64A12F0-8158-4372-9761-AD0A6ED3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Subnetting subnets to create sub-subnets networking! - Giorgio A Tsoukalos  Hair | Meme Generator">
            <a:extLst>
              <a:ext uri="{FF2B5EF4-FFF2-40B4-BE49-F238E27FC236}">
                <a16:creationId xmlns:a16="http://schemas.microsoft.com/office/drawing/2014/main" id="{4F45D558-4A1E-4380-A6A3-77391E229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82894" y="967532"/>
            <a:ext cx="5626212" cy="4922936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534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054D430-D3AE-4B9F-98AF-20A58836A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nb-NO"/>
              <a:t>Hva kan vi bruke denne informasjonen til?</a:t>
            </a:r>
          </a:p>
        </p:txBody>
      </p:sp>
      <p:graphicFrame>
        <p:nvGraphicFramePr>
          <p:cNvPr id="17" name="Plassholder for innhold 2">
            <a:extLst>
              <a:ext uri="{FF2B5EF4-FFF2-40B4-BE49-F238E27FC236}">
                <a16:creationId xmlns:a16="http://schemas.microsoft.com/office/drawing/2014/main" id="{884A43D2-3C11-7DEF-ED9D-26DB9F2DC5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443479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7726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1C9A64C-817B-49D9-A0C9-F200D539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970450"/>
          </a:xfrm>
        </p:spPr>
        <p:txBody>
          <a:bodyPr>
            <a:normAutofit/>
          </a:bodyPr>
          <a:lstStyle/>
          <a:p>
            <a:r>
              <a:rPr lang="nb-NO" dirty="0"/>
              <a:t>VLAN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B412A8B-353A-46D9-A211-FF78B92C2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28801"/>
            <a:ext cx="5978072" cy="3866048"/>
          </a:xfrm>
        </p:spPr>
        <p:txBody>
          <a:bodyPr anchor="ctr">
            <a:normAutofit/>
          </a:bodyPr>
          <a:lstStyle/>
          <a:p>
            <a:pPr>
              <a:buClr>
                <a:srgbClr val="CCCC29"/>
              </a:buClr>
            </a:pPr>
            <a:r>
              <a:rPr lang="nb-NO" dirty="0"/>
              <a:t>Nå har vi prøvd å </a:t>
            </a:r>
            <a:r>
              <a:rPr lang="nb-NO" dirty="0" err="1"/>
              <a:t>virtualisert</a:t>
            </a:r>
            <a:r>
              <a:rPr lang="nb-NO" dirty="0"/>
              <a:t> maskiner</a:t>
            </a:r>
          </a:p>
          <a:p>
            <a:pPr>
              <a:buClr>
                <a:srgbClr val="CCCC29"/>
              </a:buClr>
            </a:pPr>
            <a:r>
              <a:rPr lang="nb-NO" dirty="0"/>
              <a:t>LAN står for </a:t>
            </a:r>
            <a:r>
              <a:rPr lang="nb-NO" dirty="0" err="1"/>
              <a:t>Local</a:t>
            </a:r>
            <a:r>
              <a:rPr lang="nb-NO" dirty="0"/>
              <a:t> Area Network, altså et lokalt internett</a:t>
            </a:r>
          </a:p>
          <a:p>
            <a:pPr>
              <a:buClr>
                <a:srgbClr val="CCCC29"/>
              </a:buClr>
            </a:pPr>
            <a:r>
              <a:rPr lang="nb-NO" dirty="0" err="1"/>
              <a:t>V’en</a:t>
            </a:r>
            <a:r>
              <a:rPr lang="nb-NO" dirty="0"/>
              <a:t> i VLAN står for Virtual</a:t>
            </a:r>
          </a:p>
          <a:p>
            <a:pPr>
              <a:buClr>
                <a:srgbClr val="CCCC29"/>
              </a:buClr>
            </a:pPr>
            <a:r>
              <a:rPr lang="nb-NO" dirty="0"/>
              <a:t>VLAN er et lag som </a:t>
            </a:r>
            <a:r>
              <a:rPr lang="nb-NO" dirty="0" err="1"/>
              <a:t>gies</a:t>
            </a:r>
            <a:r>
              <a:rPr lang="nb-NO" dirty="0"/>
              <a:t> til </a:t>
            </a:r>
            <a:r>
              <a:rPr lang="nb-NO" dirty="0" err="1"/>
              <a:t>subnet</a:t>
            </a:r>
            <a:endParaRPr lang="nb-NO" dirty="0"/>
          </a:p>
          <a:p>
            <a:pPr>
              <a:buClr>
                <a:srgbClr val="CCCC29"/>
              </a:buClr>
            </a:pPr>
            <a:endParaRPr lang="nb-NO" dirty="0"/>
          </a:p>
          <a:p>
            <a:pPr>
              <a:buClr>
                <a:srgbClr val="CCCC29"/>
              </a:buClr>
            </a:pPr>
            <a:r>
              <a:rPr lang="nb-NO" dirty="0"/>
              <a:t>Deler opp nettverket i flere nettverk, wow!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1CF706DA-13E8-4A4F-9260-551FB8127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6146" name="Picture 2" descr="They're The Same Picture Meme - Imgflip">
            <a:extLst>
              <a:ext uri="{FF2B5EF4-FFF2-40B4-BE49-F238E27FC236}">
                <a16:creationId xmlns:a16="http://schemas.microsoft.com/office/drawing/2014/main" id="{BB310591-ECF0-4BC3-A5C5-85E7E15C1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22" r="-3" b="-3"/>
          <a:stretch/>
        </p:blipFill>
        <p:spPr bwMode="auto">
          <a:xfrm>
            <a:off x="7552945" y="643465"/>
            <a:ext cx="3995592" cy="510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395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9CB69BB-0255-4CB4-8FE7-2B22A1ABC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nb-NO" dirty="0"/>
              <a:t>Det mest «vanlige» eksempelet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A4711A2-9EDC-4442-B937-F66220A9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546272" cy="4058751"/>
          </a:xfrm>
        </p:spPr>
        <p:txBody>
          <a:bodyPr anchor="ctr">
            <a:normAutofit fontScale="92500"/>
          </a:bodyPr>
          <a:lstStyle/>
          <a:p>
            <a:pPr>
              <a:buClr>
                <a:srgbClr val="E5694A"/>
              </a:buClr>
            </a:pPr>
            <a:r>
              <a:rPr lang="nb-NO" dirty="0"/>
              <a:t>En bolig, med utleierdel</a:t>
            </a:r>
          </a:p>
          <a:p>
            <a:pPr>
              <a:buClr>
                <a:srgbClr val="E5694A"/>
              </a:buClr>
            </a:pPr>
            <a:r>
              <a:rPr lang="nb-NO" dirty="0"/>
              <a:t>1 Internett linje, 2 ulike familier</a:t>
            </a:r>
          </a:p>
          <a:p>
            <a:pPr>
              <a:buClr>
                <a:srgbClr val="E5694A"/>
              </a:buClr>
            </a:pPr>
            <a:endParaRPr lang="nb-NO" dirty="0"/>
          </a:p>
          <a:p>
            <a:pPr>
              <a:buClr>
                <a:srgbClr val="E5694A"/>
              </a:buClr>
            </a:pPr>
            <a:r>
              <a:rPr lang="nb-NO" dirty="0"/>
              <a:t>Skal «naboen» ha tilgang til din Apple TV? NEI!</a:t>
            </a:r>
          </a:p>
          <a:p>
            <a:pPr>
              <a:buClr>
                <a:srgbClr val="E5694A"/>
              </a:buClr>
            </a:pPr>
            <a:r>
              <a:rPr lang="nb-NO" dirty="0"/>
              <a:t>Løsningen: VLAN.</a:t>
            </a:r>
          </a:p>
          <a:p>
            <a:pPr>
              <a:buClr>
                <a:srgbClr val="E5694A"/>
              </a:buClr>
            </a:pPr>
            <a:r>
              <a:rPr lang="nb-NO" dirty="0"/>
              <a:t>Bolig 1: 192.168.1.x/24</a:t>
            </a:r>
          </a:p>
          <a:p>
            <a:pPr>
              <a:buClr>
                <a:srgbClr val="E5694A"/>
              </a:buClr>
            </a:pPr>
            <a:r>
              <a:rPr lang="nb-NO" dirty="0"/>
              <a:t>Bolig 2: 192.168.2.x/24</a:t>
            </a:r>
          </a:p>
          <a:p>
            <a:pPr>
              <a:buClr>
                <a:srgbClr val="E5694A"/>
              </a:buClr>
            </a:pPr>
            <a:r>
              <a:rPr lang="nb-NO" dirty="0"/>
              <a:t>192.168.2.2 kan snakke med 192.168.2.4</a:t>
            </a:r>
          </a:p>
          <a:p>
            <a:pPr>
              <a:buClr>
                <a:srgbClr val="E5694A"/>
              </a:buClr>
            </a:pPr>
            <a:r>
              <a:rPr lang="nb-NO" dirty="0"/>
              <a:t>192.168.2.2 kan IKKE snakke med 192.168.1.4</a:t>
            </a:r>
          </a:p>
        </p:txBody>
      </p:sp>
      <p:pic>
        <p:nvPicPr>
          <p:cNvPr id="7170" name="Picture 2" descr="Additional Dwelling Units / Second Residential Units - Municipality of West  Elgin">
            <a:extLst>
              <a:ext uri="{FF2B5EF4-FFF2-40B4-BE49-F238E27FC236}">
                <a16:creationId xmlns:a16="http://schemas.microsoft.com/office/drawing/2014/main" id="{34350B15-EF13-4C98-9057-C39607B68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45249" y="1874230"/>
            <a:ext cx="5070513" cy="391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547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E768211-6F2E-4BFC-AC9C-71D69A014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nb-NO" dirty="0"/>
              <a:t>Andre eksempler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627E166-0163-4DAB-9F14-55F0FA8B4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546272" cy="4058751"/>
          </a:xfrm>
        </p:spPr>
        <p:txBody>
          <a:bodyPr anchor="ctr">
            <a:normAutofit/>
          </a:bodyPr>
          <a:lstStyle/>
          <a:p>
            <a:pPr>
              <a:buClr>
                <a:srgbClr val="DF1E41"/>
              </a:buClr>
            </a:pPr>
            <a:r>
              <a:rPr lang="nb-NO" dirty="0"/>
              <a:t>Gjestenett - gi gjester egne </a:t>
            </a:r>
            <a:r>
              <a:rPr lang="nb-NO" dirty="0" err="1"/>
              <a:t>ip</a:t>
            </a:r>
            <a:r>
              <a:rPr lang="nb-NO" dirty="0"/>
              <a:t>-adresser</a:t>
            </a:r>
          </a:p>
          <a:p>
            <a:pPr>
              <a:buClr>
                <a:srgbClr val="DF1E41"/>
              </a:buClr>
            </a:pPr>
            <a:r>
              <a:rPr lang="nb-NO" dirty="0"/>
              <a:t>Blokker gjester fra å kommunisere med andre gjester og enheter</a:t>
            </a:r>
          </a:p>
          <a:p>
            <a:pPr>
              <a:buClr>
                <a:srgbClr val="DF1E41"/>
              </a:buClr>
            </a:pPr>
            <a:endParaRPr lang="nb-NO" dirty="0"/>
          </a:p>
          <a:p>
            <a:pPr>
              <a:buClr>
                <a:srgbClr val="DF1E41"/>
              </a:buClr>
            </a:pPr>
            <a:r>
              <a:rPr lang="nb-NO" dirty="0"/>
              <a:t>Ansatt-nett</a:t>
            </a:r>
          </a:p>
          <a:p>
            <a:pPr>
              <a:buClr>
                <a:srgbClr val="DF1E41"/>
              </a:buClr>
            </a:pPr>
            <a:r>
              <a:rPr lang="nb-NO" dirty="0"/>
              <a:t>Administrativt-nett</a:t>
            </a:r>
          </a:p>
          <a:p>
            <a:pPr>
              <a:buClr>
                <a:srgbClr val="DF1E41"/>
              </a:buClr>
            </a:pPr>
            <a:r>
              <a:rPr lang="nb-NO" dirty="0" err="1"/>
              <a:t>IoT</a:t>
            </a:r>
            <a:r>
              <a:rPr lang="nb-NO" dirty="0"/>
              <a:t>-nett – Blokker printeren fra å kunne snakke med dørlåsen!</a:t>
            </a:r>
          </a:p>
          <a:p>
            <a:pPr>
              <a:buClr>
                <a:srgbClr val="DF1E41"/>
              </a:buClr>
            </a:pPr>
            <a:r>
              <a:rPr lang="nb-NO" dirty="0"/>
              <a:t>Elevnett</a:t>
            </a:r>
          </a:p>
        </p:txBody>
      </p:sp>
      <p:pic>
        <p:nvPicPr>
          <p:cNvPr id="8196" name="Picture 4" descr="Wi-Fi Guest &amp; BYOD On-Boarding - Khipu Networks">
            <a:extLst>
              <a:ext uri="{FF2B5EF4-FFF2-40B4-BE49-F238E27FC236}">
                <a16:creationId xmlns:a16="http://schemas.microsoft.com/office/drawing/2014/main" id="{A000698D-B058-424A-A3E3-427A708E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19803" y="2132822"/>
            <a:ext cx="3358977" cy="3258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354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652D62-ECFB-408E-ABE6-155A644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FEA985-924B-4044-8778-32D1E7164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EED75BF1-A485-484E-B3A0-D47AED8BE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6"/>
            <a:ext cx="3740815" cy="4827693"/>
          </a:xfrm>
        </p:spPr>
        <p:txBody>
          <a:bodyPr>
            <a:normAutofit/>
          </a:bodyPr>
          <a:lstStyle/>
          <a:p>
            <a:pPr algn="r"/>
            <a:r>
              <a:rPr lang="nb-NO" dirty="0"/>
              <a:t>Infrastruktur i 1IM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C7F9CB-BCC3-4648-8DEF-07B0887D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1187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5225E4A-FF17-4B84-B070-5E4D8B69E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7765" y="963507"/>
            <a:ext cx="5959791" cy="4827694"/>
          </a:xfrm>
          <a:effectLst/>
        </p:spPr>
        <p:txBody>
          <a:bodyPr anchor="ctr">
            <a:normAutofit/>
          </a:bodyPr>
          <a:lstStyle/>
          <a:p>
            <a:r>
              <a:rPr lang="nb-NO" dirty="0">
                <a:solidFill>
                  <a:schemeClr val="tx1"/>
                </a:solidFill>
              </a:rPr>
              <a:t>192.168.100.x/24 – IKT Lab (</a:t>
            </a:r>
            <a:r>
              <a:rPr lang="nb-NO" dirty="0" err="1">
                <a:solidFill>
                  <a:schemeClr val="tx1"/>
                </a:solidFill>
              </a:rPr>
              <a:t>Raspberry</a:t>
            </a:r>
            <a:r>
              <a:rPr lang="nb-NO" dirty="0">
                <a:solidFill>
                  <a:schemeClr val="tx1"/>
                </a:solidFill>
              </a:rPr>
              <a:t> Pi)</a:t>
            </a:r>
          </a:p>
          <a:p>
            <a:r>
              <a:rPr lang="nb-NO" dirty="0">
                <a:solidFill>
                  <a:schemeClr val="tx1"/>
                </a:solidFill>
              </a:rPr>
              <a:t>192.168.200.x/24 – </a:t>
            </a:r>
            <a:r>
              <a:rPr lang="nb-NO" dirty="0" err="1">
                <a:solidFill>
                  <a:schemeClr val="tx1"/>
                </a:solidFill>
              </a:rPr>
              <a:t>Admin</a:t>
            </a:r>
            <a:r>
              <a:rPr lang="nb-NO" dirty="0">
                <a:solidFill>
                  <a:schemeClr val="tx1"/>
                </a:solidFill>
              </a:rPr>
              <a:t> (Bare meg)</a:t>
            </a:r>
          </a:p>
          <a:p>
            <a:r>
              <a:rPr lang="nb-NO" dirty="0">
                <a:solidFill>
                  <a:schemeClr val="tx1"/>
                </a:solidFill>
              </a:rPr>
              <a:t>172.16-31.x.x/12 – IKT IM (Dere)</a:t>
            </a:r>
          </a:p>
          <a:p>
            <a:r>
              <a:rPr lang="nb-NO" dirty="0">
                <a:solidFill>
                  <a:schemeClr val="tx1"/>
                </a:solidFill>
              </a:rPr>
              <a:t>10.13.37.x/24 – Gaming</a:t>
            </a:r>
          </a:p>
          <a:p>
            <a:endParaRPr lang="nb-NO" dirty="0">
              <a:solidFill>
                <a:schemeClr val="tx1"/>
              </a:solidFill>
            </a:endParaRPr>
          </a:p>
          <a:p>
            <a:r>
              <a:rPr lang="nb-NO" dirty="0">
                <a:solidFill>
                  <a:schemeClr val="tx1"/>
                </a:solidFill>
              </a:rPr>
              <a:t>Regler for kommunikasjon mellom VLAN er ikke VG1 pensum, men…</a:t>
            </a:r>
          </a:p>
        </p:txBody>
      </p:sp>
    </p:spTree>
    <p:extLst>
      <p:ext uri="{BB962C8B-B14F-4D97-AF65-F5344CB8AC3E}">
        <p14:creationId xmlns:p14="http://schemas.microsoft.com/office/powerpoint/2010/main" val="3153145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5AA2A68-826E-4E13-BA99-3D3D36022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1329596"/>
          </a:xfrm>
        </p:spPr>
        <p:txBody>
          <a:bodyPr>
            <a:normAutofit/>
          </a:bodyPr>
          <a:lstStyle/>
          <a:p>
            <a:r>
              <a:rPr lang="nb-NO"/>
              <a:t>Så… Hvordan?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659255D-378C-4C84-80DB-1E1CAE568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57363"/>
            <a:ext cx="5978072" cy="4550568"/>
          </a:xfrm>
        </p:spPr>
        <p:txBody>
          <a:bodyPr anchor="ctr">
            <a:normAutofit/>
          </a:bodyPr>
          <a:lstStyle/>
          <a:p>
            <a:pPr>
              <a:buClr>
                <a:srgbClr val="0093FC"/>
              </a:buClr>
            </a:pPr>
            <a:r>
              <a:rPr lang="nb-NO" dirty="0"/>
              <a:t>Vi har ikke 20.000 enheter å teste med, så mye er teoretisk, heldigvis er det IKKE vanskelig. Men det er mye man kan vurdere.</a:t>
            </a:r>
          </a:p>
          <a:p>
            <a:pPr>
              <a:buClr>
                <a:srgbClr val="0093FC"/>
              </a:buClr>
            </a:pPr>
            <a:r>
              <a:rPr lang="nb-NO" dirty="0">
                <a:hlinkClick r:id="rId3"/>
              </a:rPr>
              <a:t>https://www.subnet-calculator.com/</a:t>
            </a:r>
            <a:endParaRPr lang="nb-NO" dirty="0"/>
          </a:p>
          <a:p>
            <a:pPr>
              <a:buClr>
                <a:srgbClr val="0093FC"/>
              </a:buClr>
            </a:pPr>
            <a:endParaRPr lang="nb-NO" dirty="0"/>
          </a:p>
          <a:p>
            <a:pPr>
              <a:buClr>
                <a:srgbClr val="0093FC"/>
              </a:buClr>
            </a:pPr>
            <a:r>
              <a:rPr lang="nb-NO" dirty="0"/>
              <a:t>Oppgave: Planlegg </a:t>
            </a:r>
            <a:r>
              <a:rPr lang="nb-NO" dirty="0" err="1"/>
              <a:t>subnet</a:t>
            </a:r>
            <a:r>
              <a:rPr lang="nb-NO" dirty="0"/>
              <a:t>/</a:t>
            </a:r>
            <a:r>
              <a:rPr lang="nb-NO" dirty="0" err="1"/>
              <a:t>vlan</a:t>
            </a:r>
            <a:r>
              <a:rPr lang="nb-NO" dirty="0"/>
              <a:t> for en bedrift:</a:t>
            </a:r>
          </a:p>
          <a:p>
            <a:pPr lvl="1">
              <a:buClr>
                <a:srgbClr val="0093FC"/>
              </a:buClr>
            </a:pPr>
            <a:r>
              <a:rPr lang="nb-NO" dirty="0"/>
              <a:t>350 Ansatte</a:t>
            </a:r>
          </a:p>
          <a:p>
            <a:pPr lvl="1">
              <a:buClr>
                <a:srgbClr val="0093FC"/>
              </a:buClr>
            </a:pPr>
            <a:r>
              <a:rPr lang="nb-NO" dirty="0"/>
              <a:t>50 IT-personell</a:t>
            </a:r>
          </a:p>
          <a:p>
            <a:pPr lvl="1">
              <a:buClr>
                <a:srgbClr val="0093FC"/>
              </a:buClr>
            </a:pPr>
            <a:r>
              <a:rPr lang="nb-NO" dirty="0"/>
              <a:t>80 printere</a:t>
            </a:r>
          </a:p>
          <a:p>
            <a:pPr lvl="1">
              <a:buClr>
                <a:srgbClr val="0093FC"/>
              </a:buClr>
            </a:pPr>
            <a:r>
              <a:rPr lang="nb-NO" dirty="0"/>
              <a:t>19500 besøkende</a:t>
            </a:r>
          </a:p>
          <a:p>
            <a:pPr lvl="1">
              <a:buClr>
                <a:srgbClr val="0093FC"/>
              </a:buClr>
            </a:pPr>
            <a:r>
              <a:rPr lang="nb-NO" dirty="0"/>
              <a:t>180 sikkerhetskamera</a:t>
            </a:r>
          </a:p>
        </p:txBody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8A9A3EAD-8A08-4B9F-97DA-24FAAAADC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945" y="1027691"/>
            <a:ext cx="3995592" cy="433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567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943B6676-D85D-4F07-8780-720E2059A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nb-NO" sz="3600"/>
              <a:t>Mitt forslag:</a:t>
            </a:r>
          </a:p>
        </p:txBody>
      </p:sp>
      <p:cxnSp>
        <p:nvCxnSpPr>
          <p:cNvPr id="13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49B7750-A664-4CF9-8248-929952DD2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900" dirty="0"/>
              <a:t>Ansatt-nett: 10.150.0.1/16 – 65 534 adresser</a:t>
            </a:r>
          </a:p>
          <a:p>
            <a:pPr>
              <a:lnSpc>
                <a:spcPct val="90000"/>
              </a:lnSpc>
            </a:pPr>
            <a:r>
              <a:rPr lang="nb-NO" sz="1900" dirty="0"/>
              <a:t>Servere: 10.50.0.1/16 – 65 534 adresser</a:t>
            </a:r>
          </a:p>
          <a:p>
            <a:pPr>
              <a:lnSpc>
                <a:spcPct val="90000"/>
              </a:lnSpc>
            </a:pPr>
            <a:r>
              <a:rPr lang="nb-NO" sz="1900" dirty="0"/>
              <a:t>IT-nett: 10.200.0.1/20 – 4 094 adresser</a:t>
            </a:r>
          </a:p>
          <a:p>
            <a:pPr>
              <a:lnSpc>
                <a:spcPct val="90000"/>
              </a:lnSpc>
            </a:pPr>
            <a:r>
              <a:rPr lang="nb-NO" sz="1900" dirty="0"/>
              <a:t>Printernett: 10.100.0.1/24 – 254 adresser</a:t>
            </a:r>
          </a:p>
          <a:p>
            <a:pPr>
              <a:lnSpc>
                <a:spcPct val="90000"/>
              </a:lnSpc>
            </a:pPr>
            <a:r>
              <a:rPr lang="nb-NO" sz="1900" dirty="0"/>
              <a:t>Sikkerhetskamera: 10.110.0.1/21 – 2 046 adresser</a:t>
            </a:r>
          </a:p>
          <a:p>
            <a:pPr>
              <a:lnSpc>
                <a:spcPct val="90000"/>
              </a:lnSpc>
            </a:pPr>
            <a:r>
              <a:rPr lang="nb-NO" sz="1900" dirty="0"/>
              <a:t>Gjestenett: 172.16.0.1/12 – 1 048 574 adresser</a:t>
            </a:r>
          </a:p>
          <a:p>
            <a:pPr>
              <a:lnSpc>
                <a:spcPct val="90000"/>
              </a:lnSpc>
            </a:pPr>
            <a:endParaRPr lang="nb-NO" sz="1900" dirty="0"/>
          </a:p>
          <a:p>
            <a:pPr>
              <a:lnSpc>
                <a:spcPct val="90000"/>
              </a:lnSpc>
            </a:pPr>
            <a:r>
              <a:rPr lang="nb-NO" sz="1900" dirty="0"/>
              <a:t>Mye plass for skalering, gode hopp mellom de</a:t>
            </a:r>
          </a:p>
          <a:p>
            <a:pPr>
              <a:lnSpc>
                <a:spcPct val="90000"/>
              </a:lnSpc>
            </a:pPr>
            <a:r>
              <a:rPr lang="nb-NO" sz="1900" dirty="0"/>
              <a:t>Men hvor skal… servere?</a:t>
            </a:r>
          </a:p>
          <a:p>
            <a:pPr>
              <a:lnSpc>
                <a:spcPct val="90000"/>
              </a:lnSpc>
            </a:pPr>
            <a:endParaRPr lang="nb-NO" sz="1900" dirty="0"/>
          </a:p>
          <a:p>
            <a:pPr>
              <a:lnSpc>
                <a:spcPct val="90000"/>
              </a:lnSpc>
            </a:pPr>
            <a:r>
              <a:rPr lang="nb-NO" sz="1900" dirty="0"/>
              <a:t>Konklusjon: Det er vanskelig, men alt i alt så betyr det ikke så veldig mye</a:t>
            </a:r>
          </a:p>
        </p:txBody>
      </p:sp>
    </p:spTree>
    <p:extLst>
      <p:ext uri="{BB962C8B-B14F-4D97-AF65-F5344CB8AC3E}">
        <p14:creationId xmlns:p14="http://schemas.microsoft.com/office/powerpoint/2010/main" val="2892257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Democracy – is the glass half full or half empty? | International IDEA">
            <a:extLst>
              <a:ext uri="{FF2B5EF4-FFF2-40B4-BE49-F238E27FC236}">
                <a16:creationId xmlns:a16="http://schemas.microsoft.com/office/drawing/2014/main" id="{B04E2812-5677-4B5B-8DE3-B7154F5A9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2EB5B5C4-0775-43EC-91E6-40B4EEC1B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693" y="1769540"/>
            <a:ext cx="9440034" cy="1828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Optimist / Pessimist tankegang</a:t>
            </a:r>
          </a:p>
        </p:txBody>
      </p:sp>
    </p:spTree>
    <p:extLst>
      <p:ext uri="{BB962C8B-B14F-4D97-AF65-F5344CB8AC3E}">
        <p14:creationId xmlns:p14="http://schemas.microsoft.com/office/powerpoint/2010/main" val="28275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A80B89F-2698-4911-8CA8-E5BA8F08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970450"/>
          </a:xfrm>
        </p:spPr>
        <p:txBody>
          <a:bodyPr>
            <a:normAutofit/>
          </a:bodyPr>
          <a:lstStyle/>
          <a:p>
            <a:r>
              <a:rPr lang="nb-NO"/>
              <a:t>Neste år…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8DD4278-9E51-4180-BB96-5EEDB0B13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28801"/>
            <a:ext cx="5978072" cy="3866048"/>
          </a:xfrm>
        </p:spPr>
        <p:txBody>
          <a:bodyPr anchor="ctr">
            <a:normAutofit/>
          </a:bodyPr>
          <a:lstStyle/>
          <a:p>
            <a:pPr>
              <a:buClr>
                <a:srgbClr val="E4B264"/>
              </a:buClr>
            </a:pPr>
            <a:r>
              <a:rPr lang="nb-NO" dirty="0"/>
              <a:t>250.000 ansatte?</a:t>
            </a:r>
          </a:p>
          <a:p>
            <a:pPr>
              <a:buClr>
                <a:srgbClr val="E4B264"/>
              </a:buClr>
            </a:pPr>
            <a:r>
              <a:rPr lang="nb-NO" dirty="0"/>
              <a:t>1.328.500 besøkende</a:t>
            </a:r>
          </a:p>
          <a:p>
            <a:pPr>
              <a:buClr>
                <a:srgbClr val="E4B264"/>
              </a:buClr>
            </a:pPr>
            <a:endParaRPr lang="nb-NO" dirty="0"/>
          </a:p>
          <a:p>
            <a:pPr>
              <a:buClr>
                <a:srgbClr val="E4B264"/>
              </a:buClr>
            </a:pPr>
            <a:r>
              <a:rPr lang="nb-NO" dirty="0"/>
              <a:t>… populært å ha </a:t>
            </a:r>
            <a:r>
              <a:rPr lang="nb-NO" dirty="0" err="1"/>
              <a:t>WiFi</a:t>
            </a:r>
            <a:r>
              <a:rPr lang="nb-NO" dirty="0"/>
              <a:t> klokke blant folk?</a:t>
            </a:r>
          </a:p>
          <a:p>
            <a:pPr>
              <a:buClr>
                <a:srgbClr val="E4B264"/>
              </a:buClr>
            </a:pPr>
            <a:r>
              <a:rPr lang="nb-NO" dirty="0"/>
              <a:t>… Ansatte tar med smart-høyttalere og lignende?</a:t>
            </a:r>
          </a:p>
          <a:p>
            <a:pPr>
              <a:buClr>
                <a:srgbClr val="E4B264"/>
              </a:buClr>
            </a:pPr>
            <a:endParaRPr lang="nb-NO" dirty="0"/>
          </a:p>
          <a:p>
            <a:pPr>
              <a:buClr>
                <a:srgbClr val="E4B264"/>
              </a:buClr>
            </a:pPr>
            <a:r>
              <a:rPr lang="nb-NO" dirty="0"/>
              <a:t>Husk: IT-folk er late. Planlegg for en optimistisk fremtid, i tilfelle ting går god!</a:t>
            </a:r>
          </a:p>
        </p:txBody>
      </p:sp>
      <p:pic>
        <p:nvPicPr>
          <p:cNvPr id="10244" name="Picture 70">
            <a:extLst>
              <a:ext uri="{FF2B5EF4-FFF2-40B4-BE49-F238E27FC236}">
                <a16:creationId xmlns:a16="http://schemas.microsoft.com/office/drawing/2014/main" id="{1CF706DA-13E8-4A4F-9260-551FB8127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10242" name="Picture 2" descr="Optimist (sang) – Wikipedia">
            <a:extLst>
              <a:ext uri="{FF2B5EF4-FFF2-40B4-BE49-F238E27FC236}">
                <a16:creationId xmlns:a16="http://schemas.microsoft.com/office/drawing/2014/main" id="{A085C550-12C6-43FE-A7A5-96CD3C5D78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2" r="21326" b="-1"/>
          <a:stretch/>
        </p:blipFill>
        <p:spPr bwMode="auto">
          <a:xfrm>
            <a:off x="7552945" y="643465"/>
            <a:ext cx="3995592" cy="510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0052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99A381C-39D9-438D-884A-BE592A899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9441" y="1233378"/>
            <a:ext cx="5441285" cy="23649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Pustepause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DBF7BBCC-A085-493E-83D9-01D4F8E88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  <p:pic>
        <p:nvPicPr>
          <p:cNvPr id="11266" name="Picture 2" descr="Don't forget breathe!!! - Despicable Me Minion | Meme Generator">
            <a:extLst>
              <a:ext uri="{FF2B5EF4-FFF2-40B4-BE49-F238E27FC236}">
                <a16:creationId xmlns:a16="http://schemas.microsoft.com/office/drawing/2014/main" id="{B2E38031-05FC-407F-B4A9-B7DEB68048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5" r="12461"/>
          <a:stretch/>
        </p:blipFill>
        <p:spPr bwMode="auto">
          <a:xfrm>
            <a:off x="20" y="10"/>
            <a:ext cx="457162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38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8A5A2C9-99E4-44FB-B57B-9276BBFE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Ressurser for å lære mer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4E662A0-C0B7-4AFF-A8B0-5E4D53289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/>
              <a:t>YouTube</a:t>
            </a:r>
            <a:r>
              <a:rPr lang="nb-NO" dirty="0"/>
              <a:t> (Praksis): Crosstalk Solutions - </a:t>
            </a:r>
            <a:r>
              <a:rPr lang="nb-NO" dirty="0">
                <a:hlinkClick r:id="rId2"/>
              </a:rPr>
              <a:t>https://youtu.be/UGBobTInIBc</a:t>
            </a:r>
            <a:endParaRPr lang="nb-NO" dirty="0"/>
          </a:p>
          <a:p>
            <a:r>
              <a:rPr lang="nb-NO" dirty="0" err="1"/>
              <a:t>YouTube</a:t>
            </a:r>
            <a:r>
              <a:rPr lang="nb-NO" dirty="0"/>
              <a:t> (Teori): CBT Nuggets - </a:t>
            </a:r>
            <a:r>
              <a:rPr lang="nb-NO" dirty="0">
                <a:hlinkClick r:id="rId3"/>
              </a:rPr>
              <a:t>https://youtu.be/ghohva2uEJA</a:t>
            </a:r>
            <a:r>
              <a:rPr lang="nb-NO" dirty="0"/>
              <a:t> 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27646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652D62-ECFB-408E-ABE6-155A644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FEA985-924B-4044-8778-32D1E7164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E8984B4-3CA3-4A5E-80BD-CA04485C0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6"/>
            <a:ext cx="3740815" cy="4827693"/>
          </a:xfrm>
        </p:spPr>
        <p:txBody>
          <a:bodyPr>
            <a:normAutofit/>
          </a:bodyPr>
          <a:lstStyle/>
          <a:p>
            <a:pPr algn="r"/>
            <a:r>
              <a:rPr lang="nb-NO" dirty="0"/>
              <a:t>Bedriftsnett</a:t>
            </a:r>
            <a:endParaRPr lang="nb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C7F9CB-BCC3-4648-8DEF-07B0887D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1187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8473CBD-1D2F-4C36-9F26-D9A27F33C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7765" y="963507"/>
            <a:ext cx="5959791" cy="4827694"/>
          </a:xfrm>
          <a:effectLst/>
        </p:spPr>
        <p:txBody>
          <a:bodyPr anchor="ctr">
            <a:normAutofit/>
          </a:bodyPr>
          <a:lstStyle/>
          <a:p>
            <a:r>
              <a:rPr lang="nb-NO">
                <a:solidFill>
                  <a:schemeClr val="tx1"/>
                </a:solidFill>
                <a:hlinkClick r:id="rId3"/>
              </a:rPr>
              <a:t>https://design.ui.com/</a:t>
            </a:r>
            <a:endParaRPr lang="nb-NO">
              <a:solidFill>
                <a:schemeClr val="tx1"/>
              </a:solidFill>
            </a:endParaRPr>
          </a:p>
          <a:p>
            <a:endParaRPr lang="nb-N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182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3967F0D-CFB3-A8A4-A054-64EF7636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38C2205-1250-0343-57F0-E76B14E9F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75186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ifer">
  <a:themeElements>
    <a:clrScheme name="Ski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ki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ki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C9CA4F3D36C0645B224052DC06A9045" ma:contentTypeVersion="9" ma:contentTypeDescription="Opprett et nytt dokument." ma:contentTypeScope="" ma:versionID="fdcbb0d73f8fe2b1c03446a3056d65f8">
  <xsd:schema xmlns:xsd="http://www.w3.org/2001/XMLSchema" xmlns:xs="http://www.w3.org/2001/XMLSchema" xmlns:p="http://schemas.microsoft.com/office/2006/metadata/properties" xmlns:ns2="0675fdb4-be9a-45d8-b51e-c805e05896f3" targetNamespace="http://schemas.microsoft.com/office/2006/metadata/properties" ma:root="true" ma:fieldsID="1b42aab36b83ed78749874e58305cf56" ns2:_="">
    <xsd:import namespace="0675fdb4-be9a-45d8-b51e-c805e05896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5fdb4-be9a-45d8-b51e-c805e05896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75fdb4-be9a-45d8-b51e-c805e05896f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4C1C81A-D003-49DD-B378-F96C880AF914}"/>
</file>

<file path=customXml/itemProps2.xml><?xml version="1.0" encoding="utf-8"?>
<ds:datastoreItem xmlns:ds="http://schemas.openxmlformats.org/officeDocument/2006/customXml" ds:itemID="{501E4FED-3D52-45CF-B10B-C8E4FE4616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2355DA-1DAD-442E-8B56-99771CD7AB8F}">
  <ds:schemaRefs>
    <ds:schemaRef ds:uri="http://purl.org/dc/dcmitype/"/>
    <ds:schemaRef ds:uri="http://schemas.microsoft.com/office/infopath/2007/PartnerControls"/>
    <ds:schemaRef ds:uri="d0e8dc06-74ad-47d5-b071-fdb0cc7d52b3"/>
    <ds:schemaRef ds:uri="http://schemas.microsoft.com/office/2006/documentManagement/types"/>
    <ds:schemaRef ds:uri="http://purl.org/dc/elements/1.1/"/>
    <ds:schemaRef ds:uri="http://schemas.microsoft.com/office/2006/metadata/properties"/>
    <ds:schemaRef ds:uri="09dadffe-16ff-4818-8959-bdb694918b60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TM04033929[[fn=Skifer]]</Template>
  <TotalTime>101</TotalTime>
  <Words>883</Words>
  <Application>Microsoft Office PowerPoint</Application>
  <PresentationFormat>Widescreen</PresentationFormat>
  <Paragraphs>117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Lysbildetitler</vt:lpstr>
      </vt:variant>
      <vt:variant>
        <vt:i4>23</vt:i4>
      </vt:variant>
    </vt:vector>
  </HeadingPairs>
  <TitlesOfParts>
    <vt:vector size="24" baseType="lpstr">
      <vt:lpstr>Skifer</vt:lpstr>
      <vt:lpstr>Subnetting &amp; VLAN</vt:lpstr>
      <vt:lpstr>Subnet</vt:lpstr>
      <vt:lpstr>Hva er et subnet</vt:lpstr>
      <vt:lpstr>Ja det er litt teknisk og kjedelig… men dette blir bra!</vt:lpstr>
      <vt:lpstr>Hva betyr det egentlig?</vt:lpstr>
      <vt:lpstr>PowerPoint-presentasjon</vt:lpstr>
      <vt:lpstr>RFC1918</vt:lpstr>
      <vt:lpstr>PowerPoint-presentasjon</vt:lpstr>
      <vt:lpstr>På norsk?</vt:lpstr>
      <vt:lpstr>PowerPoint-presentasjon</vt:lpstr>
      <vt:lpstr>Hva kan vi bruke denne informasjonen til?</vt:lpstr>
      <vt:lpstr>VLAN</vt:lpstr>
      <vt:lpstr>Det mest «vanlige» eksempelet</vt:lpstr>
      <vt:lpstr>Andre eksempler</vt:lpstr>
      <vt:lpstr>Infrastruktur i 1IM</vt:lpstr>
      <vt:lpstr>Så… Hvordan?</vt:lpstr>
      <vt:lpstr>Mitt forslag:</vt:lpstr>
      <vt:lpstr>Optimist / Pessimist tankegang</vt:lpstr>
      <vt:lpstr>Neste år…</vt:lpstr>
      <vt:lpstr>Pustepause</vt:lpstr>
      <vt:lpstr>Ressurser for å lære mer</vt:lpstr>
      <vt:lpstr>Bedriftsnett</vt:lpstr>
      <vt:lpstr>PowerPoint-presentasjon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/>
  <cp:lastModifiedBy>Sondre Grønås</cp:lastModifiedBy>
  <cp:revision>2</cp:revision>
  <dcterms:created xsi:type="dcterms:W3CDTF">2022-03-22T07:38:37Z</dcterms:created>
  <dcterms:modified xsi:type="dcterms:W3CDTF">2024-04-23T08:19:45Z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0x0101000C9CA4F3D36C0645B224052DC06A9045</vt:lpwstr>
  </property>
  <property fmtid="{D5CDD505-2E9C-101B-9397-08002B2CF9AE}" pid="3" name="MediaServiceImageTags">
    <vt:lpwstr/>
  </property>
</Properties>
</file>