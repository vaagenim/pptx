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71" r:id="rId5"/>
    <p:sldId id="257" r:id="rId6"/>
    <p:sldId id="258" r:id="rId7"/>
    <p:sldId id="259" r:id="rId8"/>
    <p:sldId id="261" r:id="rId9"/>
    <p:sldId id="262" r:id="rId10"/>
    <p:sldId id="260" r:id="rId11"/>
    <p:sldId id="267" r:id="rId12"/>
    <p:sldId id="268" r:id="rId13"/>
    <p:sldId id="269" r:id="rId14"/>
    <p:sldId id="270" r:id="rId15"/>
    <p:sldId id="264" r:id="rId16"/>
    <p:sldId id="273" r:id="rId17"/>
    <p:sldId id="266" r:id="rId18"/>
    <p:sldId id="265" r:id="rId19"/>
    <p:sldId id="26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E5CFFD-0FF2-44B0-80BB-BD373709A9EC}" v="3" dt="2021-09-13T08:25:34.0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86" d="100"/>
          <a:sy n="86" d="100"/>
        </p:scale>
        <p:origin x="33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dre Grønås" userId="S::sondre.gronas@skole.rogfk.no::eea45410-205b-43ed-aa52-5ea38a0a0a26" providerId="AD" clId="Web-{59923BF4-DB73-4E11-B2D0-19C3E8CD11EE}"/>
    <pc:docChg chg="addSld modSld">
      <pc:chgData name="Sondre Grønås" userId="S::sondre.gronas@skole.rogfk.no::eea45410-205b-43ed-aa52-5ea38a0a0a26" providerId="AD" clId="Web-{59923BF4-DB73-4E11-B2D0-19C3E8CD11EE}" dt="2020-09-23T07:49:49.843" v="86" actId="20577"/>
      <pc:docMkLst>
        <pc:docMk/>
      </pc:docMkLst>
      <pc:sldChg chg="modSp">
        <pc:chgData name="Sondre Grønås" userId="S::sondre.gronas@skole.rogfk.no::eea45410-205b-43ed-aa52-5ea38a0a0a26" providerId="AD" clId="Web-{59923BF4-DB73-4E11-B2D0-19C3E8CD11EE}" dt="2020-09-23T07:49:49.843" v="85" actId="20577"/>
        <pc:sldMkLst>
          <pc:docMk/>
          <pc:sldMk cId="4253124984" sldId="256"/>
        </pc:sldMkLst>
        <pc:spChg chg="mod">
          <ac:chgData name="Sondre Grønås" userId="S::sondre.gronas@skole.rogfk.no::eea45410-205b-43ed-aa52-5ea38a0a0a26" providerId="AD" clId="Web-{59923BF4-DB73-4E11-B2D0-19C3E8CD11EE}" dt="2020-09-23T07:49:49.843" v="85" actId="20577"/>
          <ac:spMkLst>
            <pc:docMk/>
            <pc:sldMk cId="4253124984" sldId="256"/>
            <ac:spMk id="3" creationId="{00000000-0000-0000-0000-000000000000}"/>
          </ac:spMkLst>
        </pc:spChg>
      </pc:sldChg>
      <pc:sldChg chg="addSp delSp modSp new mod setBg">
        <pc:chgData name="Sondre Grønås" userId="S::sondre.gronas@skole.rogfk.no::eea45410-205b-43ed-aa52-5ea38a0a0a26" providerId="AD" clId="Web-{59923BF4-DB73-4E11-B2D0-19C3E8CD11EE}" dt="2020-09-23T07:37:10.543" v="2"/>
        <pc:sldMkLst>
          <pc:docMk/>
          <pc:sldMk cId="1309659874" sldId="276"/>
        </pc:sldMkLst>
        <pc:spChg chg="del">
          <ac:chgData name="Sondre Grønås" userId="S::sondre.gronas@skole.rogfk.no::eea45410-205b-43ed-aa52-5ea38a0a0a26" providerId="AD" clId="Web-{59923BF4-DB73-4E11-B2D0-19C3E8CD11EE}" dt="2020-09-23T07:37:10.543" v="2"/>
          <ac:spMkLst>
            <pc:docMk/>
            <pc:sldMk cId="1309659874" sldId="276"/>
            <ac:spMk id="2" creationId="{9A40CF41-D682-49EF-A93E-56DB8DE49591}"/>
          </ac:spMkLst>
        </pc:spChg>
        <pc:spChg chg="del">
          <ac:chgData name="Sondre Grønås" userId="S::sondre.gronas@skole.rogfk.no::eea45410-205b-43ed-aa52-5ea38a0a0a26" providerId="AD" clId="Web-{59923BF4-DB73-4E11-B2D0-19C3E8CD11EE}" dt="2020-09-23T07:37:08.950" v="1"/>
          <ac:spMkLst>
            <pc:docMk/>
            <pc:sldMk cId="1309659874" sldId="276"/>
            <ac:spMk id="3" creationId="{5DE336F6-CCE8-4CD2-942A-F5D7364DA8A5}"/>
          </ac:spMkLst>
        </pc:spChg>
        <pc:spChg chg="add">
          <ac:chgData name="Sondre Grønås" userId="S::sondre.gronas@skole.rogfk.no::eea45410-205b-43ed-aa52-5ea38a0a0a26" providerId="AD" clId="Web-{59923BF4-DB73-4E11-B2D0-19C3E8CD11EE}" dt="2020-09-23T07:37:10.543" v="2"/>
          <ac:spMkLst>
            <pc:docMk/>
            <pc:sldMk cId="1309659874" sldId="276"/>
            <ac:spMk id="9" creationId="{2ABBB681-F4D2-40F2-ACC3-DE0B4B4880EF}"/>
          </ac:spMkLst>
        </pc:spChg>
        <pc:spChg chg="add">
          <ac:chgData name="Sondre Grønås" userId="S::sondre.gronas@skole.rogfk.no::eea45410-205b-43ed-aa52-5ea38a0a0a26" providerId="AD" clId="Web-{59923BF4-DB73-4E11-B2D0-19C3E8CD11EE}" dt="2020-09-23T07:37:10.543" v="2"/>
          <ac:spMkLst>
            <pc:docMk/>
            <pc:sldMk cId="1309659874" sldId="276"/>
            <ac:spMk id="11" creationId="{09388ED0-1FEF-4E11-B488-BD661D1AC1A6}"/>
          </ac:spMkLst>
        </pc:spChg>
        <pc:picChg chg="add mod ord">
          <ac:chgData name="Sondre Grønås" userId="S::sondre.gronas@skole.rogfk.no::eea45410-205b-43ed-aa52-5ea38a0a0a26" providerId="AD" clId="Web-{59923BF4-DB73-4E11-B2D0-19C3E8CD11EE}" dt="2020-09-23T07:37:10.543" v="2"/>
          <ac:picMkLst>
            <pc:docMk/>
            <pc:sldMk cId="1309659874" sldId="276"/>
            <ac:picMk id="4" creationId="{48148E0C-4E10-4F06-868E-F7B8984419DB}"/>
          </ac:picMkLst>
        </pc:picChg>
      </pc:sldChg>
    </pc:docChg>
  </pc:docChgLst>
  <pc:docChgLst>
    <pc:chgData name="Sondre Grønås" userId="S::sondre.gronas@skole.rogfk.no::eea45410-205b-43ed-aa52-5ea38a0a0a26" providerId="AD" clId="Web-{8797EABC-4178-4BFC-8991-A5AA84FC4DEF}"/>
    <pc:docChg chg="modSld addMainMaster delMainMaster">
      <pc:chgData name="Sondre Grønås" userId="S::sondre.gronas@skole.rogfk.no::eea45410-205b-43ed-aa52-5ea38a0a0a26" providerId="AD" clId="Web-{8797EABC-4178-4BFC-8991-A5AA84FC4DEF}" dt="2020-09-22T07:02:12.222" v="39"/>
      <pc:docMkLst>
        <pc:docMk/>
      </pc:docMkLst>
      <pc:sldChg chg="modSp mod modClrScheme chgLayout">
        <pc:chgData name="Sondre Grønås" userId="S::sondre.gronas@skole.rogfk.no::eea45410-205b-43ed-aa52-5ea38a0a0a26" providerId="AD" clId="Web-{8797EABC-4178-4BFC-8991-A5AA84FC4DEF}" dt="2020-09-22T07:02:12.222" v="39"/>
        <pc:sldMkLst>
          <pc:docMk/>
          <pc:sldMk cId="4253124984" sldId="256"/>
        </pc:sldMkLst>
        <pc:spChg chg="mod ord">
          <ac:chgData name="Sondre Grønås" userId="S::sondre.gronas@skole.rogfk.no::eea45410-205b-43ed-aa52-5ea38a0a0a26" providerId="AD" clId="Web-{8797EABC-4178-4BFC-8991-A5AA84FC4DEF}" dt="2020-09-22T07:02:12.222" v="39"/>
          <ac:spMkLst>
            <pc:docMk/>
            <pc:sldMk cId="4253124984" sldId="256"/>
            <ac:spMk id="2" creationId="{00000000-0000-0000-0000-000000000000}"/>
          </ac:spMkLst>
        </pc:spChg>
        <pc:spChg chg="mod ord">
          <ac:chgData name="Sondre Grønås" userId="S::sondre.gronas@skole.rogfk.no::eea45410-205b-43ed-aa52-5ea38a0a0a26" providerId="AD" clId="Web-{8797EABC-4178-4BFC-8991-A5AA84FC4DEF}" dt="2020-09-22T07:02:12.222" v="39"/>
          <ac:spMkLst>
            <pc:docMk/>
            <pc:sldMk cId="4253124984" sldId="256"/>
            <ac:spMk id="3" creationId="{00000000-0000-0000-0000-000000000000}"/>
          </ac:spMkLst>
        </pc:spChg>
      </pc:sldChg>
      <pc:sldMasterChg chg="del delSldLayout">
        <pc:chgData name="Sondre Grønås" userId="S::sondre.gronas@skole.rogfk.no::eea45410-205b-43ed-aa52-5ea38a0a0a26" providerId="AD" clId="Web-{8797EABC-4178-4BFC-8991-A5AA84FC4DEF}" dt="2020-09-22T07:02:12.222" v="39"/>
        <pc:sldMasterMkLst>
          <pc:docMk/>
          <pc:sldMasterMk cId="2649319511" sldId="2147483648"/>
        </pc:sldMasterMkLst>
        <pc:sldLayoutChg chg="del">
          <pc:chgData name="Sondre Grønås" userId="S::sondre.gronas@skole.rogfk.no::eea45410-205b-43ed-aa52-5ea38a0a0a26" providerId="AD" clId="Web-{8797EABC-4178-4BFC-8991-A5AA84FC4DEF}" dt="2020-09-22T07:02:12.222" v="39"/>
          <pc:sldLayoutMkLst>
            <pc:docMk/>
            <pc:sldMasterMk cId="2649319511" sldId="2147483648"/>
            <pc:sldLayoutMk cId="1137542638" sldId="2147483649"/>
          </pc:sldLayoutMkLst>
        </pc:sldLayoutChg>
        <pc:sldLayoutChg chg="del">
          <pc:chgData name="Sondre Grønås" userId="S::sondre.gronas@skole.rogfk.no::eea45410-205b-43ed-aa52-5ea38a0a0a26" providerId="AD" clId="Web-{8797EABC-4178-4BFC-8991-A5AA84FC4DEF}" dt="2020-09-22T07:02:12.222" v="39"/>
          <pc:sldLayoutMkLst>
            <pc:docMk/>
            <pc:sldMasterMk cId="2649319511" sldId="2147483648"/>
            <pc:sldLayoutMk cId="3074127366" sldId="2147483650"/>
          </pc:sldLayoutMkLst>
        </pc:sldLayoutChg>
        <pc:sldLayoutChg chg="del">
          <pc:chgData name="Sondre Grønås" userId="S::sondre.gronas@skole.rogfk.no::eea45410-205b-43ed-aa52-5ea38a0a0a26" providerId="AD" clId="Web-{8797EABC-4178-4BFC-8991-A5AA84FC4DEF}" dt="2020-09-22T07:02:12.222" v="39"/>
          <pc:sldLayoutMkLst>
            <pc:docMk/>
            <pc:sldMasterMk cId="2649319511" sldId="2147483648"/>
            <pc:sldLayoutMk cId="2697081350" sldId="2147483651"/>
          </pc:sldLayoutMkLst>
        </pc:sldLayoutChg>
        <pc:sldLayoutChg chg="del">
          <pc:chgData name="Sondre Grønås" userId="S::sondre.gronas@skole.rogfk.no::eea45410-205b-43ed-aa52-5ea38a0a0a26" providerId="AD" clId="Web-{8797EABC-4178-4BFC-8991-A5AA84FC4DEF}" dt="2020-09-22T07:02:12.222" v="39"/>
          <pc:sldLayoutMkLst>
            <pc:docMk/>
            <pc:sldMasterMk cId="2649319511" sldId="2147483648"/>
            <pc:sldLayoutMk cId="2764821704" sldId="2147483652"/>
          </pc:sldLayoutMkLst>
        </pc:sldLayoutChg>
        <pc:sldLayoutChg chg="del">
          <pc:chgData name="Sondre Grønås" userId="S::sondre.gronas@skole.rogfk.no::eea45410-205b-43ed-aa52-5ea38a0a0a26" providerId="AD" clId="Web-{8797EABC-4178-4BFC-8991-A5AA84FC4DEF}" dt="2020-09-22T07:02:12.222" v="39"/>
          <pc:sldLayoutMkLst>
            <pc:docMk/>
            <pc:sldMasterMk cId="2649319511" sldId="2147483648"/>
            <pc:sldLayoutMk cId="4043207736" sldId="2147483653"/>
          </pc:sldLayoutMkLst>
        </pc:sldLayoutChg>
        <pc:sldLayoutChg chg="del">
          <pc:chgData name="Sondre Grønås" userId="S::sondre.gronas@skole.rogfk.no::eea45410-205b-43ed-aa52-5ea38a0a0a26" providerId="AD" clId="Web-{8797EABC-4178-4BFC-8991-A5AA84FC4DEF}" dt="2020-09-22T07:02:12.222" v="39"/>
          <pc:sldLayoutMkLst>
            <pc:docMk/>
            <pc:sldMasterMk cId="2649319511" sldId="2147483648"/>
            <pc:sldLayoutMk cId="3347560075" sldId="2147483654"/>
          </pc:sldLayoutMkLst>
        </pc:sldLayoutChg>
        <pc:sldLayoutChg chg="del">
          <pc:chgData name="Sondre Grønås" userId="S::sondre.gronas@skole.rogfk.no::eea45410-205b-43ed-aa52-5ea38a0a0a26" providerId="AD" clId="Web-{8797EABC-4178-4BFC-8991-A5AA84FC4DEF}" dt="2020-09-22T07:02:12.222" v="39"/>
          <pc:sldLayoutMkLst>
            <pc:docMk/>
            <pc:sldMasterMk cId="2649319511" sldId="2147483648"/>
            <pc:sldLayoutMk cId="1086863534" sldId="2147483655"/>
          </pc:sldLayoutMkLst>
        </pc:sldLayoutChg>
        <pc:sldLayoutChg chg="del">
          <pc:chgData name="Sondre Grønås" userId="S::sondre.gronas@skole.rogfk.no::eea45410-205b-43ed-aa52-5ea38a0a0a26" providerId="AD" clId="Web-{8797EABC-4178-4BFC-8991-A5AA84FC4DEF}" dt="2020-09-22T07:02:12.222" v="39"/>
          <pc:sldLayoutMkLst>
            <pc:docMk/>
            <pc:sldMasterMk cId="2649319511" sldId="2147483648"/>
            <pc:sldLayoutMk cId="1635284649" sldId="2147483656"/>
          </pc:sldLayoutMkLst>
        </pc:sldLayoutChg>
        <pc:sldLayoutChg chg="del">
          <pc:chgData name="Sondre Grønås" userId="S::sondre.gronas@skole.rogfk.no::eea45410-205b-43ed-aa52-5ea38a0a0a26" providerId="AD" clId="Web-{8797EABC-4178-4BFC-8991-A5AA84FC4DEF}" dt="2020-09-22T07:02:12.222" v="39"/>
          <pc:sldLayoutMkLst>
            <pc:docMk/>
            <pc:sldMasterMk cId="2649319511" sldId="2147483648"/>
            <pc:sldLayoutMk cId="4132015190" sldId="2147483657"/>
          </pc:sldLayoutMkLst>
        </pc:sldLayoutChg>
        <pc:sldLayoutChg chg="del">
          <pc:chgData name="Sondre Grønås" userId="S::sondre.gronas@skole.rogfk.no::eea45410-205b-43ed-aa52-5ea38a0a0a26" providerId="AD" clId="Web-{8797EABC-4178-4BFC-8991-A5AA84FC4DEF}" dt="2020-09-22T07:02:12.222" v="39"/>
          <pc:sldLayoutMkLst>
            <pc:docMk/>
            <pc:sldMasterMk cId="2649319511" sldId="2147483648"/>
            <pc:sldLayoutMk cId="2170980588" sldId="2147483658"/>
          </pc:sldLayoutMkLst>
        </pc:sldLayoutChg>
        <pc:sldLayoutChg chg="del">
          <pc:chgData name="Sondre Grønås" userId="S::sondre.gronas@skole.rogfk.no::eea45410-205b-43ed-aa52-5ea38a0a0a26" providerId="AD" clId="Web-{8797EABC-4178-4BFC-8991-A5AA84FC4DEF}" dt="2020-09-22T07:02:12.222" v="39"/>
          <pc:sldLayoutMkLst>
            <pc:docMk/>
            <pc:sldMasterMk cId="2649319511" sldId="2147483648"/>
            <pc:sldLayoutMk cId="557333919" sldId="2147483659"/>
          </pc:sldLayoutMkLst>
        </pc:sldLayoutChg>
      </pc:sldMasterChg>
      <pc:sldMasterChg chg="add addSldLayout modSldLayout">
        <pc:chgData name="Sondre Grønås" userId="S::sondre.gronas@skole.rogfk.no::eea45410-205b-43ed-aa52-5ea38a0a0a26" providerId="AD" clId="Web-{8797EABC-4178-4BFC-8991-A5AA84FC4DEF}" dt="2020-09-22T07:02:12.222" v="39"/>
        <pc:sldMasterMkLst>
          <pc:docMk/>
          <pc:sldMasterMk cId="1834438426" sldId="2147483660"/>
        </pc:sldMasterMkLst>
        <pc:sldLayoutChg chg="add mod replId">
          <pc:chgData name="Sondre Grønås" userId="S::sondre.gronas@skole.rogfk.no::eea45410-205b-43ed-aa52-5ea38a0a0a26" providerId="AD" clId="Web-{8797EABC-4178-4BFC-8991-A5AA84FC4DEF}" dt="2020-09-22T07:02:12.222" v="39"/>
          <pc:sldLayoutMkLst>
            <pc:docMk/>
            <pc:sldMasterMk cId="1834438426" sldId="2147483660"/>
            <pc:sldLayoutMk cId="1034446256" sldId="2147483661"/>
          </pc:sldLayoutMkLst>
        </pc:sldLayoutChg>
        <pc:sldLayoutChg chg="add mod replId">
          <pc:chgData name="Sondre Grønås" userId="S::sondre.gronas@skole.rogfk.no::eea45410-205b-43ed-aa52-5ea38a0a0a26" providerId="AD" clId="Web-{8797EABC-4178-4BFC-8991-A5AA84FC4DEF}" dt="2020-09-22T07:02:12.222" v="39"/>
          <pc:sldLayoutMkLst>
            <pc:docMk/>
            <pc:sldMasterMk cId="1834438426" sldId="2147483660"/>
            <pc:sldLayoutMk cId="392184555" sldId="2147483662"/>
          </pc:sldLayoutMkLst>
        </pc:sldLayoutChg>
        <pc:sldLayoutChg chg="add mod replId">
          <pc:chgData name="Sondre Grønås" userId="S::sondre.gronas@skole.rogfk.no::eea45410-205b-43ed-aa52-5ea38a0a0a26" providerId="AD" clId="Web-{8797EABC-4178-4BFC-8991-A5AA84FC4DEF}" dt="2020-09-22T07:02:12.222" v="39"/>
          <pc:sldLayoutMkLst>
            <pc:docMk/>
            <pc:sldMasterMk cId="1834438426" sldId="2147483660"/>
            <pc:sldLayoutMk cId="3868336984" sldId="2147483663"/>
          </pc:sldLayoutMkLst>
        </pc:sldLayoutChg>
        <pc:sldLayoutChg chg="add mod replId">
          <pc:chgData name="Sondre Grønås" userId="S::sondre.gronas@skole.rogfk.no::eea45410-205b-43ed-aa52-5ea38a0a0a26" providerId="AD" clId="Web-{8797EABC-4178-4BFC-8991-A5AA84FC4DEF}" dt="2020-09-22T07:02:12.222" v="39"/>
          <pc:sldLayoutMkLst>
            <pc:docMk/>
            <pc:sldMasterMk cId="1834438426" sldId="2147483660"/>
            <pc:sldLayoutMk cId="1896472054" sldId="2147483664"/>
          </pc:sldLayoutMkLst>
        </pc:sldLayoutChg>
        <pc:sldLayoutChg chg="add mod replId">
          <pc:chgData name="Sondre Grønås" userId="S::sondre.gronas@skole.rogfk.no::eea45410-205b-43ed-aa52-5ea38a0a0a26" providerId="AD" clId="Web-{8797EABC-4178-4BFC-8991-A5AA84FC4DEF}" dt="2020-09-22T07:02:12.222" v="39"/>
          <pc:sldLayoutMkLst>
            <pc:docMk/>
            <pc:sldMasterMk cId="1834438426" sldId="2147483660"/>
            <pc:sldLayoutMk cId="153346143" sldId="2147483665"/>
          </pc:sldLayoutMkLst>
        </pc:sldLayoutChg>
        <pc:sldLayoutChg chg="add mod replId">
          <pc:chgData name="Sondre Grønås" userId="S::sondre.gronas@skole.rogfk.no::eea45410-205b-43ed-aa52-5ea38a0a0a26" providerId="AD" clId="Web-{8797EABC-4178-4BFC-8991-A5AA84FC4DEF}" dt="2020-09-22T07:02:12.222" v="39"/>
          <pc:sldLayoutMkLst>
            <pc:docMk/>
            <pc:sldMasterMk cId="1834438426" sldId="2147483660"/>
            <pc:sldLayoutMk cId="1336733023" sldId="2147483666"/>
          </pc:sldLayoutMkLst>
        </pc:sldLayoutChg>
        <pc:sldLayoutChg chg="add mod replId">
          <pc:chgData name="Sondre Grønås" userId="S::sondre.gronas@skole.rogfk.no::eea45410-205b-43ed-aa52-5ea38a0a0a26" providerId="AD" clId="Web-{8797EABC-4178-4BFC-8991-A5AA84FC4DEF}" dt="2020-09-22T07:02:12.222" v="39"/>
          <pc:sldLayoutMkLst>
            <pc:docMk/>
            <pc:sldMasterMk cId="1834438426" sldId="2147483660"/>
            <pc:sldLayoutMk cId="3782753454" sldId="2147483667"/>
          </pc:sldLayoutMkLst>
        </pc:sldLayoutChg>
        <pc:sldLayoutChg chg="add mod replId">
          <pc:chgData name="Sondre Grønås" userId="S::sondre.gronas@skole.rogfk.no::eea45410-205b-43ed-aa52-5ea38a0a0a26" providerId="AD" clId="Web-{8797EABC-4178-4BFC-8991-A5AA84FC4DEF}" dt="2020-09-22T07:02:12.222" v="39"/>
          <pc:sldLayoutMkLst>
            <pc:docMk/>
            <pc:sldMasterMk cId="1834438426" sldId="2147483660"/>
            <pc:sldLayoutMk cId="3606734017" sldId="2147483668"/>
          </pc:sldLayoutMkLst>
        </pc:sldLayoutChg>
        <pc:sldLayoutChg chg="add mod replId">
          <pc:chgData name="Sondre Grønås" userId="S::sondre.gronas@skole.rogfk.no::eea45410-205b-43ed-aa52-5ea38a0a0a26" providerId="AD" clId="Web-{8797EABC-4178-4BFC-8991-A5AA84FC4DEF}" dt="2020-09-22T07:02:12.222" v="39"/>
          <pc:sldLayoutMkLst>
            <pc:docMk/>
            <pc:sldMasterMk cId="1834438426" sldId="2147483660"/>
            <pc:sldLayoutMk cId="489663171" sldId="2147483669"/>
          </pc:sldLayoutMkLst>
        </pc:sldLayoutChg>
        <pc:sldLayoutChg chg="add mod replId">
          <pc:chgData name="Sondre Grønås" userId="S::sondre.gronas@skole.rogfk.no::eea45410-205b-43ed-aa52-5ea38a0a0a26" providerId="AD" clId="Web-{8797EABC-4178-4BFC-8991-A5AA84FC4DEF}" dt="2020-09-22T07:02:12.222" v="39"/>
          <pc:sldLayoutMkLst>
            <pc:docMk/>
            <pc:sldMasterMk cId="1834438426" sldId="2147483660"/>
            <pc:sldLayoutMk cId="1555184442" sldId="2147483670"/>
          </pc:sldLayoutMkLst>
        </pc:sldLayoutChg>
        <pc:sldLayoutChg chg="add mod replId">
          <pc:chgData name="Sondre Grønås" userId="S::sondre.gronas@skole.rogfk.no::eea45410-205b-43ed-aa52-5ea38a0a0a26" providerId="AD" clId="Web-{8797EABC-4178-4BFC-8991-A5AA84FC4DEF}" dt="2020-09-22T07:02:12.222" v="39"/>
          <pc:sldLayoutMkLst>
            <pc:docMk/>
            <pc:sldMasterMk cId="1834438426" sldId="2147483660"/>
            <pc:sldLayoutMk cId="3252483902" sldId="2147483671"/>
          </pc:sldLayoutMkLst>
        </pc:sldLayoutChg>
      </pc:sldMasterChg>
    </pc:docChg>
  </pc:docChgLst>
  <pc:docChgLst>
    <pc:chgData name="Sondre Grønås" userId="S::sondre.gronas@skole.rogfk.no::eea45410-205b-43ed-aa52-5ea38a0a0a26" providerId="AD" clId="Web-{F6B6477A-D660-4F8A-B8F2-B7DD407FA913}"/>
    <pc:docChg chg="modSld">
      <pc:chgData name="Sondre Grønås" userId="S::sondre.gronas@skole.rogfk.no::eea45410-205b-43ed-aa52-5ea38a0a0a26" providerId="AD" clId="Web-{F6B6477A-D660-4F8A-B8F2-B7DD407FA913}" dt="2020-09-23T07:53:46.281" v="35" actId="14100"/>
      <pc:docMkLst>
        <pc:docMk/>
      </pc:docMkLst>
      <pc:sldChg chg="modSp">
        <pc:chgData name="Sondre Grønås" userId="S::sondre.gronas@skole.rogfk.no::eea45410-205b-43ed-aa52-5ea38a0a0a26" providerId="AD" clId="Web-{F6B6477A-D660-4F8A-B8F2-B7DD407FA913}" dt="2020-09-23T07:53:46.281" v="35" actId="14100"/>
        <pc:sldMkLst>
          <pc:docMk/>
          <pc:sldMk cId="4253124984" sldId="256"/>
        </pc:sldMkLst>
        <pc:spChg chg="mod">
          <ac:chgData name="Sondre Grønås" userId="S::sondre.gronas@skole.rogfk.no::eea45410-205b-43ed-aa52-5ea38a0a0a26" providerId="AD" clId="Web-{F6B6477A-D660-4F8A-B8F2-B7DD407FA913}" dt="2020-09-23T07:53:46.281" v="35" actId="14100"/>
          <ac:spMkLst>
            <pc:docMk/>
            <pc:sldMk cId="4253124984" sldId="256"/>
            <ac:spMk id="3" creationId="{00000000-0000-0000-0000-000000000000}"/>
          </ac:spMkLst>
        </pc:spChg>
      </pc:sldChg>
    </pc:docChg>
  </pc:docChgLst>
  <pc:docChgLst>
    <pc:chgData name="Sondre Grønås" userId="S::sondre.gronas@skole.rogfk.no::eea45410-205b-43ed-aa52-5ea38a0a0a26" providerId="AD" clId="Web-{7B2E875E-D29B-4FC4-B4F2-389021FE6D61}"/>
    <pc:docChg chg="addSld delSld modSld sldOrd">
      <pc:chgData name="Sondre Grønås" userId="S::sondre.gronas@skole.rogfk.no::eea45410-205b-43ed-aa52-5ea38a0a0a26" providerId="AD" clId="Web-{7B2E875E-D29B-4FC4-B4F2-389021FE6D61}" dt="2020-09-22T09:14:24.049" v="3286"/>
      <pc:docMkLst>
        <pc:docMk/>
      </pc:docMkLst>
      <pc:sldChg chg="addSp modSp mod setBg modClrScheme chgLayout">
        <pc:chgData name="Sondre Grønås" userId="S::sondre.gronas@skole.rogfk.no::eea45410-205b-43ed-aa52-5ea38a0a0a26" providerId="AD" clId="Web-{7B2E875E-D29B-4FC4-B4F2-389021FE6D61}" dt="2020-09-22T07:04:46.110" v="60"/>
        <pc:sldMkLst>
          <pc:docMk/>
          <pc:sldMk cId="4253124984" sldId="256"/>
        </pc:sldMkLst>
        <pc:spChg chg="mod ord">
          <ac:chgData name="Sondre Grønås" userId="S::sondre.gronas@skole.rogfk.no::eea45410-205b-43ed-aa52-5ea38a0a0a26" providerId="AD" clId="Web-{7B2E875E-D29B-4FC4-B4F2-389021FE6D61}" dt="2020-09-22T07:04:46.110" v="60"/>
          <ac:spMkLst>
            <pc:docMk/>
            <pc:sldMk cId="4253124984" sldId="256"/>
            <ac:spMk id="2" creationId="{00000000-0000-0000-0000-000000000000}"/>
          </ac:spMkLst>
        </pc:spChg>
        <pc:spChg chg="mod ord">
          <ac:chgData name="Sondre Grønås" userId="S::sondre.gronas@skole.rogfk.no::eea45410-205b-43ed-aa52-5ea38a0a0a26" providerId="AD" clId="Web-{7B2E875E-D29B-4FC4-B4F2-389021FE6D61}" dt="2020-09-22T07:04:46.110" v="60"/>
          <ac:spMkLst>
            <pc:docMk/>
            <pc:sldMk cId="4253124984" sldId="256"/>
            <ac:spMk id="3" creationId="{00000000-0000-0000-0000-000000000000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7:04:46.110" v="60"/>
          <ac:spMkLst>
            <pc:docMk/>
            <pc:sldMk cId="4253124984" sldId="256"/>
            <ac:spMk id="8" creationId="{FF1D7602-6D2D-46C2-A7B2-434F3678DCB3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7:04:46.110" v="60"/>
          <ac:spMkLst>
            <pc:docMk/>
            <pc:sldMk cId="4253124984" sldId="256"/>
            <ac:spMk id="10" creationId="{35539253-EA7C-41D9-9930-0923683AA3F6}"/>
          </ac:spMkLst>
        </pc:spChg>
        <pc:cxnChg chg="add">
          <ac:chgData name="Sondre Grønås" userId="S::sondre.gronas@skole.rogfk.no::eea45410-205b-43ed-aa52-5ea38a0a0a26" providerId="AD" clId="Web-{7B2E875E-D29B-4FC4-B4F2-389021FE6D61}" dt="2020-09-22T07:04:46.110" v="60"/>
          <ac:cxnSpMkLst>
            <pc:docMk/>
            <pc:sldMk cId="4253124984" sldId="256"/>
            <ac:cxnSpMk id="12" creationId="{8D89589C-2C90-4407-A995-05EC3DD7AB14}"/>
          </ac:cxnSpMkLst>
        </pc:cxnChg>
      </pc:sldChg>
      <pc:sldChg chg="addSp delSp modSp new">
        <pc:chgData name="Sondre Grønås" userId="S::sondre.gronas@skole.rogfk.no::eea45410-205b-43ed-aa52-5ea38a0a0a26" providerId="AD" clId="Web-{7B2E875E-D29B-4FC4-B4F2-389021FE6D61}" dt="2020-09-22T07:20:33.597" v="114" actId="1076"/>
        <pc:sldMkLst>
          <pc:docMk/>
          <pc:sldMk cId="632113446" sldId="257"/>
        </pc:sldMkLst>
        <pc:spChg chg="mod">
          <ac:chgData name="Sondre Grønås" userId="S::sondre.gronas@skole.rogfk.no::eea45410-205b-43ed-aa52-5ea38a0a0a26" providerId="AD" clId="Web-{7B2E875E-D29B-4FC4-B4F2-389021FE6D61}" dt="2020-09-22T07:07:46.516" v="88" actId="20577"/>
          <ac:spMkLst>
            <pc:docMk/>
            <pc:sldMk cId="632113446" sldId="257"/>
            <ac:spMk id="2" creationId="{21787AF6-50E8-4502-B714-945AC9D03B01}"/>
          </ac:spMkLst>
        </pc:spChg>
        <pc:spChg chg="del mod">
          <ac:chgData name="Sondre Grønås" userId="S::sondre.gronas@skole.rogfk.no::eea45410-205b-43ed-aa52-5ea38a0a0a26" providerId="AD" clId="Web-{7B2E875E-D29B-4FC4-B4F2-389021FE6D61}" dt="2020-09-22T07:11:14.331" v="99"/>
          <ac:spMkLst>
            <pc:docMk/>
            <pc:sldMk cId="632113446" sldId="257"/>
            <ac:spMk id="3" creationId="{75BDB142-A701-4058-BB8A-E1ED97229710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7:11:03.298" v="95"/>
          <ac:spMkLst>
            <pc:docMk/>
            <pc:sldMk cId="632113446" sldId="257"/>
            <ac:spMk id="4" creationId="{209193EE-2113-462A-B7BA-9BBB92BD2652}"/>
          </ac:spMkLst>
        </pc:spChg>
        <pc:spChg chg="add mod">
          <ac:chgData name="Sondre Grønås" userId="S::sondre.gronas@skole.rogfk.no::eea45410-205b-43ed-aa52-5ea38a0a0a26" providerId="AD" clId="Web-{7B2E875E-D29B-4FC4-B4F2-389021FE6D61}" dt="2020-09-22T07:20:33.597" v="114" actId="1076"/>
          <ac:spMkLst>
            <pc:docMk/>
            <pc:sldMk cId="632113446" sldId="257"/>
            <ac:spMk id="6" creationId="{8C955181-800A-4313-A12A-EF40E5BA47C2}"/>
          </ac:spMkLst>
        </pc:spChg>
        <pc:picChg chg="add mod ord">
          <ac:chgData name="Sondre Grønås" userId="S::sondre.gronas@skole.rogfk.no::eea45410-205b-43ed-aa52-5ea38a0a0a26" providerId="AD" clId="Web-{7B2E875E-D29B-4FC4-B4F2-389021FE6D61}" dt="2020-09-22T07:11:14.331" v="99"/>
          <ac:picMkLst>
            <pc:docMk/>
            <pc:sldMk cId="632113446" sldId="257"/>
            <ac:picMk id="5" creationId="{077A9690-638E-425F-B969-ECCB65A6F429}"/>
          </ac:picMkLst>
        </pc:picChg>
      </pc:sldChg>
      <pc:sldChg chg="addSp delSp modSp new mod ord setBg">
        <pc:chgData name="Sondre Grønås" userId="S::sondre.gronas@skole.rogfk.no::eea45410-205b-43ed-aa52-5ea38a0a0a26" providerId="AD" clId="Web-{7B2E875E-D29B-4FC4-B4F2-389021FE6D61}" dt="2020-09-22T08:07:43.305" v="611"/>
        <pc:sldMkLst>
          <pc:docMk/>
          <pc:sldMk cId="1646622178" sldId="258"/>
        </pc:sldMkLst>
        <pc:spChg chg="del">
          <ac:chgData name="Sondre Grønås" userId="S::sondre.gronas@skole.rogfk.no::eea45410-205b-43ed-aa52-5ea38a0a0a26" providerId="AD" clId="Web-{7B2E875E-D29B-4FC4-B4F2-389021FE6D61}" dt="2020-09-22T07:15:51.760" v="102"/>
          <ac:spMkLst>
            <pc:docMk/>
            <pc:sldMk cId="1646622178" sldId="258"/>
            <ac:spMk id="2" creationId="{1710A9A0-4B69-4819-8CCF-993A55A2D8A0}"/>
          </ac:spMkLst>
        </pc:spChg>
        <pc:spChg chg="del">
          <ac:chgData name="Sondre Grønås" userId="S::sondre.gronas@skole.rogfk.no::eea45410-205b-43ed-aa52-5ea38a0a0a26" providerId="AD" clId="Web-{7B2E875E-D29B-4FC4-B4F2-389021FE6D61}" dt="2020-09-22T07:15:48.229" v="101"/>
          <ac:spMkLst>
            <pc:docMk/>
            <pc:sldMk cId="1646622178" sldId="258"/>
            <ac:spMk id="3" creationId="{6FBF07CA-A413-4730-B5FB-F4E667EB7626}"/>
          </ac:spMkLst>
        </pc:spChg>
        <pc:picChg chg="add mod ord">
          <ac:chgData name="Sondre Grønås" userId="S::sondre.gronas@skole.rogfk.no::eea45410-205b-43ed-aa52-5ea38a0a0a26" providerId="AD" clId="Web-{7B2E875E-D29B-4FC4-B4F2-389021FE6D61}" dt="2020-09-22T07:15:51.760" v="102"/>
          <ac:picMkLst>
            <pc:docMk/>
            <pc:sldMk cId="1646622178" sldId="258"/>
            <ac:picMk id="4" creationId="{133EF8A3-7411-4FB1-894F-EF9832A8F0B2}"/>
          </ac:picMkLst>
        </pc:picChg>
      </pc:sldChg>
      <pc:sldChg chg="addSp delSp modSp new">
        <pc:chgData name="Sondre Grønås" userId="S::sondre.gronas@skole.rogfk.no::eea45410-205b-43ed-aa52-5ea38a0a0a26" providerId="AD" clId="Web-{7B2E875E-D29B-4FC4-B4F2-389021FE6D61}" dt="2020-09-22T08:38:56.932" v="1842" actId="20577"/>
        <pc:sldMkLst>
          <pc:docMk/>
          <pc:sldMk cId="234520379" sldId="259"/>
        </pc:sldMkLst>
        <pc:spChg chg="mod">
          <ac:chgData name="Sondre Grønås" userId="S::sondre.gronas@skole.rogfk.no::eea45410-205b-43ed-aa52-5ea38a0a0a26" providerId="AD" clId="Web-{7B2E875E-D29B-4FC4-B4F2-389021FE6D61}" dt="2020-09-22T08:38:56.932" v="1842" actId="20577"/>
          <ac:spMkLst>
            <pc:docMk/>
            <pc:sldMk cId="234520379" sldId="259"/>
            <ac:spMk id="2" creationId="{DC87EB2E-4964-4F21-92BE-AC8097D782FD}"/>
          </ac:spMkLst>
        </pc:spChg>
        <pc:spChg chg="del">
          <ac:chgData name="Sondre Grønås" userId="S::sondre.gronas@skole.rogfk.no::eea45410-205b-43ed-aa52-5ea38a0a0a26" providerId="AD" clId="Web-{7B2E875E-D29B-4FC4-B4F2-389021FE6D61}" dt="2020-09-22T07:17:05.798" v="108"/>
          <ac:spMkLst>
            <pc:docMk/>
            <pc:sldMk cId="234520379" sldId="259"/>
            <ac:spMk id="3" creationId="{F1106DEE-C958-43B2-8159-034545064990}"/>
          </ac:spMkLst>
        </pc:spChg>
        <pc:spChg chg="add del mod">
          <ac:chgData name="Sondre Grønås" userId="S::sondre.gronas@skole.rogfk.no::eea45410-205b-43ed-aa52-5ea38a0a0a26" providerId="AD" clId="Web-{7B2E875E-D29B-4FC4-B4F2-389021FE6D61}" dt="2020-09-22T07:17:01.813" v="107"/>
          <ac:spMkLst>
            <pc:docMk/>
            <pc:sldMk cId="234520379" sldId="259"/>
            <ac:spMk id="4" creationId="{0A1F6140-BFB2-456C-B150-3332235681D4}"/>
          </ac:spMkLst>
        </pc:spChg>
        <pc:spChg chg="add mod">
          <ac:chgData name="Sondre Grønås" userId="S::sondre.gronas@skole.rogfk.no::eea45410-205b-43ed-aa52-5ea38a0a0a26" providerId="AD" clId="Web-{7B2E875E-D29B-4FC4-B4F2-389021FE6D61}" dt="2020-09-22T07:20:21.049" v="111" actId="1076"/>
          <ac:spMkLst>
            <pc:docMk/>
            <pc:sldMk cId="234520379" sldId="259"/>
            <ac:spMk id="6" creationId="{DA89ADA2-B36D-48C6-8BBF-E303C4EB7F56}"/>
          </ac:spMkLst>
        </pc:spChg>
        <pc:picChg chg="add mod ord">
          <ac:chgData name="Sondre Grønås" userId="S::sondre.gronas@skole.rogfk.no::eea45410-205b-43ed-aa52-5ea38a0a0a26" providerId="AD" clId="Web-{7B2E875E-D29B-4FC4-B4F2-389021FE6D61}" dt="2020-09-22T07:17:05.798" v="108"/>
          <ac:picMkLst>
            <pc:docMk/>
            <pc:sldMk cId="234520379" sldId="259"/>
            <ac:picMk id="5" creationId="{7BF1301F-93A9-42D4-8445-ACAC67088463}"/>
          </ac:picMkLst>
        </pc:picChg>
      </pc:sldChg>
      <pc:sldChg chg="addSp delSp modSp new mod ord setBg">
        <pc:chgData name="Sondre Grønås" userId="S::sondre.gronas@skole.rogfk.no::eea45410-205b-43ed-aa52-5ea38a0a0a26" providerId="AD" clId="Web-{7B2E875E-D29B-4FC4-B4F2-389021FE6D61}" dt="2020-09-22T08:07:37.382" v="610"/>
        <pc:sldMkLst>
          <pc:docMk/>
          <pc:sldMk cId="542356894" sldId="260"/>
        </pc:sldMkLst>
        <pc:spChg chg="mod">
          <ac:chgData name="Sondre Grønås" userId="S::sondre.gronas@skole.rogfk.no::eea45410-205b-43ed-aa52-5ea38a0a0a26" providerId="AD" clId="Web-{7B2E875E-D29B-4FC4-B4F2-389021FE6D61}" dt="2020-09-22T07:38:42.064" v="176"/>
          <ac:spMkLst>
            <pc:docMk/>
            <pc:sldMk cId="542356894" sldId="260"/>
            <ac:spMk id="2" creationId="{2FA0316F-951F-46A3-AA12-05E02F45EDB0}"/>
          </ac:spMkLst>
        </pc:spChg>
        <pc:spChg chg="del">
          <ac:chgData name="Sondre Grønås" userId="S::sondre.gronas@skole.rogfk.no::eea45410-205b-43ed-aa52-5ea38a0a0a26" providerId="AD" clId="Web-{7B2E875E-D29B-4FC4-B4F2-389021FE6D61}" dt="2020-09-22T07:32:51.222" v="116"/>
          <ac:spMkLst>
            <pc:docMk/>
            <pc:sldMk cId="542356894" sldId="260"/>
            <ac:spMk id="3" creationId="{9E4F2059-304F-49F8-BEC2-8B09A1283549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7:38:42.064" v="176"/>
          <ac:spMkLst>
            <pc:docMk/>
            <pc:sldMk cId="542356894" sldId="260"/>
            <ac:spMk id="11" creationId="{B3875682-0790-427D-9A23-4B7265F0FA54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7:38:42.064" v="176"/>
          <ac:spMkLst>
            <pc:docMk/>
            <pc:sldMk cId="542356894" sldId="260"/>
            <ac:spMk id="13" creationId="{6EDE4AAE-4785-4EA7-95DB-45200F5B8096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7:38:42.064" v="176"/>
          <ac:spMkLst>
            <pc:docMk/>
            <pc:sldMk cId="542356894" sldId="260"/>
            <ac:spMk id="15" creationId="{B607A0AB-7A2D-44AF-B876-9655821A7DA3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7:38:42.064" v="176"/>
          <ac:spMkLst>
            <pc:docMk/>
            <pc:sldMk cId="542356894" sldId="260"/>
            <ac:spMk id="17" creationId="{35EC393D-764C-4624-9871-BD5C73281F61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7:38:42.064" v="176"/>
          <ac:spMkLst>
            <pc:docMk/>
            <pc:sldMk cId="542356894" sldId="260"/>
            <ac:spMk id="19" creationId="{3672D4B7-46FC-4C20-9A40-1C07C2F04EC6}"/>
          </ac:spMkLst>
        </pc:spChg>
        <pc:picChg chg="add mod ord">
          <ac:chgData name="Sondre Grønås" userId="S::sondre.gronas@skole.rogfk.no::eea45410-205b-43ed-aa52-5ea38a0a0a26" providerId="AD" clId="Web-{7B2E875E-D29B-4FC4-B4F2-389021FE6D61}" dt="2020-09-22T07:38:42.064" v="176"/>
          <ac:picMkLst>
            <pc:docMk/>
            <pc:sldMk cId="542356894" sldId="260"/>
            <ac:picMk id="4" creationId="{AFF3DBE5-DB2C-4839-AC05-DAAC9A4C3E81}"/>
          </ac:picMkLst>
        </pc:picChg>
        <pc:picChg chg="add mod ord">
          <ac:chgData name="Sondre Grønås" userId="S::sondre.gronas@skole.rogfk.no::eea45410-205b-43ed-aa52-5ea38a0a0a26" providerId="AD" clId="Web-{7B2E875E-D29B-4FC4-B4F2-389021FE6D61}" dt="2020-09-22T07:38:42.064" v="176"/>
          <ac:picMkLst>
            <pc:docMk/>
            <pc:sldMk cId="542356894" sldId="260"/>
            <ac:picMk id="5" creationId="{86CB6998-0F97-4A01-B23D-7F2F28BCAED5}"/>
          </ac:picMkLst>
        </pc:picChg>
        <pc:picChg chg="add mod">
          <ac:chgData name="Sondre Grønås" userId="S::sondre.gronas@skole.rogfk.no::eea45410-205b-43ed-aa52-5ea38a0a0a26" providerId="AD" clId="Web-{7B2E875E-D29B-4FC4-B4F2-389021FE6D61}" dt="2020-09-22T07:38:42.064" v="176"/>
          <ac:picMkLst>
            <pc:docMk/>
            <pc:sldMk cId="542356894" sldId="260"/>
            <ac:picMk id="6" creationId="{FCAAB38A-E668-46BD-AD39-6153C7476A85}"/>
          </ac:picMkLst>
        </pc:picChg>
      </pc:sldChg>
      <pc:sldChg chg="addSp modSp new mod setBg">
        <pc:chgData name="Sondre Grønås" userId="S::sondre.gronas@skole.rogfk.no::eea45410-205b-43ed-aa52-5ea38a0a0a26" providerId="AD" clId="Web-{7B2E875E-D29B-4FC4-B4F2-389021FE6D61}" dt="2020-09-22T07:45:59.601" v="485" actId="20577"/>
        <pc:sldMkLst>
          <pc:docMk/>
          <pc:sldMk cId="2463749215" sldId="261"/>
        </pc:sldMkLst>
        <pc:spChg chg="mod">
          <ac:chgData name="Sondre Grønås" userId="S::sondre.gronas@skole.rogfk.no::eea45410-205b-43ed-aa52-5ea38a0a0a26" providerId="AD" clId="Web-{7B2E875E-D29B-4FC4-B4F2-389021FE6D61}" dt="2020-09-22T07:40:51.387" v="202"/>
          <ac:spMkLst>
            <pc:docMk/>
            <pc:sldMk cId="2463749215" sldId="261"/>
            <ac:spMk id="2" creationId="{BD5FB6EE-3C3D-4021-97D0-2816A6E379C6}"/>
          </ac:spMkLst>
        </pc:spChg>
        <pc:spChg chg="mod">
          <ac:chgData name="Sondre Grønås" userId="S::sondre.gronas@skole.rogfk.no::eea45410-205b-43ed-aa52-5ea38a0a0a26" providerId="AD" clId="Web-{7B2E875E-D29B-4FC4-B4F2-389021FE6D61}" dt="2020-09-22T07:45:59.601" v="485" actId="20577"/>
          <ac:spMkLst>
            <pc:docMk/>
            <pc:sldMk cId="2463749215" sldId="261"/>
            <ac:spMk id="3" creationId="{7B4CD1C9-611D-44CA-A46D-C5CBE3DB05E5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7:40:51.387" v="202"/>
          <ac:spMkLst>
            <pc:docMk/>
            <pc:sldMk cId="2463749215" sldId="261"/>
            <ac:spMk id="8" creationId="{29DC5A77-10C9-4ECF-B7EB-8D917F36A9EE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7:40:51.387" v="202"/>
          <ac:spMkLst>
            <pc:docMk/>
            <pc:sldMk cId="2463749215" sldId="261"/>
            <ac:spMk id="10" creationId="{2FFE28B5-FB16-49A9-B851-3C35FAC0CACB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7:40:51.387" v="202"/>
          <ac:spMkLst>
            <pc:docMk/>
            <pc:sldMk cId="2463749215" sldId="261"/>
            <ac:spMk id="12" creationId="{01014442-855A-4E0F-8D09-C314661A48B9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7:40:51.387" v="202"/>
          <ac:spMkLst>
            <pc:docMk/>
            <pc:sldMk cId="2463749215" sldId="261"/>
            <ac:spMk id="14" creationId="{9B1ABF09-86CF-414E-88A5-2B84CC7232A9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7:40:51.387" v="202"/>
          <ac:spMkLst>
            <pc:docMk/>
            <pc:sldMk cId="2463749215" sldId="261"/>
            <ac:spMk id="16" creationId="{3FE91770-CDBB-4D24-94E5-AD484F36CE87}"/>
          </ac:spMkLst>
        </pc:spChg>
      </pc:sldChg>
      <pc:sldChg chg="addSp delSp modSp new mod setBg">
        <pc:chgData name="Sondre Grønås" userId="S::sondre.gronas@skole.rogfk.no::eea45410-205b-43ed-aa52-5ea38a0a0a26" providerId="AD" clId="Web-{7B2E875E-D29B-4FC4-B4F2-389021FE6D61}" dt="2020-09-22T07:54:09.392" v="609"/>
        <pc:sldMkLst>
          <pc:docMk/>
          <pc:sldMk cId="2301139483" sldId="262"/>
        </pc:sldMkLst>
        <pc:spChg chg="mod">
          <ac:chgData name="Sondre Grønås" userId="S::sondre.gronas@skole.rogfk.no::eea45410-205b-43ed-aa52-5ea38a0a0a26" providerId="AD" clId="Web-{7B2E875E-D29B-4FC4-B4F2-389021FE6D61}" dt="2020-09-22T07:54:09.392" v="609"/>
          <ac:spMkLst>
            <pc:docMk/>
            <pc:sldMk cId="2301139483" sldId="262"/>
            <ac:spMk id="2" creationId="{B6D6FAC2-539D-4ECF-B011-7088989F8BAE}"/>
          </ac:spMkLst>
        </pc:spChg>
        <pc:spChg chg="del">
          <ac:chgData name="Sondre Grønås" userId="S::sondre.gronas@skole.rogfk.no::eea45410-205b-43ed-aa52-5ea38a0a0a26" providerId="AD" clId="Web-{7B2E875E-D29B-4FC4-B4F2-389021FE6D61}" dt="2020-09-22T07:50:10.436" v="488"/>
          <ac:spMkLst>
            <pc:docMk/>
            <pc:sldMk cId="2301139483" sldId="262"/>
            <ac:spMk id="3" creationId="{B5EEB237-CD26-478A-A744-040CDB1AC52C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7:54:09.392" v="609"/>
          <ac:spMkLst>
            <pc:docMk/>
            <pc:sldMk cId="2301139483" sldId="262"/>
            <ac:spMk id="10" creationId="{64C9EE1D-12BB-43F7-9A2A-893578DCA63A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7:54:09.392" v="609"/>
          <ac:spMkLst>
            <pc:docMk/>
            <pc:sldMk cId="2301139483" sldId="262"/>
            <ac:spMk id="12" creationId="{43962A31-C54E-4762-B155-59777FED1C75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7:54:09.392" v="609"/>
          <ac:spMkLst>
            <pc:docMk/>
            <pc:sldMk cId="2301139483" sldId="262"/>
            <ac:spMk id="14" creationId="{4B392D36-B685-45E0-B197-6EE5D748093B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7:54:09.392" v="609"/>
          <ac:spMkLst>
            <pc:docMk/>
            <pc:sldMk cId="2301139483" sldId="262"/>
            <ac:spMk id="16" creationId="{9DCA8533-CC5E-4754-9A04-047EDE49E0F9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7:54:09.392" v="609"/>
          <ac:spMkLst>
            <pc:docMk/>
            <pc:sldMk cId="2301139483" sldId="262"/>
            <ac:spMk id="21" creationId="{64C9EE1D-12BB-43F7-9A2A-893578DCA63A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7:54:09.392" v="609"/>
          <ac:spMkLst>
            <pc:docMk/>
            <pc:sldMk cId="2301139483" sldId="262"/>
            <ac:spMk id="23" creationId="{43962A31-C54E-4762-B155-59777FED1C75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7:54:09.392" v="609"/>
          <ac:spMkLst>
            <pc:docMk/>
            <pc:sldMk cId="2301139483" sldId="262"/>
            <ac:spMk id="25" creationId="{4B392D36-B685-45E0-B197-6EE5D748093B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7:54:09.392" v="609"/>
          <ac:spMkLst>
            <pc:docMk/>
            <pc:sldMk cId="2301139483" sldId="262"/>
            <ac:spMk id="27" creationId="{9DCA8533-CC5E-4754-9A04-047EDE49E0F9}"/>
          </ac:spMkLst>
        </pc:spChg>
        <pc:picChg chg="add mod ord">
          <ac:chgData name="Sondre Grønås" userId="S::sondre.gronas@skole.rogfk.no::eea45410-205b-43ed-aa52-5ea38a0a0a26" providerId="AD" clId="Web-{7B2E875E-D29B-4FC4-B4F2-389021FE6D61}" dt="2020-09-22T07:51:03.455" v="490"/>
          <ac:picMkLst>
            <pc:docMk/>
            <pc:sldMk cId="2301139483" sldId="262"/>
            <ac:picMk id="4" creationId="{0A0B73B4-8272-4797-9769-D285394E080E}"/>
          </ac:picMkLst>
        </pc:picChg>
        <pc:picChg chg="add mod">
          <ac:chgData name="Sondre Grønås" userId="S::sondre.gronas@skole.rogfk.no::eea45410-205b-43ed-aa52-5ea38a0a0a26" providerId="AD" clId="Web-{7B2E875E-D29B-4FC4-B4F2-389021FE6D61}" dt="2020-09-22T07:51:03.455" v="490"/>
          <ac:picMkLst>
            <pc:docMk/>
            <pc:sldMk cId="2301139483" sldId="262"/>
            <ac:picMk id="5" creationId="{9832F210-C739-4D1C-9890-FC747D341561}"/>
          </ac:picMkLst>
        </pc:picChg>
      </pc:sldChg>
      <pc:sldChg chg="addSp delSp modSp new mod setBg">
        <pc:chgData name="Sondre Grønås" userId="S::sondre.gronas@skole.rogfk.no::eea45410-205b-43ed-aa52-5ea38a0a0a26" providerId="AD" clId="Web-{7B2E875E-D29B-4FC4-B4F2-389021FE6D61}" dt="2020-09-22T09:04:39.062" v="3177" actId="1076"/>
        <pc:sldMkLst>
          <pc:docMk/>
          <pc:sldMk cId="459206737" sldId="263"/>
        </pc:sldMkLst>
        <pc:spChg chg="mod">
          <ac:chgData name="Sondre Grønås" userId="S::sondre.gronas@skole.rogfk.no::eea45410-205b-43ed-aa52-5ea38a0a0a26" providerId="AD" clId="Web-{7B2E875E-D29B-4FC4-B4F2-389021FE6D61}" dt="2020-09-22T09:04:39.062" v="3177" actId="1076"/>
          <ac:spMkLst>
            <pc:docMk/>
            <pc:sldMk cId="459206737" sldId="263"/>
            <ac:spMk id="2" creationId="{40CA3B8B-909B-4E03-AD3F-F55DC8F04BE6}"/>
          </ac:spMkLst>
        </pc:spChg>
        <pc:spChg chg="del">
          <ac:chgData name="Sondre Grønås" userId="S::sondre.gronas@skole.rogfk.no::eea45410-205b-43ed-aa52-5ea38a0a0a26" providerId="AD" clId="Web-{7B2E875E-D29B-4FC4-B4F2-389021FE6D61}" dt="2020-09-22T08:11:13.619" v="622"/>
          <ac:spMkLst>
            <pc:docMk/>
            <pc:sldMk cId="459206737" sldId="263"/>
            <ac:spMk id="3" creationId="{1CE9287C-2F2B-4BB8-8F12-E0AD24BC71FF}"/>
          </ac:spMkLst>
        </pc:spChg>
        <pc:spChg chg="add mod">
          <ac:chgData name="Sondre Grønås" userId="S::sondre.gronas@skole.rogfk.no::eea45410-205b-43ed-aa52-5ea38a0a0a26" providerId="AD" clId="Web-{7B2E875E-D29B-4FC4-B4F2-389021FE6D61}" dt="2020-09-22T08:11:47.685" v="662" actId="20577"/>
          <ac:spMkLst>
            <pc:docMk/>
            <pc:sldMk cId="459206737" sldId="263"/>
            <ac:spMk id="5" creationId="{78CB309C-4235-40E0-ACBD-EEFDBE15FDE9}"/>
          </ac:spMkLst>
        </pc:spChg>
        <pc:spChg chg="add mod">
          <ac:chgData name="Sondre Grønås" userId="S::sondre.gronas@skole.rogfk.no::eea45410-205b-43ed-aa52-5ea38a0a0a26" providerId="AD" clId="Web-{7B2E875E-D29B-4FC4-B4F2-389021FE6D61}" dt="2020-09-22T08:11:26.933" v="629" actId="1076"/>
          <ac:spMkLst>
            <pc:docMk/>
            <pc:sldMk cId="459206737" sldId="263"/>
            <ac:spMk id="6" creationId="{B371C3AE-8100-45F7-84B3-88019C0D931C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8:11:21.151" v="626"/>
          <ac:spMkLst>
            <pc:docMk/>
            <pc:sldMk cId="459206737" sldId="263"/>
            <ac:spMk id="10" creationId="{A35CBD63-8F8F-47DC-9CE7-159E6161D872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8:11:21.151" v="626"/>
          <ac:spMkLst>
            <pc:docMk/>
            <pc:sldMk cId="459206737" sldId="263"/>
            <ac:spMk id="12" creationId="{CA0E3486-FD49-4921-B4F4-E5BB5C88AC79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8:11:21.151" v="626"/>
          <ac:spMkLst>
            <pc:docMk/>
            <pc:sldMk cId="459206737" sldId="263"/>
            <ac:spMk id="14" creationId="{83B4A72C-2924-4CE2-8674-7E02E182ED6D}"/>
          </ac:spMkLst>
        </pc:spChg>
        <pc:picChg chg="add mod ord">
          <ac:chgData name="Sondre Grønås" userId="S::sondre.gronas@skole.rogfk.no::eea45410-205b-43ed-aa52-5ea38a0a0a26" providerId="AD" clId="Web-{7B2E875E-D29B-4FC4-B4F2-389021FE6D61}" dt="2020-09-22T08:11:21.151" v="626"/>
          <ac:picMkLst>
            <pc:docMk/>
            <pc:sldMk cId="459206737" sldId="263"/>
            <ac:picMk id="4" creationId="{6FD0F026-F694-4E3C-8999-C3786AEF7C44}"/>
          </ac:picMkLst>
        </pc:picChg>
      </pc:sldChg>
      <pc:sldChg chg="addSp delSp modSp new">
        <pc:chgData name="Sondre Grønås" userId="S::sondre.gronas@skole.rogfk.no::eea45410-205b-43ed-aa52-5ea38a0a0a26" providerId="AD" clId="Web-{7B2E875E-D29B-4FC4-B4F2-389021FE6D61}" dt="2020-09-22T08:16:30.974" v="785" actId="14100"/>
        <pc:sldMkLst>
          <pc:docMk/>
          <pc:sldMk cId="194451786" sldId="264"/>
        </pc:sldMkLst>
        <pc:spChg chg="mod">
          <ac:chgData name="Sondre Grønås" userId="S::sondre.gronas@skole.rogfk.no::eea45410-205b-43ed-aa52-5ea38a0a0a26" providerId="AD" clId="Web-{7B2E875E-D29B-4FC4-B4F2-389021FE6D61}" dt="2020-09-22T08:14:32.152" v="686" actId="20577"/>
          <ac:spMkLst>
            <pc:docMk/>
            <pc:sldMk cId="194451786" sldId="264"/>
            <ac:spMk id="2" creationId="{AF62263C-8679-4C1B-B231-3EEFD292FC6E}"/>
          </ac:spMkLst>
        </pc:spChg>
        <pc:spChg chg="del">
          <ac:chgData name="Sondre Grønås" userId="S::sondre.gronas@skole.rogfk.no::eea45410-205b-43ed-aa52-5ea38a0a0a26" providerId="AD" clId="Web-{7B2E875E-D29B-4FC4-B4F2-389021FE6D61}" dt="2020-09-22T08:14:35.590" v="688"/>
          <ac:spMkLst>
            <pc:docMk/>
            <pc:sldMk cId="194451786" sldId="264"/>
            <ac:spMk id="3" creationId="{60B319D0-9A0E-4C3C-98BB-E2682F91BCCC}"/>
          </ac:spMkLst>
        </pc:spChg>
        <pc:spChg chg="add mod">
          <ac:chgData name="Sondre Grønås" userId="S::sondre.gronas@skole.rogfk.no::eea45410-205b-43ed-aa52-5ea38a0a0a26" providerId="AD" clId="Web-{7B2E875E-D29B-4FC4-B4F2-389021FE6D61}" dt="2020-09-22T08:16:30.974" v="785" actId="14100"/>
          <ac:spMkLst>
            <pc:docMk/>
            <pc:sldMk cId="194451786" sldId="264"/>
            <ac:spMk id="5" creationId="{A9F98F73-C6BB-4DE8-8D56-AAD79B627C7B}"/>
          </ac:spMkLst>
        </pc:spChg>
        <pc:picChg chg="add mod ord">
          <ac:chgData name="Sondre Grønås" userId="S::sondre.gronas@skole.rogfk.no::eea45410-205b-43ed-aa52-5ea38a0a0a26" providerId="AD" clId="Web-{7B2E875E-D29B-4FC4-B4F2-389021FE6D61}" dt="2020-09-22T08:14:35.590" v="688"/>
          <ac:picMkLst>
            <pc:docMk/>
            <pc:sldMk cId="194451786" sldId="264"/>
            <ac:picMk id="4" creationId="{CA0699C0-5B40-47E1-9011-F8A6E0AB214E}"/>
          </ac:picMkLst>
        </pc:picChg>
      </pc:sldChg>
      <pc:sldChg chg="addSp delSp modSp new mod ord setBg">
        <pc:chgData name="Sondre Grønås" userId="S::sondre.gronas@skole.rogfk.no::eea45410-205b-43ed-aa52-5ea38a0a0a26" providerId="AD" clId="Web-{7B2E875E-D29B-4FC4-B4F2-389021FE6D61}" dt="2020-09-22T09:04:00.387" v="3157" actId="14100"/>
        <pc:sldMkLst>
          <pc:docMk/>
          <pc:sldMk cId="1453963027" sldId="265"/>
        </pc:sldMkLst>
        <pc:spChg chg="mod">
          <ac:chgData name="Sondre Grønås" userId="S::sondre.gronas@skole.rogfk.no::eea45410-205b-43ed-aa52-5ea38a0a0a26" providerId="AD" clId="Web-{7B2E875E-D29B-4FC4-B4F2-389021FE6D61}" dt="2020-09-22T09:04:00.387" v="3157" actId="14100"/>
          <ac:spMkLst>
            <pc:docMk/>
            <pc:sldMk cId="1453963027" sldId="265"/>
            <ac:spMk id="2" creationId="{DEEFFDF3-8C23-47FC-8B61-DE63E82A3114}"/>
          </ac:spMkLst>
        </pc:spChg>
        <pc:spChg chg="del">
          <ac:chgData name="Sondre Grønås" userId="S::sondre.gronas@skole.rogfk.no::eea45410-205b-43ed-aa52-5ea38a0a0a26" providerId="AD" clId="Web-{7B2E875E-D29B-4FC4-B4F2-389021FE6D61}" dt="2020-09-22T08:16:50.523" v="787"/>
          <ac:spMkLst>
            <pc:docMk/>
            <pc:sldMk cId="1453963027" sldId="265"/>
            <ac:spMk id="3" creationId="{F17F0143-BB05-461A-93EA-89004F6D327E}"/>
          </ac:spMkLst>
        </pc:spChg>
        <pc:spChg chg="add del mod">
          <ac:chgData name="Sondre Grønås" userId="S::sondre.gronas@skole.rogfk.no::eea45410-205b-43ed-aa52-5ea38a0a0a26" providerId="AD" clId="Web-{7B2E875E-D29B-4FC4-B4F2-389021FE6D61}" dt="2020-09-22T09:03:06.680" v="3048"/>
          <ac:spMkLst>
            <pc:docMk/>
            <pc:sldMk cId="1453963027" sldId="265"/>
            <ac:spMk id="6" creationId="{FAB87ED5-4850-4C18-8597-4D52E9DEEA85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17:13.369" v="829"/>
          <ac:spMkLst>
            <pc:docMk/>
            <pc:sldMk cId="1453963027" sldId="265"/>
            <ac:spMk id="9" creationId="{DB8424AB-D56B-4256-866A-5B54DE93C20F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17:13.369" v="829"/>
          <ac:spMkLst>
            <pc:docMk/>
            <pc:sldMk cId="1453963027" sldId="265"/>
            <ac:spMk id="11" creationId="{FC999C28-AD33-4EB7-A5F1-C06D10A5FDF7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9:03:10.086" v="3049"/>
          <ac:spMkLst>
            <pc:docMk/>
            <pc:sldMk cId="1453963027" sldId="265"/>
            <ac:spMk id="12" creationId="{17115F77-2FAE-4CA7-9A7F-10D5F2C8F831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17:13.369" v="829"/>
          <ac:spMkLst>
            <pc:docMk/>
            <pc:sldMk cId="1453963027" sldId="265"/>
            <ac:spMk id="13" creationId="{0864E5C9-52C9-4572-AC75-548B9B9C2648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9:03:10.086" v="3049"/>
          <ac:spMkLst>
            <pc:docMk/>
            <pc:sldMk cId="1453963027" sldId="265"/>
            <ac:spMk id="14" creationId="{5CD4C046-A04C-46CC-AFA3-6B0621F628C8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17:13.369" v="829"/>
          <ac:spMkLst>
            <pc:docMk/>
            <pc:sldMk cId="1453963027" sldId="265"/>
            <ac:spMk id="15" creationId="{45CC6500-4DBD-4C34-BC14-2387FB483BEB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9:03:10.086" v="3049"/>
          <ac:spMkLst>
            <pc:docMk/>
            <pc:sldMk cId="1453963027" sldId="265"/>
            <ac:spMk id="16" creationId="{66C7A97A-A7DE-4DFB-8542-1E4BF24C7D31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17:13.369" v="829"/>
          <ac:spMkLst>
            <pc:docMk/>
            <pc:sldMk cId="1453963027" sldId="265"/>
            <ac:spMk id="17" creationId="{4E34A3B6-BAD2-4156-BDC6-4736248BFDE0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9:03:10.086" v="3049"/>
          <ac:spMkLst>
            <pc:docMk/>
            <pc:sldMk cId="1453963027" sldId="265"/>
            <ac:spMk id="18" creationId="{BE111DB0-3D73-4D20-9D57-CEF5A0D865B9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9:03:10.086" v="3049"/>
          <ac:spMkLst>
            <pc:docMk/>
            <pc:sldMk cId="1453963027" sldId="265"/>
            <ac:spMk id="20" creationId="{027ADCA0-A066-4B16-8E1F-3C2483947B72}"/>
          </ac:spMkLst>
        </pc:spChg>
        <pc:picChg chg="add del mod ord">
          <ac:chgData name="Sondre Grønås" userId="S::sondre.gronas@skole.rogfk.no::eea45410-205b-43ed-aa52-5ea38a0a0a26" providerId="AD" clId="Web-{7B2E875E-D29B-4FC4-B4F2-389021FE6D61}" dt="2020-09-22T09:03:05.789" v="3047"/>
          <ac:picMkLst>
            <pc:docMk/>
            <pc:sldMk cId="1453963027" sldId="265"/>
            <ac:picMk id="4" creationId="{535E56DA-036A-4F5F-88FD-0D859BFB88C4}"/>
          </ac:picMkLst>
        </pc:picChg>
        <pc:picChg chg="add mod ord">
          <ac:chgData name="Sondre Grønås" userId="S::sondre.gronas@skole.rogfk.no::eea45410-205b-43ed-aa52-5ea38a0a0a26" providerId="AD" clId="Web-{7B2E875E-D29B-4FC4-B4F2-389021FE6D61}" dt="2020-09-22T09:03:10.086" v="3049"/>
          <ac:picMkLst>
            <pc:docMk/>
            <pc:sldMk cId="1453963027" sldId="265"/>
            <ac:picMk id="7" creationId="{3DEB4F4A-D08A-4925-B448-B15E5630A751}"/>
          </ac:picMkLst>
        </pc:picChg>
      </pc:sldChg>
      <pc:sldChg chg="addSp delSp modSp new mod setBg">
        <pc:chgData name="Sondre Grønås" userId="S::sondre.gronas@skole.rogfk.no::eea45410-205b-43ed-aa52-5ea38a0a0a26" providerId="AD" clId="Web-{7B2E875E-D29B-4FC4-B4F2-389021FE6D61}" dt="2020-09-22T08:18:07.545" v="837" actId="1076"/>
        <pc:sldMkLst>
          <pc:docMk/>
          <pc:sldMk cId="970314105" sldId="266"/>
        </pc:sldMkLst>
        <pc:spChg chg="del">
          <ac:chgData name="Sondre Grønås" userId="S::sondre.gronas@skole.rogfk.no::eea45410-205b-43ed-aa52-5ea38a0a0a26" providerId="AD" clId="Web-{7B2E875E-D29B-4FC4-B4F2-389021FE6D61}" dt="2020-09-22T08:18:04.310" v="834"/>
          <ac:spMkLst>
            <pc:docMk/>
            <pc:sldMk cId="970314105" sldId="266"/>
            <ac:spMk id="2" creationId="{97283481-E414-45A5-93E9-D23D425BC2E6}"/>
          </ac:spMkLst>
        </pc:spChg>
        <pc:spChg chg="del">
          <ac:chgData name="Sondre Grønås" userId="S::sondre.gronas@skole.rogfk.no::eea45410-205b-43ed-aa52-5ea38a0a0a26" providerId="AD" clId="Web-{7B2E875E-D29B-4FC4-B4F2-389021FE6D61}" dt="2020-09-22T08:18:01.638" v="833"/>
          <ac:spMkLst>
            <pc:docMk/>
            <pc:sldMk cId="970314105" sldId="266"/>
            <ac:spMk id="3" creationId="{FA01088C-67DE-433C-99FC-13377F4F867C}"/>
          </ac:spMkLst>
        </pc:spChg>
        <pc:spChg chg="add mod">
          <ac:chgData name="Sondre Grønås" userId="S::sondre.gronas@skole.rogfk.no::eea45410-205b-43ed-aa52-5ea38a0a0a26" providerId="AD" clId="Web-{7B2E875E-D29B-4FC4-B4F2-389021FE6D61}" dt="2020-09-22T08:18:07.545" v="837" actId="1076"/>
          <ac:spMkLst>
            <pc:docMk/>
            <pc:sldMk cId="970314105" sldId="266"/>
            <ac:spMk id="5" creationId="{8D7D6B0A-C522-4BCC-A597-4E975232C1A2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8:18:04.310" v="834"/>
          <ac:spMkLst>
            <pc:docMk/>
            <pc:sldMk cId="970314105" sldId="266"/>
            <ac:spMk id="9" creationId="{2ABBB681-F4D2-40F2-ACC3-DE0B4B4880EF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8:18:04.310" v="834"/>
          <ac:spMkLst>
            <pc:docMk/>
            <pc:sldMk cId="970314105" sldId="266"/>
            <ac:spMk id="11" creationId="{09388ED0-1FEF-4E11-B488-BD661D1AC1A6}"/>
          </ac:spMkLst>
        </pc:spChg>
        <pc:picChg chg="add mod ord">
          <ac:chgData name="Sondre Grønås" userId="S::sondre.gronas@skole.rogfk.no::eea45410-205b-43ed-aa52-5ea38a0a0a26" providerId="AD" clId="Web-{7B2E875E-D29B-4FC4-B4F2-389021FE6D61}" dt="2020-09-22T08:18:04.310" v="834"/>
          <ac:picMkLst>
            <pc:docMk/>
            <pc:sldMk cId="970314105" sldId="266"/>
            <ac:picMk id="4" creationId="{B30C530A-5BF6-4A48-A0B4-BE8DFD14817F}"/>
          </ac:picMkLst>
        </pc:picChg>
      </pc:sldChg>
      <pc:sldChg chg="addSp delSp modSp new mod setBg">
        <pc:chgData name="Sondre Grønås" userId="S::sondre.gronas@skole.rogfk.no::eea45410-205b-43ed-aa52-5ea38a0a0a26" providerId="AD" clId="Web-{7B2E875E-D29B-4FC4-B4F2-389021FE6D61}" dt="2020-09-22T08:21:21.921" v="918"/>
        <pc:sldMkLst>
          <pc:docMk/>
          <pc:sldMk cId="611731188" sldId="267"/>
        </pc:sldMkLst>
        <pc:spChg chg="mod">
          <ac:chgData name="Sondre Grønås" userId="S::sondre.gronas@skole.rogfk.no::eea45410-205b-43ed-aa52-5ea38a0a0a26" providerId="AD" clId="Web-{7B2E875E-D29B-4FC4-B4F2-389021FE6D61}" dt="2020-09-22T08:21:21.921" v="918"/>
          <ac:spMkLst>
            <pc:docMk/>
            <pc:sldMk cId="611731188" sldId="267"/>
            <ac:spMk id="2" creationId="{39504AA0-863A-4F84-A1A1-CE34E33E1D26}"/>
          </ac:spMkLst>
        </pc:spChg>
        <pc:spChg chg="del">
          <ac:chgData name="Sondre Grønås" userId="S::sondre.gronas@skole.rogfk.no::eea45410-205b-43ed-aa52-5ea38a0a0a26" providerId="AD" clId="Web-{7B2E875E-D29B-4FC4-B4F2-389021FE6D61}" dt="2020-09-22T08:21:18.655" v="917"/>
          <ac:spMkLst>
            <pc:docMk/>
            <pc:sldMk cId="611731188" sldId="267"/>
            <ac:spMk id="3" creationId="{34FD2E31-5C7B-436A-A94D-AF4E2BF904A8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8:21:21.921" v="918"/>
          <ac:spMkLst>
            <pc:docMk/>
            <pc:sldMk cId="611731188" sldId="267"/>
            <ac:spMk id="9" creationId="{17115F77-2FAE-4CA7-9A7F-10D5F2C8F831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8:21:21.921" v="918"/>
          <ac:spMkLst>
            <pc:docMk/>
            <pc:sldMk cId="611731188" sldId="267"/>
            <ac:spMk id="11" creationId="{5CD4C046-A04C-46CC-AFA3-6B0621F628C8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8:21:21.921" v="918"/>
          <ac:spMkLst>
            <pc:docMk/>
            <pc:sldMk cId="611731188" sldId="267"/>
            <ac:spMk id="13" creationId="{66C7A97A-A7DE-4DFB-8542-1E4BF24C7D31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8:21:21.921" v="918"/>
          <ac:spMkLst>
            <pc:docMk/>
            <pc:sldMk cId="611731188" sldId="267"/>
            <ac:spMk id="15" creationId="{BE111DB0-3D73-4D20-9D57-CEF5A0D865B9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8:21:21.921" v="918"/>
          <ac:spMkLst>
            <pc:docMk/>
            <pc:sldMk cId="611731188" sldId="267"/>
            <ac:spMk id="17" creationId="{027ADCA0-A066-4B16-8E1F-3C2483947B72}"/>
          </ac:spMkLst>
        </pc:spChg>
        <pc:picChg chg="add mod ord">
          <ac:chgData name="Sondre Grønås" userId="S::sondre.gronas@skole.rogfk.no::eea45410-205b-43ed-aa52-5ea38a0a0a26" providerId="AD" clId="Web-{7B2E875E-D29B-4FC4-B4F2-389021FE6D61}" dt="2020-09-22T08:21:21.921" v="918"/>
          <ac:picMkLst>
            <pc:docMk/>
            <pc:sldMk cId="611731188" sldId="267"/>
            <ac:picMk id="4" creationId="{88CC9BBA-36EC-427F-A330-A22734C84B40}"/>
          </ac:picMkLst>
        </pc:picChg>
      </pc:sldChg>
      <pc:sldChg chg="addSp modSp new mod setBg">
        <pc:chgData name="Sondre Grønås" userId="S::sondre.gronas@skole.rogfk.no::eea45410-205b-43ed-aa52-5ea38a0a0a26" providerId="AD" clId="Web-{7B2E875E-D29B-4FC4-B4F2-389021FE6D61}" dt="2020-09-22T08:45:50.326" v="1992" actId="20577"/>
        <pc:sldMkLst>
          <pc:docMk/>
          <pc:sldMk cId="498481124" sldId="268"/>
        </pc:sldMkLst>
        <pc:spChg chg="mod">
          <ac:chgData name="Sondre Grønås" userId="S::sondre.gronas@skole.rogfk.no::eea45410-205b-43ed-aa52-5ea38a0a0a26" providerId="AD" clId="Web-{7B2E875E-D29B-4FC4-B4F2-389021FE6D61}" dt="2020-09-22T08:21:32.828" v="931" actId="20577"/>
          <ac:spMkLst>
            <pc:docMk/>
            <pc:sldMk cId="498481124" sldId="268"/>
            <ac:spMk id="2" creationId="{84ED229E-21F9-477C-B3C1-2679D30498BA}"/>
          </ac:spMkLst>
        </pc:spChg>
        <pc:spChg chg="mod">
          <ac:chgData name="Sondre Grønås" userId="S::sondre.gronas@skole.rogfk.no::eea45410-205b-43ed-aa52-5ea38a0a0a26" providerId="AD" clId="Web-{7B2E875E-D29B-4FC4-B4F2-389021FE6D61}" dt="2020-09-22T08:45:50.326" v="1992" actId="20577"/>
          <ac:spMkLst>
            <pc:docMk/>
            <pc:sldMk cId="498481124" sldId="268"/>
            <ac:spMk id="3" creationId="{76DA119F-3D45-4851-8084-AD384C911663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8:21:26.843" v="920"/>
          <ac:spMkLst>
            <pc:docMk/>
            <pc:sldMk cId="498481124" sldId="268"/>
            <ac:spMk id="8" creationId="{29DC5A77-10C9-4ECF-B7EB-8D917F36A9EE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8:21:26.843" v="920"/>
          <ac:spMkLst>
            <pc:docMk/>
            <pc:sldMk cId="498481124" sldId="268"/>
            <ac:spMk id="10" creationId="{2FFE28B5-FB16-49A9-B851-3C35FAC0CACB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8:21:26.843" v="920"/>
          <ac:spMkLst>
            <pc:docMk/>
            <pc:sldMk cId="498481124" sldId="268"/>
            <ac:spMk id="12" creationId="{01014442-855A-4E0F-8D09-C314661A48B9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8:21:26.843" v="920"/>
          <ac:spMkLst>
            <pc:docMk/>
            <pc:sldMk cId="498481124" sldId="268"/>
            <ac:spMk id="14" creationId="{9B1ABF09-86CF-414E-88A5-2B84CC7232A9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8:21:26.843" v="920"/>
          <ac:spMkLst>
            <pc:docMk/>
            <pc:sldMk cId="498481124" sldId="268"/>
            <ac:spMk id="16" creationId="{3FE91770-CDBB-4D24-94E5-AD484F36CE87}"/>
          </ac:spMkLst>
        </pc:spChg>
      </pc:sldChg>
      <pc:sldChg chg="addSp delSp modSp new mod setBg">
        <pc:chgData name="Sondre Grønås" userId="S::sondre.gronas@skole.rogfk.no::eea45410-205b-43ed-aa52-5ea38a0a0a26" providerId="AD" clId="Web-{7B2E875E-D29B-4FC4-B4F2-389021FE6D61}" dt="2020-09-22T08:26:38.416" v="1576"/>
        <pc:sldMkLst>
          <pc:docMk/>
          <pc:sldMk cId="2225496341" sldId="269"/>
        </pc:sldMkLst>
        <pc:spChg chg="mod">
          <ac:chgData name="Sondre Grønås" userId="S::sondre.gronas@skole.rogfk.no::eea45410-205b-43ed-aa52-5ea38a0a0a26" providerId="AD" clId="Web-{7B2E875E-D29B-4FC4-B4F2-389021FE6D61}" dt="2020-09-22T08:26:38.416" v="1576"/>
          <ac:spMkLst>
            <pc:docMk/>
            <pc:sldMk cId="2225496341" sldId="269"/>
            <ac:spMk id="2" creationId="{92B98B60-8393-4944-B89B-0896637F2F5A}"/>
          </ac:spMkLst>
        </pc:spChg>
        <pc:spChg chg="del">
          <ac:chgData name="Sondre Grønås" userId="S::sondre.gronas@skole.rogfk.no::eea45410-205b-43ed-aa52-5ea38a0a0a26" providerId="AD" clId="Web-{7B2E875E-D29B-4FC4-B4F2-389021FE6D61}" dt="2020-09-22T08:26:02.038" v="1558"/>
          <ac:spMkLst>
            <pc:docMk/>
            <pc:sldMk cId="2225496341" sldId="269"/>
            <ac:spMk id="3" creationId="{79C64A3E-7491-4556-9A68-16F3C3253A31}"/>
          </ac:spMkLst>
        </pc:spChg>
        <pc:spChg chg="add del mod">
          <ac:chgData name="Sondre Grønås" userId="S::sondre.gronas@skole.rogfk.no::eea45410-205b-43ed-aa52-5ea38a0a0a26" providerId="AD" clId="Web-{7B2E875E-D29B-4FC4-B4F2-389021FE6D61}" dt="2020-09-22T08:26:35.322" v="1575"/>
          <ac:spMkLst>
            <pc:docMk/>
            <pc:sldMk cId="2225496341" sldId="269"/>
            <ac:spMk id="6" creationId="{392575F4-668B-4377-AD4D-F1D3F5C0BA76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26:22.587" v="1573"/>
          <ac:spMkLst>
            <pc:docMk/>
            <pc:sldMk cId="2225496341" sldId="269"/>
            <ac:spMk id="9" creationId="{DB8424AB-D56B-4256-866A-5B54DE93C20F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26:22.587" v="1573"/>
          <ac:spMkLst>
            <pc:docMk/>
            <pc:sldMk cId="2225496341" sldId="269"/>
            <ac:spMk id="11" creationId="{FC999C28-AD33-4EB7-A5F1-C06D10A5FDF7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26:22.587" v="1573"/>
          <ac:spMkLst>
            <pc:docMk/>
            <pc:sldMk cId="2225496341" sldId="269"/>
            <ac:spMk id="13" creationId="{0864E5C9-52C9-4572-AC75-548B9B9C2648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26:22.587" v="1573"/>
          <ac:spMkLst>
            <pc:docMk/>
            <pc:sldMk cId="2225496341" sldId="269"/>
            <ac:spMk id="15" creationId="{45CC6500-4DBD-4C34-BC14-2387FB483BEB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26:22.587" v="1573"/>
          <ac:spMkLst>
            <pc:docMk/>
            <pc:sldMk cId="2225496341" sldId="269"/>
            <ac:spMk id="17" creationId="{4E34A3B6-BAD2-4156-BDC6-4736248BFDE0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26:38.416" v="1576"/>
          <ac:spMkLst>
            <pc:docMk/>
            <pc:sldMk cId="2225496341" sldId="269"/>
            <ac:spMk id="22" creationId="{DB8424AB-D56B-4256-866A-5B54DE93C20F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26:38.416" v="1576"/>
          <ac:spMkLst>
            <pc:docMk/>
            <pc:sldMk cId="2225496341" sldId="269"/>
            <ac:spMk id="24" creationId="{FC999C28-AD33-4EB7-A5F1-C06D10A5FDF7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26:38.416" v="1576"/>
          <ac:spMkLst>
            <pc:docMk/>
            <pc:sldMk cId="2225496341" sldId="269"/>
            <ac:spMk id="26" creationId="{0864E5C9-52C9-4572-AC75-548B9B9C2648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26:38.416" v="1576"/>
          <ac:spMkLst>
            <pc:docMk/>
            <pc:sldMk cId="2225496341" sldId="269"/>
            <ac:spMk id="28" creationId="{45CC6500-4DBD-4C34-BC14-2387FB483BEB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26:38.416" v="1576"/>
          <ac:spMkLst>
            <pc:docMk/>
            <pc:sldMk cId="2225496341" sldId="269"/>
            <ac:spMk id="30" creationId="{4E34A3B6-BAD2-4156-BDC6-4736248BFDE0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8:26:38.416" v="1576"/>
          <ac:spMkLst>
            <pc:docMk/>
            <pc:sldMk cId="2225496341" sldId="269"/>
            <ac:spMk id="35" creationId="{DB8424AB-D56B-4256-866A-5B54DE93C20F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8:26:38.416" v="1576"/>
          <ac:spMkLst>
            <pc:docMk/>
            <pc:sldMk cId="2225496341" sldId="269"/>
            <ac:spMk id="37" creationId="{FC999C28-AD33-4EB7-A5F1-C06D10A5FDF7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8:26:38.416" v="1576"/>
          <ac:spMkLst>
            <pc:docMk/>
            <pc:sldMk cId="2225496341" sldId="269"/>
            <ac:spMk id="39" creationId="{69373E92-F88D-4F0A-94DF-393703E7DA7D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8:26:38.416" v="1576"/>
          <ac:spMkLst>
            <pc:docMk/>
            <pc:sldMk cId="2225496341" sldId="269"/>
            <ac:spMk id="41" creationId="{C629DAA0-ADF6-43FD-9C99-483F722B56E2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8:26:38.416" v="1576"/>
          <ac:spMkLst>
            <pc:docMk/>
            <pc:sldMk cId="2225496341" sldId="269"/>
            <ac:spMk id="43" creationId="{F32C8C35-BF44-4CFB-9754-81F07C9812A7}"/>
          </ac:spMkLst>
        </pc:spChg>
        <pc:picChg chg="add del mod ord">
          <ac:chgData name="Sondre Grønås" userId="S::sondre.gronas@skole.rogfk.no::eea45410-205b-43ed-aa52-5ea38a0a0a26" providerId="AD" clId="Web-{7B2E875E-D29B-4FC4-B4F2-389021FE6D61}" dt="2020-09-22T08:26:34.197" v="1574"/>
          <ac:picMkLst>
            <pc:docMk/>
            <pc:sldMk cId="2225496341" sldId="269"/>
            <ac:picMk id="4" creationId="{14222A59-CF8C-48E9-AFD5-990F785FE31F}"/>
          </ac:picMkLst>
        </pc:picChg>
        <pc:picChg chg="add mod ord">
          <ac:chgData name="Sondre Grønås" userId="S::sondre.gronas@skole.rogfk.no::eea45410-205b-43ed-aa52-5ea38a0a0a26" providerId="AD" clId="Web-{7B2E875E-D29B-4FC4-B4F2-389021FE6D61}" dt="2020-09-22T08:26:38.416" v="1576"/>
          <ac:picMkLst>
            <pc:docMk/>
            <pc:sldMk cId="2225496341" sldId="269"/>
            <ac:picMk id="7" creationId="{B13F5D32-BD7B-46F9-A0B2-AA77844E9F4E}"/>
          </ac:picMkLst>
        </pc:picChg>
      </pc:sldChg>
      <pc:sldChg chg="addSp delSp modSp new mod ord setBg">
        <pc:chgData name="Sondre Grønås" userId="S::sondre.gronas@skole.rogfk.no::eea45410-205b-43ed-aa52-5ea38a0a0a26" providerId="AD" clId="Web-{7B2E875E-D29B-4FC4-B4F2-389021FE6D61}" dt="2020-09-22T08:33:46.203" v="1781" actId="20577"/>
        <pc:sldMkLst>
          <pc:docMk/>
          <pc:sldMk cId="1169001266" sldId="270"/>
        </pc:sldMkLst>
        <pc:spChg chg="mod">
          <ac:chgData name="Sondre Grønås" userId="S::sondre.gronas@skole.rogfk.no::eea45410-205b-43ed-aa52-5ea38a0a0a26" providerId="AD" clId="Web-{7B2E875E-D29B-4FC4-B4F2-389021FE6D61}" dt="2020-09-22T08:30:55.204" v="1725" actId="14100"/>
          <ac:spMkLst>
            <pc:docMk/>
            <pc:sldMk cId="1169001266" sldId="270"/>
            <ac:spMk id="2" creationId="{9CCA86E0-274B-4416-A6E9-E25CF0EBF613}"/>
          </ac:spMkLst>
        </pc:spChg>
        <pc:spChg chg="del mod">
          <ac:chgData name="Sondre Grønås" userId="S::sondre.gronas@skole.rogfk.no::eea45410-205b-43ed-aa52-5ea38a0a0a26" providerId="AD" clId="Web-{7B2E875E-D29B-4FC4-B4F2-389021FE6D61}" dt="2020-09-22T08:28:55.178" v="1624"/>
          <ac:spMkLst>
            <pc:docMk/>
            <pc:sldMk cId="1169001266" sldId="270"/>
            <ac:spMk id="3" creationId="{D6D5D90D-F12F-4B46-983E-A788B2B23AC0}"/>
          </ac:spMkLst>
        </pc:spChg>
        <pc:spChg chg="add del mod">
          <ac:chgData name="Sondre Grønås" userId="S::sondre.gronas@skole.rogfk.no::eea45410-205b-43ed-aa52-5ea38a0a0a26" providerId="AD" clId="Web-{7B2E875E-D29B-4FC4-B4F2-389021FE6D61}" dt="2020-09-22T08:30:00.887" v="1694"/>
          <ac:spMkLst>
            <pc:docMk/>
            <pc:sldMk cId="1169001266" sldId="270"/>
            <ac:spMk id="6" creationId="{125643C9-60DE-4B9F-834E-C173C6CC3552}"/>
          </ac:spMkLst>
        </pc:spChg>
        <pc:spChg chg="add del mod">
          <ac:chgData name="Sondre Grønås" userId="S::sondre.gronas@skole.rogfk.no::eea45410-205b-43ed-aa52-5ea38a0a0a26" providerId="AD" clId="Web-{7B2E875E-D29B-4FC4-B4F2-389021FE6D61}" dt="2020-09-22T08:29:59.699" v="1693"/>
          <ac:spMkLst>
            <pc:docMk/>
            <pc:sldMk cId="1169001266" sldId="270"/>
            <ac:spMk id="7" creationId="{FA36904E-D393-4535-85E6-68363FC82E83}"/>
          </ac:spMkLst>
        </pc:spChg>
        <pc:spChg chg="add mod">
          <ac:chgData name="Sondre Grønås" userId="S::sondre.gronas@skole.rogfk.no::eea45410-205b-43ed-aa52-5ea38a0a0a26" providerId="AD" clId="Web-{7B2E875E-D29B-4FC4-B4F2-389021FE6D61}" dt="2020-09-22T08:30:30.311" v="1713" actId="1076"/>
          <ac:spMkLst>
            <pc:docMk/>
            <pc:sldMk cId="1169001266" sldId="270"/>
            <ac:spMk id="8" creationId="{C21654EB-AE35-4EA6-9286-C7D005319ACF}"/>
          </ac:spMkLst>
        </pc:spChg>
        <pc:spChg chg="add mod">
          <ac:chgData name="Sondre Grønås" userId="S::sondre.gronas@skole.rogfk.no::eea45410-205b-43ed-aa52-5ea38a0a0a26" providerId="AD" clId="Web-{7B2E875E-D29B-4FC4-B4F2-389021FE6D61}" dt="2020-09-22T08:31:05.330" v="1736" actId="20577"/>
          <ac:spMkLst>
            <pc:docMk/>
            <pc:sldMk cId="1169001266" sldId="270"/>
            <ac:spMk id="9" creationId="{F1261DD4-5688-48DA-80C4-3B7F169006A0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8:30:09.622" v="1695"/>
          <ac:spMkLst>
            <pc:docMk/>
            <pc:sldMk cId="1169001266" sldId="270"/>
            <ac:spMk id="12" creationId="{6B086509-1281-468A-AAAC-1BBEDAE75736}"/>
          </ac:spMkLst>
        </pc:spChg>
        <pc:spChg chg="add mod">
          <ac:chgData name="Sondre Grønås" userId="S::sondre.gronas@skole.rogfk.no::eea45410-205b-43ed-aa52-5ea38a0a0a26" providerId="AD" clId="Web-{7B2E875E-D29B-4FC4-B4F2-389021FE6D61}" dt="2020-09-22T08:30:40.687" v="1719" actId="1076"/>
          <ac:spMkLst>
            <pc:docMk/>
            <pc:sldMk cId="1169001266" sldId="270"/>
            <ac:spMk id="13" creationId="{C084723C-D138-44B3-A143-5291E35984B0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8:30:09.622" v="1695"/>
          <ac:spMkLst>
            <pc:docMk/>
            <pc:sldMk cId="1169001266" sldId="270"/>
            <ac:spMk id="14" creationId="{EEA73850-2107-4E65-85FE-EDD3F45FCDA2}"/>
          </ac:spMkLst>
        </pc:spChg>
        <pc:spChg chg="add mod">
          <ac:chgData name="Sondre Grønås" userId="S::sondre.gronas@skole.rogfk.no::eea45410-205b-43ed-aa52-5ea38a0a0a26" providerId="AD" clId="Web-{7B2E875E-D29B-4FC4-B4F2-389021FE6D61}" dt="2020-09-22T08:33:46.203" v="1781" actId="20577"/>
          <ac:spMkLst>
            <pc:docMk/>
            <pc:sldMk cId="1169001266" sldId="270"/>
            <ac:spMk id="15" creationId="{DACC777E-AAD1-4163-9751-D9F8678337BC}"/>
          </ac:spMkLst>
        </pc:spChg>
        <pc:picChg chg="add mod ord">
          <ac:chgData name="Sondre Grønås" userId="S::sondre.gronas@skole.rogfk.no::eea45410-205b-43ed-aa52-5ea38a0a0a26" providerId="AD" clId="Web-{7B2E875E-D29B-4FC4-B4F2-389021FE6D61}" dt="2020-09-22T08:30:09.622" v="1695"/>
          <ac:picMkLst>
            <pc:docMk/>
            <pc:sldMk cId="1169001266" sldId="270"/>
            <ac:picMk id="4" creationId="{78EF3105-5410-406C-9BD9-C25BE7972A5A}"/>
          </ac:picMkLst>
        </pc:picChg>
        <pc:picChg chg="add mod">
          <ac:chgData name="Sondre Grønås" userId="S::sondre.gronas@skole.rogfk.no::eea45410-205b-43ed-aa52-5ea38a0a0a26" providerId="AD" clId="Web-{7B2E875E-D29B-4FC4-B4F2-389021FE6D61}" dt="2020-09-22T08:30:09.622" v="1695"/>
          <ac:picMkLst>
            <pc:docMk/>
            <pc:sldMk cId="1169001266" sldId="270"/>
            <ac:picMk id="5" creationId="{79E9B593-C3CA-4A9D-9CE7-23204A38CABA}"/>
          </ac:picMkLst>
        </pc:picChg>
        <pc:picChg chg="add mod">
          <ac:chgData name="Sondre Grønås" userId="S::sondre.gronas@skole.rogfk.no::eea45410-205b-43ed-aa52-5ea38a0a0a26" providerId="AD" clId="Web-{7B2E875E-D29B-4FC4-B4F2-389021FE6D61}" dt="2020-09-22T08:31:33.441" v="1741" actId="1076"/>
          <ac:picMkLst>
            <pc:docMk/>
            <pc:sldMk cId="1169001266" sldId="270"/>
            <ac:picMk id="10" creationId="{A0B32DDE-2AB6-4215-BD0E-12CB2A74CD16}"/>
          </ac:picMkLst>
        </pc:picChg>
      </pc:sldChg>
      <pc:sldChg chg="modSp new mod modClrScheme chgLayout">
        <pc:chgData name="Sondre Grønås" userId="S::sondre.gronas@skole.rogfk.no::eea45410-205b-43ed-aa52-5ea38a0a0a26" providerId="AD" clId="Web-{7B2E875E-D29B-4FC4-B4F2-389021FE6D61}" dt="2020-09-22T08:43:40.050" v="1886" actId="20577"/>
        <pc:sldMkLst>
          <pc:docMk/>
          <pc:sldMk cId="2038601431" sldId="271"/>
        </pc:sldMkLst>
        <pc:spChg chg="mod ord">
          <ac:chgData name="Sondre Grønås" userId="S::sondre.gronas@skole.rogfk.no::eea45410-205b-43ed-aa52-5ea38a0a0a26" providerId="AD" clId="Web-{7B2E875E-D29B-4FC4-B4F2-389021FE6D61}" dt="2020-09-22T08:43:11.219" v="1849" actId="20577"/>
          <ac:spMkLst>
            <pc:docMk/>
            <pc:sldMk cId="2038601431" sldId="271"/>
            <ac:spMk id="2" creationId="{A4337013-C5F6-4F01-A765-654F5EFCA7F7}"/>
          </ac:spMkLst>
        </pc:spChg>
        <pc:spChg chg="mod ord">
          <ac:chgData name="Sondre Grønås" userId="S::sondre.gronas@skole.rogfk.no::eea45410-205b-43ed-aa52-5ea38a0a0a26" providerId="AD" clId="Web-{7B2E875E-D29B-4FC4-B4F2-389021FE6D61}" dt="2020-09-22T08:43:40.050" v="1886" actId="20577"/>
          <ac:spMkLst>
            <pc:docMk/>
            <pc:sldMk cId="2038601431" sldId="271"/>
            <ac:spMk id="3" creationId="{83B01F3F-BDE2-4904-83FF-40603690870F}"/>
          </ac:spMkLst>
        </pc:spChg>
      </pc:sldChg>
      <pc:sldChg chg="addSp modSp new mod setBg">
        <pc:chgData name="Sondre Grønås" userId="S::sondre.gronas@skole.rogfk.no::eea45410-205b-43ed-aa52-5ea38a0a0a26" providerId="AD" clId="Web-{7B2E875E-D29B-4FC4-B4F2-389021FE6D61}" dt="2020-09-22T09:06:42.041" v="3282" actId="20577"/>
        <pc:sldMkLst>
          <pc:docMk/>
          <pc:sldMk cId="3669623060" sldId="272"/>
        </pc:sldMkLst>
        <pc:spChg chg="mod">
          <ac:chgData name="Sondre Grønås" userId="S::sondre.gronas@skole.rogfk.no::eea45410-205b-43ed-aa52-5ea38a0a0a26" providerId="AD" clId="Web-{7B2E875E-D29B-4FC4-B4F2-389021FE6D61}" dt="2020-09-22T08:46:51.785" v="2007" actId="20577"/>
          <ac:spMkLst>
            <pc:docMk/>
            <pc:sldMk cId="3669623060" sldId="272"/>
            <ac:spMk id="2" creationId="{CF390FC0-97C5-4162-9696-F5F0BD856E7E}"/>
          </ac:spMkLst>
        </pc:spChg>
        <pc:spChg chg="mod">
          <ac:chgData name="Sondre Grønås" userId="S::sondre.gronas@skole.rogfk.no::eea45410-205b-43ed-aa52-5ea38a0a0a26" providerId="AD" clId="Web-{7B2E875E-D29B-4FC4-B4F2-389021FE6D61}" dt="2020-09-22T09:06:42.041" v="3282" actId="20577"/>
          <ac:spMkLst>
            <pc:docMk/>
            <pc:sldMk cId="3669623060" sldId="272"/>
            <ac:spMk id="3" creationId="{4D585949-F19B-41F6-941E-6D3951B31A91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8:46:42.706" v="1995"/>
          <ac:spMkLst>
            <pc:docMk/>
            <pc:sldMk cId="3669623060" sldId="272"/>
            <ac:spMk id="8" creationId="{29DC5A77-10C9-4ECF-B7EB-8D917F36A9EE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8:46:42.706" v="1995"/>
          <ac:spMkLst>
            <pc:docMk/>
            <pc:sldMk cId="3669623060" sldId="272"/>
            <ac:spMk id="10" creationId="{2FFE28B5-FB16-49A9-B851-3C35FAC0CACB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8:46:42.706" v="1995"/>
          <ac:spMkLst>
            <pc:docMk/>
            <pc:sldMk cId="3669623060" sldId="272"/>
            <ac:spMk id="12" creationId="{01014442-855A-4E0F-8D09-C314661A48B9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8:46:42.706" v="1995"/>
          <ac:spMkLst>
            <pc:docMk/>
            <pc:sldMk cId="3669623060" sldId="272"/>
            <ac:spMk id="14" creationId="{9B1ABF09-86CF-414E-88A5-2B84CC7232A9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8:46:42.706" v="1995"/>
          <ac:spMkLst>
            <pc:docMk/>
            <pc:sldMk cId="3669623060" sldId="272"/>
            <ac:spMk id="16" creationId="{3FE91770-CDBB-4D24-94E5-AD484F36CE87}"/>
          </ac:spMkLst>
        </pc:spChg>
      </pc:sldChg>
      <pc:sldChg chg="addSp delSp modSp new mod setBg">
        <pc:chgData name="Sondre Grønås" userId="S::sondre.gronas@skole.rogfk.no::eea45410-205b-43ed-aa52-5ea38a0a0a26" providerId="AD" clId="Web-{7B2E875E-D29B-4FC4-B4F2-389021FE6D61}" dt="2020-09-22T09:02:21.504" v="3046" actId="20577"/>
        <pc:sldMkLst>
          <pc:docMk/>
          <pc:sldMk cId="1437075085" sldId="273"/>
        </pc:sldMkLst>
        <pc:spChg chg="mod">
          <ac:chgData name="Sondre Grønås" userId="S::sondre.gronas@skole.rogfk.no::eea45410-205b-43ed-aa52-5ea38a0a0a26" providerId="AD" clId="Web-{7B2E875E-D29B-4FC4-B4F2-389021FE6D61}" dt="2020-09-22T09:02:21.504" v="3046" actId="20577"/>
          <ac:spMkLst>
            <pc:docMk/>
            <pc:sldMk cId="1437075085" sldId="273"/>
            <ac:spMk id="2" creationId="{C576A3BA-FF8A-4FC4-AE33-DFF8C29128E5}"/>
          </ac:spMkLst>
        </pc:spChg>
        <pc:spChg chg="del">
          <ac:chgData name="Sondre Grønås" userId="S::sondre.gronas@skole.rogfk.no::eea45410-205b-43ed-aa52-5ea38a0a0a26" providerId="AD" clId="Web-{7B2E875E-D29B-4FC4-B4F2-389021FE6D61}" dt="2020-09-22T08:56:37.631" v="2813"/>
          <ac:spMkLst>
            <pc:docMk/>
            <pc:sldMk cId="1437075085" sldId="273"/>
            <ac:spMk id="3" creationId="{508F3338-213D-40A8-AEBA-B33D33F975C9}"/>
          </ac:spMkLst>
        </pc:spChg>
        <pc:spChg chg="add del mod">
          <ac:chgData name="Sondre Grønås" userId="S::sondre.gronas@skole.rogfk.no::eea45410-205b-43ed-aa52-5ea38a0a0a26" providerId="AD" clId="Web-{7B2E875E-D29B-4FC4-B4F2-389021FE6D61}" dt="2020-09-22T08:58:29.578" v="2874"/>
          <ac:spMkLst>
            <pc:docMk/>
            <pc:sldMk cId="1437075085" sldId="273"/>
            <ac:spMk id="6" creationId="{889E946C-B2E6-4109-ABB1-9A8AC4917A74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58:35.157" v="2877"/>
          <ac:spMkLst>
            <pc:docMk/>
            <pc:sldMk cId="1437075085" sldId="273"/>
            <ac:spMk id="9" creationId="{17115F77-2FAE-4CA7-9A7F-10D5F2C8F831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58:35.157" v="2877"/>
          <ac:spMkLst>
            <pc:docMk/>
            <pc:sldMk cId="1437075085" sldId="273"/>
            <ac:spMk id="11" creationId="{5CD4C046-A04C-46CC-AFA3-6B0621F628C8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58:35.157" v="2877"/>
          <ac:spMkLst>
            <pc:docMk/>
            <pc:sldMk cId="1437075085" sldId="273"/>
            <ac:spMk id="13" creationId="{66C7A97A-A7DE-4DFB-8542-1E4BF24C7D31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58:35.157" v="2877"/>
          <ac:spMkLst>
            <pc:docMk/>
            <pc:sldMk cId="1437075085" sldId="273"/>
            <ac:spMk id="15" creationId="{BE111DB0-3D73-4D20-9D57-CEF5A0D865B9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58:35.157" v="2877"/>
          <ac:spMkLst>
            <pc:docMk/>
            <pc:sldMk cId="1437075085" sldId="273"/>
            <ac:spMk id="17" creationId="{027ADCA0-A066-4B16-8E1F-3C2483947B72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58:46.329" v="2879"/>
          <ac:spMkLst>
            <pc:docMk/>
            <pc:sldMk cId="1437075085" sldId="273"/>
            <ac:spMk id="19" creationId="{A35CBD63-8F8F-47DC-9CE7-159E6161D872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58:46.329" v="2879"/>
          <ac:spMkLst>
            <pc:docMk/>
            <pc:sldMk cId="1437075085" sldId="273"/>
            <ac:spMk id="20" creationId="{CA0E3486-FD49-4921-B4F4-E5BB5C88AC79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58:43.470" v="2878"/>
          <ac:spMkLst>
            <pc:docMk/>
            <pc:sldMk cId="1437075085" sldId="273"/>
            <ac:spMk id="21" creationId="{3C6A87FB-60E6-48B9-A6EC-20D9CBA724BB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58:35.141" v="2876"/>
          <ac:spMkLst>
            <pc:docMk/>
            <pc:sldMk cId="1437075085" sldId="273"/>
            <ac:spMk id="22" creationId="{DB8424AB-D56B-4256-866A-5B54DE93C20F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58:46.329" v="2879"/>
          <ac:spMkLst>
            <pc:docMk/>
            <pc:sldMk cId="1437075085" sldId="273"/>
            <ac:spMk id="23" creationId="{83B4A72C-2924-4CE2-8674-7E02E182ED6D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58:35.141" v="2876"/>
          <ac:spMkLst>
            <pc:docMk/>
            <pc:sldMk cId="1437075085" sldId="273"/>
            <ac:spMk id="24" creationId="{FC999C28-AD33-4EB7-A5F1-C06D10A5FDF7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59:26.083" v="2883"/>
          <ac:spMkLst>
            <pc:docMk/>
            <pc:sldMk cId="1437075085" sldId="273"/>
            <ac:spMk id="25" creationId="{DB8424AB-D56B-4256-866A-5B54DE93C20F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58:35.141" v="2876"/>
          <ac:spMkLst>
            <pc:docMk/>
            <pc:sldMk cId="1437075085" sldId="273"/>
            <ac:spMk id="26" creationId="{0864E5C9-52C9-4572-AC75-548B9B9C2648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59:26.083" v="2883"/>
          <ac:spMkLst>
            <pc:docMk/>
            <pc:sldMk cId="1437075085" sldId="273"/>
            <ac:spMk id="27" creationId="{FC999C28-AD33-4EB7-A5F1-C06D10A5FDF7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58:35.141" v="2876"/>
          <ac:spMkLst>
            <pc:docMk/>
            <pc:sldMk cId="1437075085" sldId="273"/>
            <ac:spMk id="28" creationId="{45CC6500-4DBD-4C34-BC14-2387FB483BEB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58:35.141" v="2876"/>
          <ac:spMkLst>
            <pc:docMk/>
            <pc:sldMk cId="1437075085" sldId="273"/>
            <ac:spMk id="30" creationId="{4E34A3B6-BAD2-4156-BDC6-4736248BFDE0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59:26.083" v="2883"/>
          <ac:spMkLst>
            <pc:docMk/>
            <pc:sldMk cId="1437075085" sldId="273"/>
            <ac:spMk id="32" creationId="{0864E5C9-52C9-4572-AC75-548B9B9C2648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59:26.083" v="2883"/>
          <ac:spMkLst>
            <pc:docMk/>
            <pc:sldMk cId="1437075085" sldId="273"/>
            <ac:spMk id="34" creationId="{45CC6500-4DBD-4C34-BC14-2387FB483BEB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59:26.083" v="2883"/>
          <ac:spMkLst>
            <pc:docMk/>
            <pc:sldMk cId="1437075085" sldId="273"/>
            <ac:spMk id="36" creationId="{4E34A3B6-BAD2-4156-BDC6-4736248BFDE0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59:33.833" v="2888"/>
          <ac:spMkLst>
            <pc:docMk/>
            <pc:sldMk cId="1437075085" sldId="273"/>
            <ac:spMk id="41" creationId="{DB8424AB-D56B-4256-866A-5B54DE93C20F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59:33.833" v="2888"/>
          <ac:spMkLst>
            <pc:docMk/>
            <pc:sldMk cId="1437075085" sldId="273"/>
            <ac:spMk id="43" creationId="{FC999C28-AD33-4EB7-A5F1-C06D10A5FDF7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59:33.833" v="2888"/>
          <ac:spMkLst>
            <pc:docMk/>
            <pc:sldMk cId="1437075085" sldId="273"/>
            <ac:spMk id="45" creationId="{07CBBDD0-4420-4A50-96AB-392F9B97CF03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59:33.833" v="2888"/>
          <ac:spMkLst>
            <pc:docMk/>
            <pc:sldMk cId="1437075085" sldId="273"/>
            <ac:spMk id="47" creationId="{465BA403-54B9-4A0B-BC79-028C495C038E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59:33.833" v="2888"/>
          <ac:spMkLst>
            <pc:docMk/>
            <pc:sldMk cId="1437075085" sldId="273"/>
            <ac:spMk id="49" creationId="{DC8C6883-513A-4FE8-8B55-7AA2A13A9BB9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9:02:06.174" v="3040"/>
          <ac:spMkLst>
            <pc:docMk/>
            <pc:sldMk cId="1437075085" sldId="273"/>
            <ac:spMk id="51" creationId="{DB8424AB-D56B-4256-866A-5B54DE93C20F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9:02:06.174" v="3040"/>
          <ac:spMkLst>
            <pc:docMk/>
            <pc:sldMk cId="1437075085" sldId="273"/>
            <ac:spMk id="52" creationId="{FC999C28-AD33-4EB7-A5F1-C06D10A5FDF7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9:02:06.174" v="3040"/>
          <ac:spMkLst>
            <pc:docMk/>
            <pc:sldMk cId="1437075085" sldId="273"/>
            <ac:spMk id="53" creationId="{69373E92-F88D-4F0A-94DF-393703E7DA7D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59:33.818" v="2887"/>
          <ac:spMkLst>
            <pc:docMk/>
            <pc:sldMk cId="1437075085" sldId="273"/>
            <ac:spMk id="54" creationId="{DB8424AB-D56B-4256-866A-5B54DE93C20F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9:02:06.174" v="3040"/>
          <ac:spMkLst>
            <pc:docMk/>
            <pc:sldMk cId="1437075085" sldId="273"/>
            <ac:spMk id="55" creationId="{C629DAA0-ADF6-43FD-9C99-483F722B56E2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59:33.818" v="2887"/>
          <ac:spMkLst>
            <pc:docMk/>
            <pc:sldMk cId="1437075085" sldId="273"/>
            <ac:spMk id="56" creationId="{FC999C28-AD33-4EB7-A5F1-C06D10A5FDF7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9:02:06.174" v="3040"/>
          <ac:spMkLst>
            <pc:docMk/>
            <pc:sldMk cId="1437075085" sldId="273"/>
            <ac:spMk id="57" creationId="{F32C8C35-BF44-4CFB-9754-81F07C9812A7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59:33.818" v="2887"/>
          <ac:spMkLst>
            <pc:docMk/>
            <pc:sldMk cId="1437075085" sldId="273"/>
            <ac:spMk id="58" creationId="{0864E5C9-52C9-4572-AC75-548B9B9C2648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9:02:06.174" v="3040"/>
          <ac:spMkLst>
            <pc:docMk/>
            <pc:sldMk cId="1437075085" sldId="273"/>
            <ac:spMk id="59" creationId="{DB8424AB-D56B-4256-866A-5B54DE93C20F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59:33.818" v="2887"/>
          <ac:spMkLst>
            <pc:docMk/>
            <pc:sldMk cId="1437075085" sldId="273"/>
            <ac:spMk id="60" creationId="{45CC6500-4DBD-4C34-BC14-2387FB483BEB}"/>
          </ac:spMkLst>
        </pc:spChg>
        <pc:spChg chg="add del">
          <ac:chgData name="Sondre Grønås" userId="S::sondre.gronas@skole.rogfk.no::eea45410-205b-43ed-aa52-5ea38a0a0a26" providerId="AD" clId="Web-{7B2E875E-D29B-4FC4-B4F2-389021FE6D61}" dt="2020-09-22T08:59:33.818" v="2887"/>
          <ac:spMkLst>
            <pc:docMk/>
            <pc:sldMk cId="1437075085" sldId="273"/>
            <ac:spMk id="62" creationId="{4E34A3B6-BAD2-4156-BDC6-4736248BFDE0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9:02:06.174" v="3040"/>
          <ac:spMkLst>
            <pc:docMk/>
            <pc:sldMk cId="1437075085" sldId="273"/>
            <ac:spMk id="64" creationId="{FC999C28-AD33-4EB7-A5F1-C06D10A5FDF7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9:02:06.174" v="3040"/>
          <ac:spMkLst>
            <pc:docMk/>
            <pc:sldMk cId="1437075085" sldId="273"/>
            <ac:spMk id="66" creationId="{9203ABB4-7E2A-4248-9FE7-4A419AFF2F17}"/>
          </ac:spMkLst>
        </pc:spChg>
        <pc:spChg chg="add">
          <ac:chgData name="Sondre Grønås" userId="S::sondre.gronas@skole.rogfk.no::eea45410-205b-43ed-aa52-5ea38a0a0a26" providerId="AD" clId="Web-{7B2E875E-D29B-4FC4-B4F2-389021FE6D61}" dt="2020-09-22T09:02:06.174" v="3040"/>
          <ac:spMkLst>
            <pc:docMk/>
            <pc:sldMk cId="1437075085" sldId="273"/>
            <ac:spMk id="68" creationId="{3126970D-C1E5-4FB1-84E8-86CB9CED1C80}"/>
          </ac:spMkLst>
        </pc:spChg>
        <pc:picChg chg="add del mod ord">
          <ac:chgData name="Sondre Grønås" userId="S::sondre.gronas@skole.rogfk.no::eea45410-205b-43ed-aa52-5ea38a0a0a26" providerId="AD" clId="Web-{7B2E875E-D29B-4FC4-B4F2-389021FE6D61}" dt="2020-09-22T08:58:28.515" v="2873"/>
          <ac:picMkLst>
            <pc:docMk/>
            <pc:sldMk cId="1437075085" sldId="273"/>
            <ac:picMk id="4" creationId="{C5FAB840-B10E-4481-BED3-D3EA2EEA8C61}"/>
          </ac:picMkLst>
        </pc:picChg>
        <pc:picChg chg="add del mod ord">
          <ac:chgData name="Sondre Grønås" userId="S::sondre.gronas@skole.rogfk.no::eea45410-205b-43ed-aa52-5ea38a0a0a26" providerId="AD" clId="Web-{7B2E875E-D29B-4FC4-B4F2-389021FE6D61}" dt="2020-09-22T08:59:28.020" v="2884"/>
          <ac:picMkLst>
            <pc:docMk/>
            <pc:sldMk cId="1437075085" sldId="273"/>
            <ac:picMk id="7" creationId="{29BF2324-DCD0-4687-BE64-E06B821FC3FD}"/>
          </ac:picMkLst>
        </pc:picChg>
        <pc:picChg chg="add del mod">
          <ac:chgData name="Sondre Grønås" userId="S::sondre.gronas@skole.rogfk.no::eea45410-205b-43ed-aa52-5ea38a0a0a26" providerId="AD" clId="Web-{7B2E875E-D29B-4FC4-B4F2-389021FE6D61}" dt="2020-09-22T09:02:02.940" v="3038"/>
          <ac:picMkLst>
            <pc:docMk/>
            <pc:sldMk cId="1437075085" sldId="273"/>
            <ac:picMk id="8" creationId="{1FEF3BFC-396C-4CB0-BC58-3EF7793CEAF2}"/>
          </ac:picMkLst>
        </pc:picChg>
        <pc:picChg chg="add mod">
          <ac:chgData name="Sondre Grønås" userId="S::sondre.gronas@skole.rogfk.no::eea45410-205b-43ed-aa52-5ea38a0a0a26" providerId="AD" clId="Web-{7B2E875E-D29B-4FC4-B4F2-389021FE6D61}" dt="2020-09-22T09:02:06.174" v="3040"/>
          <ac:picMkLst>
            <pc:docMk/>
            <pc:sldMk cId="1437075085" sldId="273"/>
            <ac:picMk id="10" creationId="{12E56944-EA42-4E44-B265-A1094F6920A3}"/>
          </ac:picMkLst>
        </pc:picChg>
      </pc:sldChg>
      <pc:sldChg chg="new del">
        <pc:chgData name="Sondre Grønås" userId="S::sondre.gronas@skole.rogfk.no::eea45410-205b-43ed-aa52-5ea38a0a0a26" providerId="AD" clId="Web-{7B2E875E-D29B-4FC4-B4F2-389021FE6D61}" dt="2020-09-22T09:14:24.049" v="3286"/>
        <pc:sldMkLst>
          <pc:docMk/>
          <pc:sldMk cId="2509589033" sldId="274"/>
        </pc:sldMkLst>
      </pc:sldChg>
    </pc:docChg>
  </pc:docChgLst>
  <pc:docChgLst>
    <pc:chgData name="Sondre Grønås" userId="S::sondre.gronas@skole.rogfk.no::eea45410-205b-43ed-aa52-5ea38a0a0a26" providerId="AD" clId="Web-{6027CB6C-52A3-42FE-B63F-65684B4BBBDC}"/>
    <pc:docChg chg="delSld modSld">
      <pc:chgData name="Sondre Grønås" userId="S::sondre.gronas@skole.rogfk.no::eea45410-205b-43ed-aa52-5ea38a0a0a26" providerId="AD" clId="Web-{6027CB6C-52A3-42FE-B63F-65684B4BBBDC}" dt="2021-09-03T07:36:19.940" v="9"/>
      <pc:docMkLst>
        <pc:docMk/>
      </pc:docMkLst>
      <pc:sldChg chg="del">
        <pc:chgData name="Sondre Grønås" userId="S::sondre.gronas@skole.rogfk.no::eea45410-205b-43ed-aa52-5ea38a0a0a26" providerId="AD" clId="Web-{6027CB6C-52A3-42FE-B63F-65684B4BBBDC}" dt="2021-09-03T07:35:15.719" v="3"/>
        <pc:sldMkLst>
          <pc:docMk/>
          <pc:sldMk cId="4253124984" sldId="256"/>
        </pc:sldMkLst>
      </pc:sldChg>
      <pc:sldChg chg="addSp delSp modSp">
        <pc:chgData name="Sondre Grønås" userId="S::sondre.gronas@skole.rogfk.no::eea45410-205b-43ed-aa52-5ea38a0a0a26" providerId="AD" clId="Web-{6027CB6C-52A3-42FE-B63F-65684B4BBBDC}" dt="2021-09-03T07:36:08.049" v="8" actId="20577"/>
        <pc:sldMkLst>
          <pc:docMk/>
          <pc:sldMk cId="970314105" sldId="266"/>
        </pc:sldMkLst>
        <pc:spChg chg="add del mod">
          <ac:chgData name="Sondre Grønås" userId="S::sondre.gronas@skole.rogfk.no::eea45410-205b-43ed-aa52-5ea38a0a0a26" providerId="AD" clId="Web-{6027CB6C-52A3-42FE-B63F-65684B4BBBDC}" dt="2021-09-03T07:35:52.923" v="5"/>
          <ac:spMkLst>
            <pc:docMk/>
            <pc:sldMk cId="970314105" sldId="266"/>
            <ac:spMk id="3" creationId="{2BF75139-7E81-4C41-AA15-B6AD23B0534B}"/>
          </ac:spMkLst>
        </pc:spChg>
        <pc:spChg chg="mod">
          <ac:chgData name="Sondre Grønås" userId="S::sondre.gronas@skole.rogfk.no::eea45410-205b-43ed-aa52-5ea38a0a0a26" providerId="AD" clId="Web-{6027CB6C-52A3-42FE-B63F-65684B4BBBDC}" dt="2021-09-03T07:36:08.049" v="8" actId="20577"/>
          <ac:spMkLst>
            <pc:docMk/>
            <pc:sldMk cId="970314105" sldId="266"/>
            <ac:spMk id="5" creationId="{8D7D6B0A-C522-4BCC-A597-4E975232C1A2}"/>
          </ac:spMkLst>
        </pc:spChg>
        <pc:picChg chg="del">
          <ac:chgData name="Sondre Grønås" userId="S::sondre.gronas@skole.rogfk.no::eea45410-205b-43ed-aa52-5ea38a0a0a26" providerId="AD" clId="Web-{6027CB6C-52A3-42FE-B63F-65684B4BBBDC}" dt="2021-09-03T07:35:46.579" v="4"/>
          <ac:picMkLst>
            <pc:docMk/>
            <pc:sldMk cId="970314105" sldId="266"/>
            <ac:picMk id="4" creationId="{B30C530A-5BF6-4A48-A0B4-BE8DFD14817F}"/>
          </ac:picMkLst>
        </pc:picChg>
        <pc:picChg chg="add mod ord">
          <ac:chgData name="Sondre Grønås" userId="S::sondre.gronas@skole.rogfk.no::eea45410-205b-43ed-aa52-5ea38a0a0a26" providerId="AD" clId="Web-{6027CB6C-52A3-42FE-B63F-65684B4BBBDC}" dt="2021-09-03T07:35:59.345" v="7" actId="1076"/>
          <ac:picMkLst>
            <pc:docMk/>
            <pc:sldMk cId="970314105" sldId="266"/>
            <ac:picMk id="6" creationId="{B99C7ECA-A14E-40F0-8E71-02284D790374}"/>
          </ac:picMkLst>
        </pc:picChg>
      </pc:sldChg>
      <pc:sldChg chg="del">
        <pc:chgData name="Sondre Grønås" userId="S::sondre.gronas@skole.rogfk.no::eea45410-205b-43ed-aa52-5ea38a0a0a26" providerId="AD" clId="Web-{6027CB6C-52A3-42FE-B63F-65684B4BBBDC}" dt="2021-09-03T07:36:19.940" v="9"/>
        <pc:sldMkLst>
          <pc:docMk/>
          <pc:sldMk cId="3669623060" sldId="272"/>
        </pc:sldMkLst>
      </pc:sldChg>
      <pc:sldChg chg="del">
        <pc:chgData name="Sondre Grønås" userId="S::sondre.gronas@skole.rogfk.no::eea45410-205b-43ed-aa52-5ea38a0a0a26" providerId="AD" clId="Web-{6027CB6C-52A3-42FE-B63F-65684B4BBBDC}" dt="2021-09-03T07:35:15.719" v="2"/>
        <pc:sldMkLst>
          <pc:docMk/>
          <pc:sldMk cId="3889644511" sldId="274"/>
        </pc:sldMkLst>
      </pc:sldChg>
      <pc:sldChg chg="del">
        <pc:chgData name="Sondre Grønås" userId="S::sondre.gronas@skole.rogfk.no::eea45410-205b-43ed-aa52-5ea38a0a0a26" providerId="AD" clId="Web-{6027CB6C-52A3-42FE-B63F-65684B4BBBDC}" dt="2021-09-03T07:35:15.719" v="1"/>
        <pc:sldMkLst>
          <pc:docMk/>
          <pc:sldMk cId="1995154071" sldId="275"/>
        </pc:sldMkLst>
      </pc:sldChg>
      <pc:sldChg chg="del">
        <pc:chgData name="Sondre Grønås" userId="S::sondre.gronas@skole.rogfk.no::eea45410-205b-43ed-aa52-5ea38a0a0a26" providerId="AD" clId="Web-{6027CB6C-52A3-42FE-B63F-65684B4BBBDC}" dt="2021-09-03T07:35:15.719" v="0"/>
        <pc:sldMkLst>
          <pc:docMk/>
          <pc:sldMk cId="1309659874" sldId="276"/>
        </pc:sldMkLst>
      </pc:sldChg>
    </pc:docChg>
  </pc:docChgLst>
  <pc:docChgLst>
    <pc:chgData name="Sondre Grønås" userId="S::sondre.gronas@skole.rogfk.no::eea45410-205b-43ed-aa52-5ea38a0a0a26" providerId="AD" clId="Web-{DE76961A-BC12-45E4-955E-D7ED3C2CD0FF}"/>
    <pc:docChg chg="addSld modSld sldOrd">
      <pc:chgData name="Sondre Grønås" userId="S::sondre.gronas@skole.rogfk.no::eea45410-205b-43ed-aa52-5ea38a0a0a26" providerId="AD" clId="Web-{DE76961A-BC12-45E4-955E-D7ED3C2CD0FF}" dt="2020-09-22T09:25:47.396" v="58" actId="20577"/>
      <pc:docMkLst>
        <pc:docMk/>
      </pc:docMkLst>
      <pc:sldChg chg="modSp">
        <pc:chgData name="Sondre Grønås" userId="S::sondre.gronas@skole.rogfk.no::eea45410-205b-43ed-aa52-5ea38a0a0a26" providerId="AD" clId="Web-{DE76961A-BC12-45E4-955E-D7ED3C2CD0FF}" dt="2020-09-22T09:25:05.332" v="35" actId="1076"/>
        <pc:sldMkLst>
          <pc:docMk/>
          <pc:sldMk cId="632113446" sldId="257"/>
        </pc:sldMkLst>
        <pc:spChg chg="mod">
          <ac:chgData name="Sondre Grønås" userId="S::sondre.gronas@skole.rogfk.no::eea45410-205b-43ed-aa52-5ea38a0a0a26" providerId="AD" clId="Web-{DE76961A-BC12-45E4-955E-D7ED3C2CD0FF}" dt="2020-09-22T09:25:05.332" v="35" actId="1076"/>
          <ac:spMkLst>
            <pc:docMk/>
            <pc:sldMk cId="632113446" sldId="257"/>
            <ac:spMk id="6" creationId="{8C955181-800A-4313-A12A-EF40E5BA47C2}"/>
          </ac:spMkLst>
        </pc:spChg>
        <pc:picChg chg="mod">
          <ac:chgData name="Sondre Grønås" userId="S::sondre.gronas@skole.rogfk.no::eea45410-205b-43ed-aa52-5ea38a0a0a26" providerId="AD" clId="Web-{DE76961A-BC12-45E4-955E-D7ED3C2CD0FF}" dt="2020-09-22T09:24:53.160" v="33" actId="14100"/>
          <ac:picMkLst>
            <pc:docMk/>
            <pc:sldMk cId="632113446" sldId="257"/>
            <ac:picMk id="5" creationId="{077A9690-638E-425F-B969-ECCB65A6F429}"/>
          </ac:picMkLst>
        </pc:picChg>
      </pc:sldChg>
      <pc:sldChg chg="ord">
        <pc:chgData name="Sondre Grønås" userId="S::sondre.gronas@skole.rogfk.no::eea45410-205b-43ed-aa52-5ea38a0a0a26" providerId="AD" clId="Web-{DE76961A-BC12-45E4-955E-D7ED3C2CD0FF}" dt="2020-09-22T09:25:12.926" v="36"/>
        <pc:sldMkLst>
          <pc:docMk/>
          <pc:sldMk cId="1646622178" sldId="258"/>
        </pc:sldMkLst>
      </pc:sldChg>
      <pc:sldChg chg="modSp">
        <pc:chgData name="Sondre Grønås" userId="S::sondre.gronas@skole.rogfk.no::eea45410-205b-43ed-aa52-5ea38a0a0a26" providerId="AD" clId="Web-{DE76961A-BC12-45E4-955E-D7ED3C2CD0FF}" dt="2020-09-22T09:24:46.488" v="31" actId="1076"/>
        <pc:sldMkLst>
          <pc:docMk/>
          <pc:sldMk cId="234520379" sldId="259"/>
        </pc:sldMkLst>
        <pc:spChg chg="mod">
          <ac:chgData name="Sondre Grønås" userId="S::sondre.gronas@skole.rogfk.no::eea45410-205b-43ed-aa52-5ea38a0a0a26" providerId="AD" clId="Web-{DE76961A-BC12-45E4-955E-D7ED3C2CD0FF}" dt="2020-09-22T09:24:46.488" v="31" actId="1076"/>
          <ac:spMkLst>
            <pc:docMk/>
            <pc:sldMk cId="234520379" sldId="259"/>
            <ac:spMk id="6" creationId="{DA89ADA2-B36D-48C6-8BBF-E303C4EB7F56}"/>
          </ac:spMkLst>
        </pc:spChg>
        <pc:picChg chg="mod">
          <ac:chgData name="Sondre Grønås" userId="S::sondre.gronas@skole.rogfk.no::eea45410-205b-43ed-aa52-5ea38a0a0a26" providerId="AD" clId="Web-{DE76961A-BC12-45E4-955E-D7ED3C2CD0FF}" dt="2020-09-22T09:24:44.332" v="30" actId="14100"/>
          <ac:picMkLst>
            <pc:docMk/>
            <pc:sldMk cId="234520379" sldId="259"/>
            <ac:picMk id="5" creationId="{7BF1301F-93A9-42D4-8445-ACAC67088463}"/>
          </ac:picMkLst>
        </pc:picChg>
      </pc:sldChg>
      <pc:sldChg chg="modSp">
        <pc:chgData name="Sondre Grønås" userId="S::sondre.gronas@skole.rogfk.no::eea45410-205b-43ed-aa52-5ea38a0a0a26" providerId="AD" clId="Web-{DE76961A-BC12-45E4-955E-D7ED3C2CD0FF}" dt="2020-09-22T09:25:46.474" v="57" actId="20577"/>
        <pc:sldMkLst>
          <pc:docMk/>
          <pc:sldMk cId="459206737" sldId="263"/>
        </pc:sldMkLst>
        <pc:spChg chg="mod">
          <ac:chgData name="Sondre Grønås" userId="S::sondre.gronas@skole.rogfk.no::eea45410-205b-43ed-aa52-5ea38a0a0a26" providerId="AD" clId="Web-{DE76961A-BC12-45E4-955E-D7ED3C2CD0FF}" dt="2020-09-22T09:25:46.474" v="57" actId="20577"/>
          <ac:spMkLst>
            <pc:docMk/>
            <pc:sldMk cId="459206737" sldId="263"/>
            <ac:spMk id="6" creationId="{B371C3AE-8100-45F7-84B3-88019C0D931C}"/>
          </ac:spMkLst>
        </pc:spChg>
      </pc:sldChg>
      <pc:sldChg chg="modSp">
        <pc:chgData name="Sondre Grønås" userId="S::sondre.gronas@skole.rogfk.no::eea45410-205b-43ed-aa52-5ea38a0a0a26" providerId="AD" clId="Web-{DE76961A-BC12-45E4-955E-D7ED3C2CD0FF}" dt="2020-09-22T09:25:34.833" v="47" actId="20577"/>
        <pc:sldMkLst>
          <pc:docMk/>
          <pc:sldMk cId="970314105" sldId="266"/>
        </pc:sldMkLst>
        <pc:spChg chg="mod">
          <ac:chgData name="Sondre Grønås" userId="S::sondre.gronas@skole.rogfk.no::eea45410-205b-43ed-aa52-5ea38a0a0a26" providerId="AD" clId="Web-{DE76961A-BC12-45E4-955E-D7ED3C2CD0FF}" dt="2020-09-22T09:25:34.833" v="47" actId="20577"/>
          <ac:spMkLst>
            <pc:docMk/>
            <pc:sldMk cId="970314105" sldId="266"/>
            <ac:spMk id="5" creationId="{8D7D6B0A-C522-4BCC-A597-4E975232C1A2}"/>
          </ac:spMkLst>
        </pc:spChg>
      </pc:sldChg>
      <pc:sldChg chg="addSp delSp modSp new mod setBg">
        <pc:chgData name="Sondre Grønås" userId="S::sondre.gronas@skole.rogfk.no::eea45410-205b-43ed-aa52-5ea38a0a0a26" providerId="AD" clId="Web-{DE76961A-BC12-45E4-955E-D7ED3C2CD0FF}" dt="2020-09-22T09:22:29.657" v="2"/>
        <pc:sldMkLst>
          <pc:docMk/>
          <pc:sldMk cId="3889644511" sldId="274"/>
        </pc:sldMkLst>
        <pc:spChg chg="del">
          <ac:chgData name="Sondre Grønås" userId="S::sondre.gronas@skole.rogfk.no::eea45410-205b-43ed-aa52-5ea38a0a0a26" providerId="AD" clId="Web-{DE76961A-BC12-45E4-955E-D7ED3C2CD0FF}" dt="2020-09-22T09:22:29.657" v="2"/>
          <ac:spMkLst>
            <pc:docMk/>
            <pc:sldMk cId="3889644511" sldId="274"/>
            <ac:spMk id="2" creationId="{F61F8CAE-334F-4450-803F-E5B225DA386D}"/>
          </ac:spMkLst>
        </pc:spChg>
        <pc:spChg chg="del">
          <ac:chgData name="Sondre Grønås" userId="S::sondre.gronas@skole.rogfk.no::eea45410-205b-43ed-aa52-5ea38a0a0a26" providerId="AD" clId="Web-{DE76961A-BC12-45E4-955E-D7ED3C2CD0FF}" dt="2020-09-22T09:22:27.641" v="1"/>
          <ac:spMkLst>
            <pc:docMk/>
            <pc:sldMk cId="3889644511" sldId="274"/>
            <ac:spMk id="3" creationId="{76580F58-97DE-4557-B33A-9DDF49693EEC}"/>
          </ac:spMkLst>
        </pc:spChg>
        <pc:picChg chg="add mod ord">
          <ac:chgData name="Sondre Grønås" userId="S::sondre.gronas@skole.rogfk.no::eea45410-205b-43ed-aa52-5ea38a0a0a26" providerId="AD" clId="Web-{DE76961A-BC12-45E4-955E-D7ED3C2CD0FF}" dt="2020-09-22T09:22:29.657" v="2"/>
          <ac:picMkLst>
            <pc:docMk/>
            <pc:sldMk cId="3889644511" sldId="274"/>
            <ac:picMk id="4" creationId="{C847BA25-CA0C-4165-934C-3E9198950520}"/>
          </ac:picMkLst>
        </pc:picChg>
      </pc:sldChg>
      <pc:sldChg chg="addSp delSp modSp new mod setBg">
        <pc:chgData name="Sondre Grønås" userId="S::sondre.gronas@skole.rogfk.no::eea45410-205b-43ed-aa52-5ea38a0a0a26" providerId="AD" clId="Web-{DE76961A-BC12-45E4-955E-D7ED3C2CD0FF}" dt="2020-09-22T09:23:23.002" v="9"/>
        <pc:sldMkLst>
          <pc:docMk/>
          <pc:sldMk cId="1995154071" sldId="275"/>
        </pc:sldMkLst>
        <pc:spChg chg="del">
          <ac:chgData name="Sondre Grønås" userId="S::sondre.gronas@skole.rogfk.no::eea45410-205b-43ed-aa52-5ea38a0a0a26" providerId="AD" clId="Web-{DE76961A-BC12-45E4-955E-D7ED3C2CD0FF}" dt="2020-09-22T09:22:59.470" v="5"/>
          <ac:spMkLst>
            <pc:docMk/>
            <pc:sldMk cId="1995154071" sldId="275"/>
            <ac:spMk id="2" creationId="{A8863194-6E85-4D16-96E1-D0973D9891A7}"/>
          </ac:spMkLst>
        </pc:spChg>
        <pc:spChg chg="del">
          <ac:chgData name="Sondre Grønås" userId="S::sondre.gronas@skole.rogfk.no::eea45410-205b-43ed-aa52-5ea38a0a0a26" providerId="AD" clId="Web-{DE76961A-BC12-45E4-955E-D7ED3C2CD0FF}" dt="2020-09-22T09:22:56.142" v="4"/>
          <ac:spMkLst>
            <pc:docMk/>
            <pc:sldMk cId="1995154071" sldId="275"/>
            <ac:spMk id="3" creationId="{827B0E64-744A-4AF3-B1CB-73563D494755}"/>
          </ac:spMkLst>
        </pc:spChg>
        <pc:picChg chg="add mod ord modCrop">
          <ac:chgData name="Sondre Grønås" userId="S::sondre.gronas@skole.rogfk.no::eea45410-205b-43ed-aa52-5ea38a0a0a26" providerId="AD" clId="Web-{DE76961A-BC12-45E4-955E-D7ED3C2CD0FF}" dt="2020-09-22T09:23:23.002" v="9"/>
          <ac:picMkLst>
            <pc:docMk/>
            <pc:sldMk cId="1995154071" sldId="275"/>
            <ac:picMk id="4" creationId="{771D4E25-9691-4808-AA36-57F48CEEB13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446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84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336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9/13/2021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472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9/13/2021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46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9/13/2021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733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753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9/13/2021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734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9/13/2021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663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9/13/2021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184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9/13/2021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483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9/13/2021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438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QfpNpQMYp8M?feature=oembed" TargetMode="External"/><Relationship Id="rId4" Type="http://schemas.openxmlformats.org/officeDocument/2006/relationships/hyperlink" Target="https://www.youtube.com/watch?v=QfpNpQMYp8M&amp;feature=emb_title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iMAThVcqzuk?feature=oembed" TargetMode="External"/><Relationship Id="rId4" Type="http://schemas.openxmlformats.org/officeDocument/2006/relationships/hyperlink" Target="https://www.youtube.com/watch?v=iMAThVcqzuk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9T98VsMe3oo" TargetMode="Externa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9T98VsMe3oo?feature=oembed" TargetMode="External"/><Relationship Id="rId4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1B0u6nvcTsI?feature=oembed" TargetMode="External"/><Relationship Id="rId4" Type="http://schemas.openxmlformats.org/officeDocument/2006/relationships/hyperlink" Target="https://www.youtube.com/watch?v=1B0u6nvcTs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4337013-C5F6-4F01-A765-654F5EFCA7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/>
              <a:t>Mer nettverk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3B01F3F-BDE2-4904-83FF-4060369087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b-NO" dirty="0"/>
              <a:t>Hvordan overføres data?</a:t>
            </a:r>
          </a:p>
        </p:txBody>
      </p:sp>
    </p:spTree>
    <p:extLst>
      <p:ext uri="{BB962C8B-B14F-4D97-AF65-F5344CB8AC3E}">
        <p14:creationId xmlns:p14="http://schemas.microsoft.com/office/powerpoint/2010/main" val="2038601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1787AF6-50E8-4502-B714-945AC9D03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Kabler – det mest spennende på jorda</a:t>
            </a:r>
          </a:p>
        </p:txBody>
      </p:sp>
      <p:pic>
        <p:nvPicPr>
          <p:cNvPr id="5" name="Bilde 5">
            <a:hlinkClick r:id="" action="ppaction://media"/>
            <a:extLst>
              <a:ext uri="{FF2B5EF4-FFF2-40B4-BE49-F238E27FC236}">
                <a16:creationId xmlns:a16="http://schemas.microsoft.com/office/drawing/2014/main" id="{077A9690-638E-425F-B969-ECCB65A6F429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3938012" y="795338"/>
            <a:ext cx="7079671" cy="5271652"/>
          </a:xfrm>
        </p:spPr>
      </p:pic>
      <p:sp>
        <p:nvSpPr>
          <p:cNvPr id="6" name="TekstSylinder 5">
            <a:extLst>
              <a:ext uri="{FF2B5EF4-FFF2-40B4-BE49-F238E27FC236}">
                <a16:creationId xmlns:a16="http://schemas.microsoft.com/office/drawing/2014/main" id="{8C955181-800A-4313-A12A-EF40E5BA47C2}"/>
              </a:ext>
            </a:extLst>
          </p:cNvPr>
          <p:cNvSpPr txBox="1"/>
          <p:nvPr/>
        </p:nvSpPr>
        <p:spPr>
          <a:xfrm>
            <a:off x="6109855" y="6082144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hlinkClick r:id="rId4"/>
              </a:rPr>
              <a:t>Lenke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632113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e 4" descr="Et bilde som inneholder utendørs, bygning, stein, mann&#10;&#10;Automatisk generert beskrivelse">
            <a:extLst>
              <a:ext uri="{FF2B5EF4-FFF2-40B4-BE49-F238E27FC236}">
                <a16:creationId xmlns:a16="http://schemas.microsoft.com/office/drawing/2014/main" id="{133EF8A3-7411-4FB1-894F-EF9832A8F0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9760" r="2224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622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C87EB2E-4964-4F21-92BE-AC8097D78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Kabler over Atlanteren</a:t>
            </a:r>
          </a:p>
        </p:txBody>
      </p:sp>
      <p:pic>
        <p:nvPicPr>
          <p:cNvPr id="5" name="Bilde 5">
            <a:hlinkClick r:id="" action="ppaction://media"/>
            <a:extLst>
              <a:ext uri="{FF2B5EF4-FFF2-40B4-BE49-F238E27FC236}">
                <a16:creationId xmlns:a16="http://schemas.microsoft.com/office/drawing/2014/main" id="{7BF1301F-93A9-42D4-8445-ACAC67088463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215102" y="836901"/>
            <a:ext cx="6761017" cy="5077690"/>
          </a:xfrm>
        </p:spPr>
      </p:pic>
      <p:sp>
        <p:nvSpPr>
          <p:cNvPr id="6" name="TekstSylinder 5">
            <a:extLst>
              <a:ext uri="{FF2B5EF4-FFF2-40B4-BE49-F238E27FC236}">
                <a16:creationId xmlns:a16="http://schemas.microsoft.com/office/drawing/2014/main" id="{DA89ADA2-B36D-48C6-8BBF-E303C4EB7F56}"/>
              </a:ext>
            </a:extLst>
          </p:cNvPr>
          <p:cNvSpPr txBox="1"/>
          <p:nvPr/>
        </p:nvSpPr>
        <p:spPr>
          <a:xfrm>
            <a:off x="6220691" y="5915891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hlinkClick r:id="rId4"/>
              </a:rPr>
              <a:t>Lenke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34520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10905976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BD5FB6EE-3C3D-4021-97D0-2816A6E3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754" y="1087374"/>
            <a:ext cx="8983489" cy="1000978"/>
          </a:xfrm>
        </p:spPr>
        <p:txBody>
          <a:bodyPr>
            <a:normAutofit/>
          </a:bodyPr>
          <a:lstStyle/>
          <a:p>
            <a:r>
              <a:rPr lang="nb-NO" dirty="0"/>
              <a:t>I dag skal vi snakke litt fiber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4533" y="758952"/>
            <a:ext cx="1185379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" y="2526526"/>
            <a:ext cx="1169701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79019" y="2526526"/>
            <a:ext cx="10920893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B4CD1C9-611D-44CA-A46D-C5CBE3DB0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753" y="2535446"/>
            <a:ext cx="8983489" cy="3554457"/>
          </a:xfrm>
        </p:spPr>
        <p:txBody>
          <a:bodyPr>
            <a:normAutofit/>
          </a:bodyPr>
          <a:lstStyle/>
          <a:p>
            <a:r>
              <a:rPr lang="nb-NO" dirty="0">
                <a:solidFill>
                  <a:schemeClr val="tx1"/>
                </a:solidFill>
              </a:rPr>
              <a:t>Ulike fiberkabler, noen er laget av hårtynt glass (som regel gul), eller av tykk plastikk (ofte lyseblå)</a:t>
            </a:r>
          </a:p>
          <a:p>
            <a:r>
              <a:rPr lang="nb-NO" dirty="0">
                <a:solidFill>
                  <a:schemeClr val="tx1"/>
                </a:solidFill>
              </a:rPr>
              <a:t>Glassfiber (ofte kalt fiberoptisk) kan vandre opptil 40km per kabel, men kan skjøtes til det uendelige, nesten uendelig kapasitet er det også.</a:t>
            </a:r>
          </a:p>
          <a:p>
            <a:r>
              <a:rPr lang="nb-NO" dirty="0">
                <a:solidFill>
                  <a:schemeClr val="tx1"/>
                </a:solidFill>
              </a:rPr>
              <a:t>Vanlig fiber har en rekkevidde på omtrent 300m.</a:t>
            </a:r>
          </a:p>
        </p:txBody>
      </p:sp>
    </p:spTree>
    <p:extLst>
      <p:ext uri="{BB962C8B-B14F-4D97-AF65-F5344CB8AC3E}">
        <p14:creationId xmlns:p14="http://schemas.microsoft.com/office/powerpoint/2010/main" val="2463749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4C9EE1D-12BB-43F7-9A2A-893578DCA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962A31-C54E-4762-B155-59777FED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4B392D36-B685-45E0-B197-6EE5D7480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DCA8533-CC5E-4754-9A04-047EDE49E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11707367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B6D6FAC2-539D-4ECF-B011-7088989F8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590661"/>
            <a:ext cx="10210862" cy="10656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spc="-100"/>
              <a:t>En fiberkabel kan ha mange ender. Den avbildede heter LC</a:t>
            </a:r>
          </a:p>
        </p:txBody>
      </p:sp>
      <p:pic>
        <p:nvPicPr>
          <p:cNvPr id="4" name="Bilde 4" descr="Et bilde som inneholder kabel, kobling, innendørs, bord&#10;&#10;Automatisk generert beskrivelse">
            <a:extLst>
              <a:ext uri="{FF2B5EF4-FFF2-40B4-BE49-F238E27FC236}">
                <a16:creationId xmlns:a16="http://schemas.microsoft.com/office/drawing/2014/main" id="{0A0B73B4-8272-4797-9769-D285394E08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3691" y="664349"/>
            <a:ext cx="4789994" cy="3197320"/>
          </a:xfrm>
          <a:prstGeom prst="rect">
            <a:avLst/>
          </a:prstGeom>
        </p:spPr>
      </p:pic>
      <p:pic>
        <p:nvPicPr>
          <p:cNvPr id="5" name="Bilde 5">
            <a:extLst>
              <a:ext uri="{FF2B5EF4-FFF2-40B4-BE49-F238E27FC236}">
                <a16:creationId xmlns:a16="http://schemas.microsoft.com/office/drawing/2014/main" id="{9832F210-C739-4D1C-9890-FC747D34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934" y="484632"/>
            <a:ext cx="3556755" cy="355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139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3875682-0790-427D-9A23-4B7265F0F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DE4AAE-4785-4EA7-95DB-45200F5B80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607A0AB-7A2D-44AF-B876-9655821A7D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EC393D-764C-4624-9871-BD5C73281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1999"/>
            <a:ext cx="4642228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2FA0316F-951F-46A3-AA12-05E02F45E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128" y="1298448"/>
            <a:ext cx="3843409" cy="32552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spc="-100"/>
              <a:t>Internett + Infrastruktur = Sant</a:t>
            </a:r>
            <a:br>
              <a:rPr lang="en-US" sz="3700" spc="-100"/>
            </a:br>
            <a:br>
              <a:rPr lang="en-US" sz="3700" spc="-100"/>
            </a:br>
            <a:r>
              <a:rPr lang="en-US" sz="3700" spc="-100"/>
              <a:t>Ikke Italia, men spaghetti ble det likevel</a:t>
            </a:r>
          </a:p>
        </p:txBody>
      </p:sp>
      <p:pic>
        <p:nvPicPr>
          <p:cNvPr id="4" name="Bilde 4" descr="Et bilde som inneholder utendørs, bygning, henge, gate&#10;&#10;Automatisk generert beskrivelse">
            <a:extLst>
              <a:ext uri="{FF2B5EF4-FFF2-40B4-BE49-F238E27FC236}">
                <a16:creationId xmlns:a16="http://schemas.microsoft.com/office/drawing/2014/main" id="{AFF3DBE5-DB2C-4839-AC05-DAAC9A4C3E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417" r="1" b="1"/>
          <a:stretch/>
        </p:blipFill>
        <p:spPr>
          <a:xfrm>
            <a:off x="5120639" y="758952"/>
            <a:ext cx="3366210" cy="5330952"/>
          </a:xfrm>
          <a:prstGeom prst="rect">
            <a:avLst/>
          </a:prstGeom>
        </p:spPr>
      </p:pic>
      <p:pic>
        <p:nvPicPr>
          <p:cNvPr id="6" name="Bilde 6" descr="Et bilde som inneholder stillas, attraksjon, tårn&#10;&#10;Automatisk generert beskrivelse">
            <a:extLst>
              <a:ext uri="{FF2B5EF4-FFF2-40B4-BE49-F238E27FC236}">
                <a16:creationId xmlns:a16="http://schemas.microsoft.com/office/drawing/2014/main" id="{FCAAB38A-E668-46BD-AD39-6153C7476A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806" r="4929" b="-3"/>
          <a:stretch/>
        </p:blipFill>
        <p:spPr>
          <a:xfrm>
            <a:off x="8647713" y="768096"/>
            <a:ext cx="2849304" cy="2580470"/>
          </a:xfrm>
          <a:prstGeom prst="rect">
            <a:avLst/>
          </a:prstGeom>
        </p:spPr>
      </p:pic>
      <p:pic>
        <p:nvPicPr>
          <p:cNvPr id="5" name="Bilde 5" descr="Et bilde som inneholder utendørs, sitter, tårn, stor&#10;&#10;Automatisk generert beskrivelse">
            <a:extLst>
              <a:ext uri="{FF2B5EF4-FFF2-40B4-BE49-F238E27FC236}">
                <a16:creationId xmlns:a16="http://schemas.microsoft.com/office/drawing/2014/main" id="{86CB6998-0F97-4A01-B23D-7F2F28BCAED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677" r="5402" b="5"/>
          <a:stretch/>
        </p:blipFill>
        <p:spPr>
          <a:xfrm>
            <a:off x="8647726" y="3509434"/>
            <a:ext cx="2840191" cy="258047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3672D4B7-46FC-4C20-9A40-1C07C2F04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42356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7115F77-2FAE-4CA7-9A7F-10D5F2C8F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D4C046-A04C-46CC-AFA3-6B0621F62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6C7A97A-A7DE-4DFB-8542-1E4BF24C7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111DB0-3D73-4D20-9D57-CEF5A0D86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1999"/>
            <a:ext cx="4642228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39504AA0-863A-4F84-A1A1-CE34E33E1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1298448"/>
            <a:ext cx="3685070" cy="32552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spc="-100"/>
              <a:t>Trådparkabelen, Ethernetkabelen, Internettkabelen, RJ45 kabelen; kobberkabelen.</a:t>
            </a:r>
          </a:p>
        </p:txBody>
      </p:sp>
      <p:pic>
        <p:nvPicPr>
          <p:cNvPr id="4" name="Bilde 4" descr="Et bilde som inneholder kabel, kobling&#10;&#10;Automatisk generert beskrivelse">
            <a:extLst>
              <a:ext uri="{FF2B5EF4-FFF2-40B4-BE49-F238E27FC236}">
                <a16:creationId xmlns:a16="http://schemas.microsoft.com/office/drawing/2014/main" id="{88CC9BBA-36EC-427F-A330-A22734C84B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058" r="-1" b="14222"/>
          <a:stretch/>
        </p:blipFill>
        <p:spPr>
          <a:xfrm>
            <a:off x="5120640" y="759599"/>
            <a:ext cx="6367271" cy="533065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27ADCA0-A066-4B16-8E1F-3C2483947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11731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10905976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84ED229E-21F9-477C-B3C1-2679D3049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754" y="1087374"/>
            <a:ext cx="8983489" cy="1000978"/>
          </a:xfrm>
        </p:spPr>
        <p:txBody>
          <a:bodyPr>
            <a:normAutofit/>
          </a:bodyPr>
          <a:lstStyle/>
          <a:p>
            <a:r>
              <a:rPr lang="nb-NO" dirty="0"/>
              <a:t>Fordelen med kobber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4533" y="758952"/>
            <a:ext cx="1185379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" y="2526526"/>
            <a:ext cx="1169701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79019" y="2526526"/>
            <a:ext cx="10920893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6DA119F-3D45-4851-8084-AD384C911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753" y="2535446"/>
            <a:ext cx="8983489" cy="3554457"/>
          </a:xfrm>
        </p:spPr>
        <p:txBody>
          <a:bodyPr>
            <a:normAutofit/>
          </a:bodyPr>
          <a:lstStyle/>
          <a:p>
            <a:r>
              <a:rPr lang="nb-NO" dirty="0">
                <a:solidFill>
                  <a:schemeClr val="tx1"/>
                </a:solidFill>
              </a:rPr>
              <a:t>Kobberkabelen kan føre strøm. Ikke vanlig hjemme, bransjestandard ute.</a:t>
            </a:r>
          </a:p>
          <a:p>
            <a:r>
              <a:rPr lang="nb-NO" dirty="0">
                <a:solidFill>
                  <a:schemeClr val="tx1"/>
                </a:solidFill>
              </a:rPr>
              <a:t>Kobber = pålitelig. Alt som skal </a:t>
            </a:r>
            <a:r>
              <a:rPr lang="nb-NO" dirty="0" err="1">
                <a:solidFill>
                  <a:schemeClr val="tx1"/>
                </a:solidFill>
              </a:rPr>
              <a:t>fastmonteres</a:t>
            </a:r>
            <a:r>
              <a:rPr lang="nb-NO" dirty="0">
                <a:solidFill>
                  <a:schemeClr val="tx1"/>
                </a:solidFill>
              </a:rPr>
              <a:t>, eller er viktig å ha oppe, BØR kables.</a:t>
            </a:r>
          </a:p>
          <a:p>
            <a:r>
              <a:rPr lang="nb-NO" dirty="0">
                <a:solidFill>
                  <a:schemeClr val="tx1"/>
                </a:solidFill>
              </a:rPr>
              <a:t>Kobber = billig</a:t>
            </a:r>
          </a:p>
          <a:p>
            <a:r>
              <a:rPr lang="nb-NO" dirty="0">
                <a:solidFill>
                  <a:schemeClr val="tx1"/>
                </a:solidFill>
              </a:rPr>
              <a:t>RJ45 Konnektor: Universell standard for nettverkskabel. I forhold til (se neste slide)</a:t>
            </a:r>
          </a:p>
          <a:p>
            <a:r>
              <a:rPr lang="nb-NO" dirty="0">
                <a:solidFill>
                  <a:schemeClr val="tx1"/>
                </a:solidFill>
              </a:rPr>
              <a:t>Har du noen gang måttet dra ut og inn en nettverkskabel? Hvorfor?</a:t>
            </a:r>
          </a:p>
          <a:p>
            <a:r>
              <a:rPr lang="nb-NO" dirty="0">
                <a:solidFill>
                  <a:schemeClr val="tx1"/>
                </a:solidFill>
              </a:rPr>
              <a:t>Tenk du er på sykehuset "nei, det er dårlig signal, må ta en omstart"</a:t>
            </a:r>
          </a:p>
          <a:p>
            <a:r>
              <a:rPr lang="nb-NO" dirty="0">
                <a:solidFill>
                  <a:schemeClr val="tx1"/>
                </a:solidFill>
              </a:rPr>
              <a:t>I mediebransjen blir IP kamera vanlig, kobber sender strøm og video samtidig</a:t>
            </a:r>
          </a:p>
          <a:p>
            <a:r>
              <a:rPr lang="nb-NO" dirty="0">
                <a:solidFill>
                  <a:schemeClr val="tx1"/>
                </a:solidFill>
              </a:rPr>
              <a:t>Gjelder også sikkerhetskamera.</a:t>
            </a:r>
          </a:p>
        </p:txBody>
      </p:sp>
    </p:spTree>
    <p:extLst>
      <p:ext uri="{BB962C8B-B14F-4D97-AF65-F5344CB8AC3E}">
        <p14:creationId xmlns:p14="http://schemas.microsoft.com/office/powerpoint/2010/main" val="498481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DB8424AB-D56B-4256-866A-5B54DE93C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C999C28-AD33-4EB7-A5F1-C06D10A5F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69373E92-F88D-4F0A-94DF-393703E7D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938" y="46653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629DAA0-ADF6-43FD-9C99-483F722B5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609288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92B98B60-8393-4944-B89B-0896637F2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298448"/>
            <a:ext cx="4705801" cy="32552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500" spc="-100"/>
              <a:t>Fiberkoblinger..</a:t>
            </a:r>
          </a:p>
        </p:txBody>
      </p:sp>
      <p:pic>
        <p:nvPicPr>
          <p:cNvPr id="7" name="Bilde 7" descr="Et bilde som inneholder tekst&#10;&#10;Automatisk generert beskrivelse">
            <a:extLst>
              <a:ext uri="{FF2B5EF4-FFF2-40B4-BE49-F238E27FC236}">
                <a16:creationId xmlns:a16="http://schemas.microsoft.com/office/drawing/2014/main" id="{B13F5D32-BD7B-46F9-A0B2-AA77844E9F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89151" y="759599"/>
            <a:ext cx="4304499" cy="5330650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F32C8C35-BF44-4CFB-9754-81F07C981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25496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B086509-1281-468A-AAAC-1BBEDAE75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A73850-2107-4E65-85FE-EDD3F45FC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2000"/>
            <a:ext cx="4053525" cy="533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9CCA86E0-274B-4416-A6E9-E25CF0EBF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2024382"/>
            <a:ext cx="3616348" cy="43594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nb-NO" sz="4000" dirty="0"/>
              <a:t>"Vanlig" fiberkobling</a:t>
            </a:r>
            <a:br>
              <a:rPr lang="nb-NO" sz="4000" dirty="0"/>
            </a:br>
            <a:br>
              <a:rPr lang="nb-NO" sz="4000" dirty="0"/>
            </a:br>
            <a:endParaRPr lang="nb-NO" sz="40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1261DD4-5688-48DA-80C4-3B7F16900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20" y="2597864"/>
            <a:ext cx="3616348" cy="3386883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nb-NO" sz="2400" dirty="0">
                <a:solidFill>
                  <a:schemeClr val="tx1"/>
                </a:solidFill>
                <a:ea typeface="+mn-lt"/>
                <a:cs typeface="+mn-lt"/>
              </a:rPr>
              <a:t>Ikke noe vi trenger huske.</a:t>
            </a:r>
            <a:endParaRPr lang="en-US" sz="2400">
              <a:solidFill>
                <a:schemeClr val="tx1"/>
              </a:solidFill>
            </a:endParaRPr>
          </a:p>
        </p:txBody>
      </p:sp>
      <p:pic>
        <p:nvPicPr>
          <p:cNvPr id="4" name="Bilde 4" descr="Et bilde som inneholder kabel, kobling&#10;&#10;Automatisk generert beskrivelse">
            <a:extLst>
              <a:ext uri="{FF2B5EF4-FFF2-40B4-BE49-F238E27FC236}">
                <a16:creationId xmlns:a16="http://schemas.microsoft.com/office/drawing/2014/main" id="{78EF3105-5410-406C-9BD9-C25BE7972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391" y="1711016"/>
            <a:ext cx="3435968" cy="3435968"/>
          </a:xfrm>
          <a:prstGeom prst="rect">
            <a:avLst/>
          </a:prstGeom>
        </p:spPr>
      </p:pic>
      <p:pic>
        <p:nvPicPr>
          <p:cNvPr id="5" name="Bilde 5" descr="Et bilde som inneholder kabel, kobling, sitter, leke&#10;&#10;Automatisk generert beskrivelse">
            <a:extLst>
              <a:ext uri="{FF2B5EF4-FFF2-40B4-BE49-F238E27FC236}">
                <a16:creationId xmlns:a16="http://schemas.microsoft.com/office/drawing/2014/main" id="{79E9B593-C3CA-4A9D-9CE7-23204A38C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1399" y="2475519"/>
            <a:ext cx="3435969" cy="1906962"/>
          </a:xfrm>
          <a:prstGeom prst="rect">
            <a:avLst/>
          </a:prstGeom>
        </p:spPr>
      </p:pic>
      <p:sp>
        <p:nvSpPr>
          <p:cNvPr id="8" name="TekstSylinder 7">
            <a:extLst>
              <a:ext uri="{FF2B5EF4-FFF2-40B4-BE49-F238E27FC236}">
                <a16:creationId xmlns:a16="http://schemas.microsoft.com/office/drawing/2014/main" id="{C21654EB-AE35-4EA6-9286-C7D005319ACF}"/>
              </a:ext>
            </a:extLst>
          </p:cNvPr>
          <p:cNvSpPr txBox="1"/>
          <p:nvPr/>
        </p:nvSpPr>
        <p:spPr>
          <a:xfrm>
            <a:off x="6234546" y="5306291"/>
            <a:ext cx="471055" cy="3831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b-NO" dirty="0"/>
              <a:t>SC</a:t>
            </a:r>
          </a:p>
        </p:txBody>
      </p:sp>
      <p:sp>
        <p:nvSpPr>
          <p:cNvPr id="13" name="TekstSylinder 12">
            <a:extLst>
              <a:ext uri="{FF2B5EF4-FFF2-40B4-BE49-F238E27FC236}">
                <a16:creationId xmlns:a16="http://schemas.microsoft.com/office/drawing/2014/main" id="{C084723C-D138-44B3-A143-5291E35984B0}"/>
              </a:ext>
            </a:extLst>
          </p:cNvPr>
          <p:cNvSpPr txBox="1"/>
          <p:nvPr/>
        </p:nvSpPr>
        <p:spPr>
          <a:xfrm>
            <a:off x="9753600" y="5306290"/>
            <a:ext cx="471055" cy="3831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b-NO" dirty="0"/>
              <a:t>LC</a:t>
            </a:r>
          </a:p>
        </p:txBody>
      </p:sp>
      <p:pic>
        <p:nvPicPr>
          <p:cNvPr id="10" name="Bilde 10">
            <a:extLst>
              <a:ext uri="{FF2B5EF4-FFF2-40B4-BE49-F238E27FC236}">
                <a16:creationId xmlns:a16="http://schemas.microsoft.com/office/drawing/2014/main" id="{A0B32DDE-2AB6-4215-BD0E-12CB2A74CD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672" y="3138054"/>
            <a:ext cx="2161310" cy="2161310"/>
          </a:xfrm>
          <a:prstGeom prst="rect">
            <a:avLst/>
          </a:prstGeom>
        </p:spPr>
      </p:pic>
      <p:sp>
        <p:nvSpPr>
          <p:cNvPr id="15" name="TekstSylinder 14">
            <a:extLst>
              <a:ext uri="{FF2B5EF4-FFF2-40B4-BE49-F238E27FC236}">
                <a16:creationId xmlns:a16="http://schemas.microsoft.com/office/drawing/2014/main" id="{DACC777E-AAD1-4163-9751-D9F8678337BC}"/>
              </a:ext>
            </a:extLst>
          </p:cNvPr>
          <p:cNvSpPr txBox="1"/>
          <p:nvPr/>
        </p:nvSpPr>
        <p:spPr>
          <a:xfrm>
            <a:off x="595746" y="5375563"/>
            <a:ext cx="292330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nb-NO" dirty="0"/>
              <a:t>Denne kalles SFP, </a:t>
            </a:r>
            <a:r>
              <a:rPr lang="nb-NO" dirty="0" err="1"/>
              <a:t>small</a:t>
            </a:r>
            <a:r>
              <a:rPr lang="nb-NO" dirty="0"/>
              <a:t> form </a:t>
            </a:r>
            <a:r>
              <a:rPr lang="nb-NO" dirty="0" err="1"/>
              <a:t>factor</a:t>
            </a:r>
            <a:r>
              <a:rPr lang="nb-NO" dirty="0"/>
              <a:t> </a:t>
            </a:r>
            <a:r>
              <a:rPr lang="nb-NO" dirty="0" err="1"/>
              <a:t>pluggable</a:t>
            </a:r>
            <a:r>
              <a:rPr lang="nb-NO" dirty="0"/>
              <a:t>. 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69001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F62263C-8679-4C1B-B231-3EEFD292F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Trådløst, men over lang avstand?</a:t>
            </a:r>
          </a:p>
        </p:txBody>
      </p:sp>
      <p:pic>
        <p:nvPicPr>
          <p:cNvPr id="4" name="Bilde 4" descr="Et bilde som inneholder utendørs, fjell, gress, vann&#10;&#10;Automatisk generert beskrivelse">
            <a:extLst>
              <a:ext uri="{FF2B5EF4-FFF2-40B4-BE49-F238E27FC236}">
                <a16:creationId xmlns:a16="http://schemas.microsoft.com/office/drawing/2014/main" id="{CA0699C0-5B40-47E1-9011-F8A6E0AB21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9268" y="986028"/>
            <a:ext cx="7315200" cy="4876800"/>
          </a:xfrm>
        </p:spPr>
      </p:pic>
      <p:sp>
        <p:nvSpPr>
          <p:cNvPr id="5" name="TekstSylinder 4">
            <a:extLst>
              <a:ext uri="{FF2B5EF4-FFF2-40B4-BE49-F238E27FC236}">
                <a16:creationId xmlns:a16="http://schemas.microsoft.com/office/drawing/2014/main" id="{A9F98F73-C6BB-4DE8-8D56-AAD79B627C7B}"/>
              </a:ext>
            </a:extLst>
          </p:cNvPr>
          <p:cNvSpPr txBox="1"/>
          <p:nvPr/>
        </p:nvSpPr>
        <p:spPr>
          <a:xfrm>
            <a:off x="3865418" y="5971309"/>
            <a:ext cx="7315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nb-NO" dirty="0"/>
              <a:t>Fra Dalsnuten, som er synlig fra skolen. Kan vi få Skolens </a:t>
            </a:r>
            <a:r>
              <a:rPr lang="nb-NO" dirty="0" err="1"/>
              <a:t>WiFi</a:t>
            </a:r>
            <a:r>
              <a:rPr lang="nb-NO" dirty="0"/>
              <a:t> opp her?</a:t>
            </a:r>
            <a:endParaRPr lang="nb-NO"/>
          </a:p>
          <a:p>
            <a:pPr algn="ctr"/>
            <a:r>
              <a:rPr lang="nb-NO" dirty="0"/>
              <a:t>10 Poeng til huset som klarer svare</a:t>
            </a:r>
          </a:p>
        </p:txBody>
      </p:sp>
    </p:spTree>
    <p:extLst>
      <p:ext uri="{BB962C8B-B14F-4D97-AF65-F5344CB8AC3E}">
        <p14:creationId xmlns:p14="http://schemas.microsoft.com/office/powerpoint/2010/main" val="194451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61">
            <a:extLst>
              <a:ext uri="{FF2B5EF4-FFF2-40B4-BE49-F238E27FC236}">
                <a16:creationId xmlns:a16="http://schemas.microsoft.com/office/drawing/2014/main" id="{DB8424AB-D56B-4256-866A-5B54DE93C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C999C28-AD33-4EB7-A5F1-C06D10A5F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9203ABB4-7E2A-4248-9FE7-4A419AFF2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126970D-C1E5-4FB1-84E8-86CB9CED1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11707367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C576A3BA-FF8A-4FC4-AE33-DFF8C2912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466" y="4895461"/>
            <a:ext cx="10210862" cy="1065690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2400" spc="-100" dirty="0"/>
              <a:t>PTP Point To Point</a:t>
            </a:r>
            <a:br>
              <a:rPr lang="en-US" sz="2400" spc="-100" dirty="0"/>
            </a:br>
            <a:br>
              <a:rPr lang="en-US" sz="2400" spc="-100" dirty="0"/>
            </a:br>
            <a:r>
              <a:rPr lang="en-US" sz="2400" spc="-100" dirty="0"/>
              <a:t>To </a:t>
            </a:r>
            <a:r>
              <a:rPr lang="en-US" sz="2400" spc="-100" dirty="0" err="1"/>
              <a:t>parabole</a:t>
            </a:r>
            <a:r>
              <a:rPr lang="en-US" sz="2400" spc="-100" dirty="0"/>
              <a:t> </a:t>
            </a:r>
            <a:r>
              <a:rPr lang="en-US" sz="2400" spc="-100" dirty="0" err="1"/>
              <a:t>antenner</a:t>
            </a:r>
            <a:r>
              <a:rPr lang="en-US" sz="2400" spc="-100" dirty="0"/>
              <a:t> </a:t>
            </a:r>
            <a:r>
              <a:rPr lang="en-US" sz="2400" spc="-100" dirty="0" err="1"/>
              <a:t>som</a:t>
            </a:r>
            <a:r>
              <a:rPr lang="en-US" sz="2400" spc="-100" dirty="0"/>
              <a:t> </a:t>
            </a:r>
            <a:r>
              <a:rPr lang="en-US" sz="2400" spc="-100" dirty="0" err="1"/>
              <a:t>peker</a:t>
            </a:r>
            <a:r>
              <a:rPr lang="en-US" sz="2400" spc="-100" dirty="0"/>
              <a:t> </a:t>
            </a:r>
            <a:r>
              <a:rPr lang="en-US" sz="2400" spc="-100" dirty="0" err="1"/>
              <a:t>ganske</a:t>
            </a:r>
            <a:r>
              <a:rPr lang="en-US" sz="2400" spc="-100" dirty="0"/>
              <a:t> </a:t>
            </a:r>
            <a:r>
              <a:rPr lang="en-US" sz="2400" spc="-100" dirty="0" err="1"/>
              <a:t>nøyaktig</a:t>
            </a:r>
            <a:r>
              <a:rPr lang="en-US" sz="2400" spc="-100" dirty="0"/>
              <a:t> mot </a:t>
            </a:r>
            <a:r>
              <a:rPr lang="en-US" sz="2400" spc="-100" dirty="0" err="1"/>
              <a:t>hverandre</a:t>
            </a:r>
            <a:r>
              <a:rPr lang="en-US" sz="2400" spc="-100" dirty="0"/>
              <a:t>. </a:t>
            </a:r>
            <a:br>
              <a:rPr lang="en-US" sz="2400" spc="-100" dirty="0"/>
            </a:br>
            <a:r>
              <a:rPr lang="en-US" sz="2400" spc="-100" dirty="0" err="1"/>
              <a:t>Overraskende</a:t>
            </a:r>
            <a:r>
              <a:rPr lang="en-US" sz="2400" spc="-100" dirty="0"/>
              <a:t> </a:t>
            </a:r>
            <a:r>
              <a:rPr lang="en-US" sz="2400" spc="-100" dirty="0" err="1"/>
              <a:t>høy</a:t>
            </a:r>
            <a:r>
              <a:rPr lang="en-US" sz="2400" spc="-100" dirty="0"/>
              <a:t> </a:t>
            </a:r>
            <a:r>
              <a:rPr lang="en-US" sz="2400" spc="-100" dirty="0" err="1"/>
              <a:t>hastighet</a:t>
            </a:r>
            <a:r>
              <a:rPr lang="en-US" sz="2400" spc="-100" dirty="0"/>
              <a:t> over </a:t>
            </a:r>
            <a:r>
              <a:rPr lang="en-US" sz="2400" spc="-100" dirty="0" err="1"/>
              <a:t>flere</a:t>
            </a:r>
            <a:r>
              <a:rPr lang="en-US" sz="2400" spc="-100" dirty="0"/>
              <a:t> kilometer.</a:t>
            </a:r>
          </a:p>
        </p:txBody>
      </p:sp>
      <p:pic>
        <p:nvPicPr>
          <p:cNvPr id="10" name="Bilde 11">
            <a:extLst>
              <a:ext uri="{FF2B5EF4-FFF2-40B4-BE49-F238E27FC236}">
                <a16:creationId xmlns:a16="http://schemas.microsoft.com/office/drawing/2014/main" id="{12E56944-EA42-4E44-B265-A1094F692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430" y="484632"/>
            <a:ext cx="8418353" cy="355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075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ABBB681-F4D2-40F2-ACC3-DE0B4B4880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A4B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388ED0-1FEF-4E11-B488-BD661D1AC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58470"/>
            <a:ext cx="11237976" cy="589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8D7D6B0A-C522-4BCC-A597-4E975232C1A2}"/>
              </a:ext>
            </a:extLst>
          </p:cNvPr>
          <p:cNvSpPr txBox="1"/>
          <p:nvPr/>
        </p:nvSpPr>
        <p:spPr>
          <a:xfrm>
            <a:off x="4724400" y="6040582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hlinkClick r:id="rId3"/>
              </a:rPr>
              <a:t>Lenke</a:t>
            </a:r>
            <a:endParaRPr lang="en-US" sz="2400">
              <a:hlinkClick r:id="rId3"/>
            </a:endParaRPr>
          </a:p>
        </p:txBody>
      </p:sp>
      <p:pic>
        <p:nvPicPr>
          <p:cNvPr id="6" name="Bilde 6">
            <a:hlinkClick r:id="" action="ppaction://media"/>
            <a:extLst>
              <a:ext uri="{FF2B5EF4-FFF2-40B4-BE49-F238E27FC236}">
                <a16:creationId xmlns:a16="http://schemas.microsoft.com/office/drawing/2014/main" id="{B99C7ECA-A14E-40F0-8E71-02284D790374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201984" y="330421"/>
            <a:ext cx="7571772" cy="5676417"/>
          </a:xfrm>
        </p:spPr>
      </p:pic>
    </p:spTree>
    <p:extLst>
      <p:ext uri="{BB962C8B-B14F-4D97-AF65-F5344CB8AC3E}">
        <p14:creationId xmlns:p14="http://schemas.microsoft.com/office/powerpoint/2010/main" val="970314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7115F77-2FAE-4CA7-9A7F-10D5F2C8F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D4C046-A04C-46CC-AFA3-6B0621F62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6C7A97A-A7DE-4DFB-8542-1E4BF24C7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111DB0-3D73-4D20-9D57-CEF5A0D86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1999"/>
            <a:ext cx="4642228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DEEFFDF3-8C23-47FC-8B61-DE63E82A3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1298448"/>
            <a:ext cx="3685070" cy="386486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700" spc="-100" dirty="0"/>
              <a:t>PTMP</a:t>
            </a:r>
            <a:br>
              <a:rPr lang="en-US" sz="3700" spc="-100" dirty="0"/>
            </a:br>
            <a:r>
              <a:rPr lang="en-US" sz="3700" spc="-100" dirty="0"/>
              <a:t>Point To MultiPoint</a:t>
            </a:r>
            <a:br>
              <a:rPr lang="en-US" sz="3700" spc="-100" dirty="0"/>
            </a:br>
            <a:br>
              <a:rPr lang="en-US" sz="3700" spc="-100" dirty="0"/>
            </a:br>
            <a:r>
              <a:rPr lang="en-US" sz="3700" spc="-100" dirty="0"/>
              <a:t>Mange </a:t>
            </a:r>
            <a:r>
              <a:rPr lang="en-US" sz="3700" spc="-100" dirty="0" err="1"/>
              <a:t>antenner</a:t>
            </a:r>
            <a:r>
              <a:rPr lang="en-US" sz="3700" spc="-100" dirty="0"/>
              <a:t> </a:t>
            </a:r>
            <a:r>
              <a:rPr lang="en-US" sz="3700" spc="-100" dirty="0" err="1"/>
              <a:t>som</a:t>
            </a:r>
            <a:r>
              <a:rPr lang="en-US" sz="3700" spc="-100" dirty="0"/>
              <a:t> </a:t>
            </a:r>
            <a:r>
              <a:rPr lang="en-US" sz="3700" spc="-100" dirty="0" err="1"/>
              <a:t>peker</a:t>
            </a:r>
            <a:r>
              <a:rPr lang="en-US" sz="3700" spc="-100" dirty="0"/>
              <a:t> mot </a:t>
            </a:r>
            <a:r>
              <a:rPr lang="en-US" sz="3700" spc="-100" dirty="0" err="1"/>
              <a:t>hverandre</a:t>
            </a:r>
            <a:r>
              <a:rPr lang="en-US" sz="3700" spc="-100" dirty="0"/>
              <a:t>, men med et </a:t>
            </a:r>
            <a:r>
              <a:rPr lang="en-US" sz="3700" spc="-100" dirty="0" err="1"/>
              <a:t>sentralt</a:t>
            </a:r>
            <a:r>
              <a:rPr lang="en-US" sz="3700" spc="-100" dirty="0"/>
              <a:t> </a:t>
            </a:r>
            <a:r>
              <a:rPr lang="en-US" sz="3700" spc="-100" dirty="0" err="1"/>
              <a:t>punkt</a:t>
            </a:r>
            <a:r>
              <a:rPr lang="en-US" sz="3700" spc="-100" dirty="0"/>
              <a:t> </a:t>
            </a:r>
            <a:r>
              <a:rPr lang="en-US" sz="3700" spc="-100" dirty="0" err="1"/>
              <a:t>som</a:t>
            </a:r>
            <a:r>
              <a:rPr lang="en-US" sz="3700" spc="-100" dirty="0"/>
              <a:t> har </a:t>
            </a:r>
            <a:r>
              <a:rPr lang="en-US" sz="3700" spc="-100" dirty="0" err="1"/>
              <a:t>større</a:t>
            </a:r>
            <a:r>
              <a:rPr lang="en-US" sz="3700" spc="-100" dirty="0"/>
              <a:t> </a:t>
            </a:r>
            <a:r>
              <a:rPr lang="en-US" sz="3700" spc="-100" dirty="0" err="1"/>
              <a:t>innfallsvinkel</a:t>
            </a:r>
            <a:r>
              <a:rPr lang="en-US" sz="3700" spc="-100" dirty="0"/>
              <a:t>. Ikke like </a:t>
            </a:r>
            <a:r>
              <a:rPr lang="en-US" sz="3700" spc="-100" dirty="0" err="1"/>
              <a:t>raskt</a:t>
            </a:r>
          </a:p>
        </p:txBody>
      </p:sp>
      <p:pic>
        <p:nvPicPr>
          <p:cNvPr id="7" name="Bilde 7">
            <a:extLst>
              <a:ext uri="{FF2B5EF4-FFF2-40B4-BE49-F238E27FC236}">
                <a16:creationId xmlns:a16="http://schemas.microsoft.com/office/drawing/2014/main" id="{3DEB4F4A-D08A-4925-B448-B15E5630A7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0415" r="1" b="1"/>
          <a:stretch/>
        </p:blipFill>
        <p:spPr>
          <a:xfrm>
            <a:off x="5120640" y="759599"/>
            <a:ext cx="6367271" cy="533065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27ADCA0-A066-4B16-8E1F-3C2483947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539630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5CBD63-8F8F-47DC-9CE7-159E6161D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0E3486-FD49-4921-B4F4-E5BB5C88A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758953"/>
            <a:ext cx="3577575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40CA3B8B-909B-4E03-AD3F-F55DC8F04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19" y="929873"/>
            <a:ext cx="3376972" cy="1315267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2800" dirty="0"/>
              <a:t>Ikke alle har </a:t>
            </a:r>
            <a:br>
              <a:rPr lang="en-US" sz="2800" dirty="0"/>
            </a:br>
            <a:r>
              <a:rPr lang="en-US" sz="2800" dirty="0" err="1"/>
              <a:t>infrastruktur</a:t>
            </a:r>
            <a:r>
              <a:rPr lang="en-US" sz="2800" dirty="0"/>
              <a:t>  – </a:t>
            </a:r>
            <a:r>
              <a:rPr lang="en-US" sz="2800" dirty="0" err="1"/>
              <a:t>enda</a:t>
            </a:r>
            <a:r>
              <a:rPr lang="en-US" sz="2800" dirty="0"/>
              <a:t>.</a:t>
            </a:r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78CB309C-4235-40E0-ACBD-EEFDBE15FDE9}"/>
              </a:ext>
            </a:extLst>
          </p:cNvPr>
          <p:cNvSpPr txBox="1"/>
          <p:nvPr/>
        </p:nvSpPr>
        <p:spPr>
          <a:xfrm>
            <a:off x="252920" y="2162014"/>
            <a:ext cx="2947482" cy="374426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lnSpcReduction="10000"/>
          </a:bodyPr>
          <a:lstStyle/>
          <a:p>
            <a:pPr indent="-18288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endParaRPr lang="en-US" sz="1600" dirty="0">
              <a:solidFill>
                <a:srgbClr val="FFFFFF"/>
              </a:solidFill>
            </a:endParaRPr>
          </a:p>
          <a:p>
            <a:pPr indent="-18288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endParaRPr lang="en-US" sz="16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endParaRPr lang="en-US" sz="16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endParaRPr lang="en-US" sz="16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endParaRPr lang="en-US" sz="16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endParaRPr lang="en-US" sz="16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endParaRPr lang="en-US" sz="16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endParaRPr lang="en-US" sz="16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endParaRPr lang="en-US" sz="16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endParaRPr lang="en-US" sz="16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endParaRPr lang="en-US" sz="16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endParaRPr lang="en-US" sz="16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 sz="1600" dirty="0">
                <a:solidFill>
                  <a:srgbClr val="FFFFFF"/>
                </a:solidFill>
              </a:rPr>
              <a:t>Tenk det - </a:t>
            </a:r>
            <a:r>
              <a:rPr lang="en-US" sz="1600" dirty="0" err="1">
                <a:solidFill>
                  <a:srgbClr val="FFFFFF"/>
                </a:solidFill>
              </a:rPr>
              <a:t>helt</a:t>
            </a:r>
            <a:r>
              <a:rPr lang="en-US" sz="1600" dirty="0">
                <a:solidFill>
                  <a:srgbClr val="FFFFFF"/>
                </a:solidFill>
              </a:rPr>
              <a:t> </a:t>
            </a:r>
            <a:r>
              <a:rPr lang="en-US" sz="1600" dirty="0" err="1">
                <a:solidFill>
                  <a:srgbClr val="FFFFFF"/>
                </a:solidFill>
              </a:rPr>
              <a:t>uten</a:t>
            </a:r>
            <a:r>
              <a:rPr lang="en-US" sz="1600" dirty="0">
                <a:solidFill>
                  <a:srgbClr val="FFFFFF"/>
                </a:solidFill>
              </a:rPr>
              <a:t> </a:t>
            </a:r>
            <a:r>
              <a:rPr lang="en-US" sz="1600" dirty="0" err="1">
                <a:solidFill>
                  <a:srgbClr val="FFFFFF"/>
                </a:solidFill>
              </a:rPr>
              <a:t>internett</a:t>
            </a:r>
            <a:r>
              <a:rPr lang="en-US" sz="1600" dirty="0">
                <a:solidFill>
                  <a:srgbClr val="FFFFFF"/>
                </a:solidFill>
              </a:rPr>
              <a:t>?</a:t>
            </a:r>
            <a:endParaRPr lang="en-US"/>
          </a:p>
        </p:txBody>
      </p:sp>
      <p:pic>
        <p:nvPicPr>
          <p:cNvPr id="4" name="Bilde 4">
            <a:hlinkClick r:id="" action="ppaction://media"/>
            <a:extLst>
              <a:ext uri="{FF2B5EF4-FFF2-40B4-BE49-F238E27FC236}">
                <a16:creationId xmlns:a16="http://schemas.microsoft.com/office/drawing/2014/main" id="{6FD0F026-F694-4E3C-8999-C3786AEF7C44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242452" y="748145"/>
            <a:ext cx="7126328" cy="534474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3B4A72C-2924-4CE2-8674-7E02E182ED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B371C3AE-8100-45F7-84B3-88019C0D931C}"/>
              </a:ext>
            </a:extLst>
          </p:cNvPr>
          <p:cNvSpPr txBox="1"/>
          <p:nvPr/>
        </p:nvSpPr>
        <p:spPr>
          <a:xfrm>
            <a:off x="6386945" y="6206836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hlinkClick r:id="rId4"/>
              </a:rPr>
              <a:t>Lenke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59206737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75fdb4-be9a-45d8-b51e-c805e05896f3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9CA4F3D36C0645B224052DC06A9045" ma:contentTypeVersion="9" ma:contentTypeDescription="Create a new document." ma:contentTypeScope="" ma:versionID="5e2bb4fbb234664a9e963123cd91dad4">
  <xsd:schema xmlns:xsd="http://www.w3.org/2001/XMLSchema" xmlns:xs="http://www.w3.org/2001/XMLSchema" xmlns:p="http://schemas.microsoft.com/office/2006/metadata/properties" xmlns:ns2="0675fdb4-be9a-45d8-b51e-c805e05896f3" targetNamespace="http://schemas.microsoft.com/office/2006/metadata/properties" ma:root="true" ma:fieldsID="0c00363df6fe5b7a10baeaf53b4e465b" ns2:_="">
    <xsd:import namespace="0675fdb4-be9a-45d8-b51e-c805e05896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75fdb4-be9a-45d8-b51e-c805e05896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7bb5f2b-d4a0-4b54-bd97-63e1ab2bf35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DF04538-FC10-4817-A7E1-62E34E41BCCC}">
  <ds:schemaRefs>
    <ds:schemaRef ds:uri="http://purl.org/dc/elements/1.1/"/>
    <ds:schemaRef ds:uri="http://schemas.microsoft.com/office/2006/metadata/properties"/>
    <ds:schemaRef ds:uri="09dadffe-16ff-4818-8959-bdb694918b60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d0e8dc06-74ad-47d5-b071-fdb0cc7d52b3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CDD4674-0CCB-426B-8E70-BB36E2F7AB13}"/>
</file>

<file path=customXml/itemProps3.xml><?xml version="1.0" encoding="utf-8"?>
<ds:datastoreItem xmlns:ds="http://schemas.openxmlformats.org/officeDocument/2006/customXml" ds:itemID="{42E32377-D087-40D0-808C-3749BF0BB35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346</Words>
  <Application>Microsoft Office PowerPoint</Application>
  <PresentationFormat>Widescreen</PresentationFormat>
  <Paragraphs>49</Paragraphs>
  <Slides>16</Slides>
  <Notes>0</Notes>
  <HiddenSlides>0</HiddenSlides>
  <MMClips>4</MMClips>
  <ScaleCrop>false</ScaleCrop>
  <HeadingPairs>
    <vt:vector size="6" baseType="variant">
      <vt:variant>
        <vt:lpstr>Brukte skrifter</vt:lpstr>
      </vt:variant>
      <vt:variant>
        <vt:i4>2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16</vt:i4>
      </vt:variant>
    </vt:vector>
  </HeadingPairs>
  <TitlesOfParts>
    <vt:vector size="19" baseType="lpstr">
      <vt:lpstr>Corbel</vt:lpstr>
      <vt:lpstr>Wingdings 2</vt:lpstr>
      <vt:lpstr>Frame</vt:lpstr>
      <vt:lpstr>Mer nettverk</vt:lpstr>
      <vt:lpstr>Kabler – det mest spennende på jorda</vt:lpstr>
      <vt:lpstr>PowerPoint-presentasjon</vt:lpstr>
      <vt:lpstr>Kabler over Atlanteren</vt:lpstr>
      <vt:lpstr>I dag skal vi snakke litt fiber</vt:lpstr>
      <vt:lpstr>En fiberkabel kan ha mange ender. Den avbildede heter LC</vt:lpstr>
      <vt:lpstr>Internett + Infrastruktur = Sant  Ikke Italia, men spaghetti ble det likevel</vt:lpstr>
      <vt:lpstr>Trådparkabelen, Ethernetkabelen, Internettkabelen, RJ45 kabelen; kobberkabelen.</vt:lpstr>
      <vt:lpstr>Fordelen med kobber</vt:lpstr>
      <vt:lpstr>Fiberkoblinger..</vt:lpstr>
      <vt:lpstr>"Vanlig" fiberkobling  </vt:lpstr>
      <vt:lpstr>Trådløst, men over lang avstand?</vt:lpstr>
      <vt:lpstr>PTP Point To Point  To parabole antenner som peker ganske nøyaktig mot hverandre.  Overraskende høy hastighet over flere kilometer.</vt:lpstr>
      <vt:lpstr>PowerPoint-presentasjon</vt:lpstr>
      <vt:lpstr>PTMP Point To MultiPoint  Mange antenner som peker mot hverandre, men med et sentralt punkt som har større innfallsvinkel. Ikke like raskt</vt:lpstr>
      <vt:lpstr>Ikke alle har  infrastruktur  – enda.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PowerPoint-presentasjon</dc:title>
  <dc:creator>Sondre Grønås</dc:creator>
  <cp:lastModifiedBy>Sondre Grønås</cp:lastModifiedBy>
  <cp:revision>506</cp:revision>
  <dcterms:created xsi:type="dcterms:W3CDTF">2020-09-22T07:01:47Z</dcterms:created>
  <dcterms:modified xsi:type="dcterms:W3CDTF">2021-09-13T08:26:07Z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0x0101000C9CA4F3D36C0645B224052DC06A9045</vt:lpwstr>
  </property>
</Properties>
</file>