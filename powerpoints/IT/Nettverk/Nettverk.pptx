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78" r:id="rId6"/>
    <p:sldId id="274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6" r:id="rId16"/>
    <p:sldId id="267" r:id="rId17"/>
    <p:sldId id="265" r:id="rId18"/>
    <p:sldId id="280" r:id="rId19"/>
    <p:sldId id="27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FA9098-D879-41C2-95BA-D21FF3EBD0BF}" v="122" dt="2022-09-20T08:12:20.041"/>
    <p1510:client id="{CCB50E26-276F-4CAD-BF9B-462660AE90CE}" v="3" dt="2021-09-06T06:52:11.1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26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3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dre Grønås" userId="S::sondre.gronas@skole.rogfk.no::eea45410-205b-43ed-aa52-5ea38a0a0a26" providerId="AD" clId="Web-{1E7B0BD3-3483-42FB-A59C-247D5FD1AB7F}"/>
    <pc:docChg chg="addSld modSld sldOrd">
      <pc:chgData name="Sondre Grønås" userId="S::sondre.gronas@skole.rogfk.no::eea45410-205b-43ed-aa52-5ea38a0a0a26" providerId="AD" clId="Web-{1E7B0BD3-3483-42FB-A59C-247D5FD1AB7F}" dt="2020-09-15T09:20:17.921" v="836"/>
      <pc:docMkLst>
        <pc:docMk/>
      </pc:docMkLst>
      <pc:sldChg chg="modSp ord">
        <pc:chgData name="Sondre Grønås" userId="S::sondre.gronas@skole.rogfk.no::eea45410-205b-43ed-aa52-5ea38a0a0a26" providerId="AD" clId="Web-{1E7B0BD3-3483-42FB-A59C-247D5FD1AB7F}" dt="2020-09-15T09:16:12.821" v="760" actId="20577"/>
        <pc:sldMkLst>
          <pc:docMk/>
          <pc:sldMk cId="3394425795" sldId="265"/>
        </pc:sldMkLst>
        <pc:spChg chg="mod">
          <ac:chgData name="Sondre Grønås" userId="S::sondre.gronas@skole.rogfk.no::eea45410-205b-43ed-aa52-5ea38a0a0a26" providerId="AD" clId="Web-{1E7B0BD3-3483-42FB-A59C-247D5FD1AB7F}" dt="2020-09-15T09:16:12.821" v="760" actId="20577"/>
          <ac:spMkLst>
            <pc:docMk/>
            <pc:sldMk cId="3394425795" sldId="265"/>
            <ac:spMk id="3" creationId="{894B8A20-D09D-49F9-A421-C7CB1035C030}"/>
          </ac:spMkLst>
        </pc:spChg>
      </pc:sldChg>
      <pc:sldChg chg="addSp delSp modSp mod setBg">
        <pc:chgData name="Sondre Grønås" userId="S::sondre.gronas@skole.rogfk.no::eea45410-205b-43ed-aa52-5ea38a0a0a26" providerId="AD" clId="Web-{1E7B0BD3-3483-42FB-A59C-247D5FD1AB7F}" dt="2020-09-15T09:12:03.581" v="595" actId="20577"/>
        <pc:sldMkLst>
          <pc:docMk/>
          <pc:sldMk cId="3691351291" sldId="268"/>
        </pc:sldMkLst>
        <pc:spChg chg="mod">
          <ac:chgData name="Sondre Grønås" userId="S::sondre.gronas@skole.rogfk.no::eea45410-205b-43ed-aa52-5ea38a0a0a26" providerId="AD" clId="Web-{1E7B0BD3-3483-42FB-A59C-247D5FD1AB7F}" dt="2020-09-15T09:12:03.581" v="595" actId="20577"/>
          <ac:spMkLst>
            <pc:docMk/>
            <pc:sldMk cId="3691351291" sldId="268"/>
            <ac:spMk id="2" creationId="{0FB9D34A-7679-4EA2-9E1E-7EAEBA82D0C8}"/>
          </ac:spMkLst>
        </pc:spChg>
        <pc:spChg chg="del">
          <ac:chgData name="Sondre Grønås" userId="S::sondre.gronas@skole.rogfk.no::eea45410-205b-43ed-aa52-5ea38a0a0a26" providerId="AD" clId="Web-{1E7B0BD3-3483-42FB-A59C-247D5FD1AB7F}" dt="2020-09-15T09:06:54.324" v="0"/>
          <ac:spMkLst>
            <pc:docMk/>
            <pc:sldMk cId="3691351291" sldId="268"/>
            <ac:spMk id="3" creationId="{CB4D0CCB-2CAD-4A42-8930-6A30C9C5321F}"/>
          </ac:spMkLst>
        </pc:spChg>
        <pc:spChg chg="add">
          <ac:chgData name="Sondre Grønås" userId="S::sondre.gronas@skole.rogfk.no::eea45410-205b-43ed-aa52-5ea38a0a0a26" providerId="AD" clId="Web-{1E7B0BD3-3483-42FB-A59C-247D5FD1AB7F}" dt="2020-09-15T09:07:04.746" v="1"/>
          <ac:spMkLst>
            <pc:docMk/>
            <pc:sldMk cId="3691351291" sldId="268"/>
            <ac:spMk id="9" creationId="{5D5E0904-721C-4D68-9EB8-1C9752E329A7}"/>
          </ac:spMkLst>
        </pc:spChg>
        <pc:spChg chg="add">
          <ac:chgData name="Sondre Grønås" userId="S::sondre.gronas@skole.rogfk.no::eea45410-205b-43ed-aa52-5ea38a0a0a26" providerId="AD" clId="Web-{1E7B0BD3-3483-42FB-A59C-247D5FD1AB7F}" dt="2020-09-15T09:07:04.746" v="1"/>
          <ac:spMkLst>
            <pc:docMk/>
            <pc:sldMk cId="3691351291" sldId="268"/>
            <ac:spMk id="11" creationId="{D0CDF5D3-7220-42A0-9D37-ECF3BF283B37}"/>
          </ac:spMkLst>
        </pc:spChg>
        <pc:spChg chg="add">
          <ac:chgData name="Sondre Grønås" userId="S::sondre.gronas@skole.rogfk.no::eea45410-205b-43ed-aa52-5ea38a0a0a26" providerId="AD" clId="Web-{1E7B0BD3-3483-42FB-A59C-247D5FD1AB7F}" dt="2020-09-15T09:07:04.746" v="1"/>
          <ac:spMkLst>
            <pc:docMk/>
            <pc:sldMk cId="3691351291" sldId="268"/>
            <ac:spMk id="13" creationId="{64BC717F-58B3-4A4E-BC3B-1B11323AD5C9}"/>
          </ac:spMkLst>
        </pc:spChg>
        <pc:spChg chg="add">
          <ac:chgData name="Sondre Grønås" userId="S::sondre.gronas@skole.rogfk.no::eea45410-205b-43ed-aa52-5ea38a0a0a26" providerId="AD" clId="Web-{1E7B0BD3-3483-42FB-A59C-247D5FD1AB7F}" dt="2020-09-15T09:07:04.746" v="1"/>
          <ac:spMkLst>
            <pc:docMk/>
            <pc:sldMk cId="3691351291" sldId="268"/>
            <ac:spMk id="15" creationId="{1EE75710-64C5-4CA8-8A7C-82EE4125C90D}"/>
          </ac:spMkLst>
        </pc:spChg>
        <pc:spChg chg="add">
          <ac:chgData name="Sondre Grønås" userId="S::sondre.gronas@skole.rogfk.no::eea45410-205b-43ed-aa52-5ea38a0a0a26" providerId="AD" clId="Web-{1E7B0BD3-3483-42FB-A59C-247D5FD1AB7F}" dt="2020-09-15T09:07:04.746" v="1"/>
          <ac:spMkLst>
            <pc:docMk/>
            <pc:sldMk cId="3691351291" sldId="268"/>
            <ac:spMk id="17" creationId="{435050B1-74E1-4A81-923D-0F5971A3BC01}"/>
          </ac:spMkLst>
        </pc:spChg>
        <pc:picChg chg="add mod ord">
          <ac:chgData name="Sondre Grønås" userId="S::sondre.gronas@skole.rogfk.no::eea45410-205b-43ed-aa52-5ea38a0a0a26" providerId="AD" clId="Web-{1E7B0BD3-3483-42FB-A59C-247D5FD1AB7F}" dt="2020-09-15T09:07:04.746" v="1"/>
          <ac:picMkLst>
            <pc:docMk/>
            <pc:sldMk cId="3691351291" sldId="268"/>
            <ac:picMk id="4" creationId="{D9D46093-452B-490A-A5D5-EA26D9041528}"/>
          </ac:picMkLst>
        </pc:picChg>
      </pc:sldChg>
      <pc:sldChg chg="addSp delSp modSp new mod setBg setClrOvrMap">
        <pc:chgData name="Sondre Grønås" userId="S::sondre.gronas@skole.rogfk.no::eea45410-205b-43ed-aa52-5ea38a0a0a26" providerId="AD" clId="Web-{1E7B0BD3-3483-42FB-A59C-247D5FD1AB7F}" dt="2020-09-15T09:12:33.832" v="677"/>
        <pc:sldMkLst>
          <pc:docMk/>
          <pc:sldMk cId="691971142" sldId="269"/>
        </pc:sldMkLst>
        <pc:spChg chg="mod">
          <ac:chgData name="Sondre Grønås" userId="S::sondre.gronas@skole.rogfk.no::eea45410-205b-43ed-aa52-5ea38a0a0a26" providerId="AD" clId="Web-{1E7B0BD3-3483-42FB-A59C-247D5FD1AB7F}" dt="2020-09-15T09:12:33.738" v="675" actId="20577"/>
          <ac:spMkLst>
            <pc:docMk/>
            <pc:sldMk cId="691971142" sldId="269"/>
            <ac:spMk id="2" creationId="{5C33A533-0012-4832-82C2-3078942E27E7}"/>
          </ac:spMkLst>
        </pc:spChg>
        <pc:spChg chg="mod">
          <ac:chgData name="Sondre Grønås" userId="S::sondre.gronas@skole.rogfk.no::eea45410-205b-43ed-aa52-5ea38a0a0a26" providerId="AD" clId="Web-{1E7B0BD3-3483-42FB-A59C-247D5FD1AB7F}" dt="2020-09-15T09:12:33.832" v="677"/>
          <ac:spMkLst>
            <pc:docMk/>
            <pc:sldMk cId="691971142" sldId="269"/>
            <ac:spMk id="3" creationId="{FDBB1EB1-C521-4A03-9EC6-7B9D6FBB7139}"/>
          </ac:spMkLst>
        </pc:spChg>
        <pc:spChg chg="add del">
          <ac:chgData name="Sondre Grønås" userId="S::sondre.gronas@skole.rogfk.no::eea45410-205b-43ed-aa52-5ea38a0a0a26" providerId="AD" clId="Web-{1E7B0BD3-3483-42FB-A59C-247D5FD1AB7F}" dt="2020-09-15T09:12:33.832" v="677"/>
          <ac:spMkLst>
            <pc:docMk/>
            <pc:sldMk cId="691971142" sldId="269"/>
            <ac:spMk id="8" creationId="{D857F84B-F990-4F33-B2F0-F2BE21985A36}"/>
          </ac:spMkLst>
        </pc:spChg>
        <pc:spChg chg="add del">
          <ac:chgData name="Sondre Grønås" userId="S::sondre.gronas@skole.rogfk.no::eea45410-205b-43ed-aa52-5ea38a0a0a26" providerId="AD" clId="Web-{1E7B0BD3-3483-42FB-A59C-247D5FD1AB7F}" dt="2020-09-15T09:12:33.832" v="677"/>
          <ac:spMkLst>
            <pc:docMk/>
            <pc:sldMk cId="691971142" sldId="269"/>
            <ac:spMk id="10" creationId="{BDC9F4B3-E048-4DF2-8375-37385E2245F7}"/>
          </ac:spMkLst>
        </pc:spChg>
        <pc:spChg chg="add del">
          <ac:chgData name="Sondre Grønås" userId="S::sondre.gronas@skole.rogfk.no::eea45410-205b-43ed-aa52-5ea38a0a0a26" providerId="AD" clId="Web-{1E7B0BD3-3483-42FB-A59C-247D5FD1AB7F}" dt="2020-09-15T09:12:33.832" v="677"/>
          <ac:spMkLst>
            <pc:docMk/>
            <pc:sldMk cId="691971142" sldId="269"/>
            <ac:spMk id="12" creationId="{2A7B0992-8632-4B33-A492-ACB46559762E}"/>
          </ac:spMkLst>
        </pc:spChg>
        <pc:spChg chg="add">
          <ac:chgData name="Sondre Grønås" userId="S::sondre.gronas@skole.rogfk.no::eea45410-205b-43ed-aa52-5ea38a0a0a26" providerId="AD" clId="Web-{1E7B0BD3-3483-42FB-A59C-247D5FD1AB7F}" dt="2020-09-15T09:12:33.832" v="677"/>
          <ac:spMkLst>
            <pc:docMk/>
            <pc:sldMk cId="691971142" sldId="269"/>
            <ac:spMk id="17" creationId="{D857F84B-F990-4F33-B2F0-F2BE21985A36}"/>
          </ac:spMkLst>
        </pc:spChg>
        <pc:spChg chg="add">
          <ac:chgData name="Sondre Grønås" userId="S::sondre.gronas@skole.rogfk.no::eea45410-205b-43ed-aa52-5ea38a0a0a26" providerId="AD" clId="Web-{1E7B0BD3-3483-42FB-A59C-247D5FD1AB7F}" dt="2020-09-15T09:12:33.832" v="677"/>
          <ac:spMkLst>
            <pc:docMk/>
            <pc:sldMk cId="691971142" sldId="269"/>
            <ac:spMk id="19" creationId="{BDC9F4B3-E048-4DF2-8375-37385E2245F7}"/>
          </ac:spMkLst>
        </pc:spChg>
        <pc:spChg chg="add">
          <ac:chgData name="Sondre Grønås" userId="S::sondre.gronas@skole.rogfk.no::eea45410-205b-43ed-aa52-5ea38a0a0a26" providerId="AD" clId="Web-{1E7B0BD3-3483-42FB-A59C-247D5FD1AB7F}" dt="2020-09-15T09:12:33.832" v="677"/>
          <ac:spMkLst>
            <pc:docMk/>
            <pc:sldMk cId="691971142" sldId="269"/>
            <ac:spMk id="21" creationId="{2A7B0992-8632-4B33-A492-ACB46559762E}"/>
          </ac:spMkLst>
        </pc:spChg>
      </pc:sldChg>
      <pc:sldChg chg="addSp delSp modSp new mod setBg">
        <pc:chgData name="Sondre Grønås" userId="S::sondre.gronas@skole.rogfk.no::eea45410-205b-43ed-aa52-5ea38a0a0a26" providerId="AD" clId="Web-{1E7B0BD3-3483-42FB-A59C-247D5FD1AB7F}" dt="2020-09-15T09:15:22.211" v="716" actId="1076"/>
        <pc:sldMkLst>
          <pc:docMk/>
          <pc:sldMk cId="2627020013" sldId="270"/>
        </pc:sldMkLst>
        <pc:spChg chg="del">
          <ac:chgData name="Sondre Grønås" userId="S::sondre.gronas@skole.rogfk.no::eea45410-205b-43ed-aa52-5ea38a0a0a26" providerId="AD" clId="Web-{1E7B0BD3-3483-42FB-A59C-247D5FD1AB7F}" dt="2020-09-15T09:14:40.476" v="694"/>
          <ac:spMkLst>
            <pc:docMk/>
            <pc:sldMk cId="2627020013" sldId="270"/>
            <ac:spMk id="2" creationId="{0FA85C35-010E-4E77-AD08-7AAB9492E2BE}"/>
          </ac:spMkLst>
        </pc:spChg>
        <pc:spChg chg="del">
          <ac:chgData name="Sondre Grønås" userId="S::sondre.gronas@skole.rogfk.no::eea45410-205b-43ed-aa52-5ea38a0a0a26" providerId="AD" clId="Web-{1E7B0BD3-3483-42FB-A59C-247D5FD1AB7F}" dt="2020-09-15T09:14:14.991" v="679"/>
          <ac:spMkLst>
            <pc:docMk/>
            <pc:sldMk cId="2627020013" sldId="270"/>
            <ac:spMk id="3" creationId="{24BE0126-37DF-452C-98D7-2A47A59D3E87}"/>
          </ac:spMkLst>
        </pc:spChg>
        <pc:spChg chg="add del mod">
          <ac:chgData name="Sondre Grønås" userId="S::sondre.gronas@skole.rogfk.no::eea45410-205b-43ed-aa52-5ea38a0a0a26" providerId="AD" clId="Web-{1E7B0BD3-3483-42FB-A59C-247D5FD1AB7F}" dt="2020-09-15T09:14:46.304" v="697"/>
          <ac:spMkLst>
            <pc:docMk/>
            <pc:sldMk cId="2627020013" sldId="270"/>
            <ac:spMk id="5" creationId="{BE56FF1C-C1BC-4AF2-9E01-CD010CD81E4C}"/>
          </ac:spMkLst>
        </pc:spChg>
        <pc:spChg chg="add">
          <ac:chgData name="Sondre Grønås" userId="S::sondre.gronas@skole.rogfk.no::eea45410-205b-43ed-aa52-5ea38a0a0a26" providerId="AD" clId="Web-{1E7B0BD3-3483-42FB-A59C-247D5FD1AB7F}" dt="2020-09-15T09:14:51.320" v="700"/>
          <ac:spMkLst>
            <pc:docMk/>
            <pc:sldMk cId="2627020013" sldId="270"/>
            <ac:spMk id="6" creationId="{0E99ED6D-365F-4CAE-942F-ECA78F74BD7F}"/>
          </ac:spMkLst>
        </pc:spChg>
        <pc:spChg chg="add">
          <ac:chgData name="Sondre Grønås" userId="S::sondre.gronas@skole.rogfk.no::eea45410-205b-43ed-aa52-5ea38a0a0a26" providerId="AD" clId="Web-{1E7B0BD3-3483-42FB-A59C-247D5FD1AB7F}" dt="2020-09-15T09:14:51.320" v="700"/>
          <ac:spMkLst>
            <pc:docMk/>
            <pc:sldMk cId="2627020013" sldId="270"/>
            <ac:spMk id="7" creationId="{CD0FF873-0D97-4AE7-A97E-539910376DCF}"/>
          </ac:spMkLst>
        </pc:spChg>
        <pc:spChg chg="add mod">
          <ac:chgData name="Sondre Grønås" userId="S::sondre.gronas@skole.rogfk.no::eea45410-205b-43ed-aa52-5ea38a0a0a26" providerId="AD" clId="Web-{1E7B0BD3-3483-42FB-A59C-247D5FD1AB7F}" dt="2020-09-15T09:15:22.211" v="716" actId="1076"/>
          <ac:spMkLst>
            <pc:docMk/>
            <pc:sldMk cId="2627020013" sldId="270"/>
            <ac:spMk id="8" creationId="{8C9E974A-CCBA-45D7-84A5-69171B0B8E35}"/>
          </ac:spMkLst>
        </pc:spChg>
        <pc:spChg chg="add del">
          <ac:chgData name="Sondre Grønås" userId="S::sondre.gronas@skole.rogfk.no::eea45410-205b-43ed-aa52-5ea38a0a0a26" providerId="AD" clId="Web-{1E7B0BD3-3483-42FB-A59C-247D5FD1AB7F}" dt="2020-09-15T09:14:51.320" v="699"/>
          <ac:spMkLst>
            <pc:docMk/>
            <pc:sldMk cId="2627020013" sldId="270"/>
            <ac:spMk id="9" creationId="{0E99ED6D-365F-4CAE-942F-ECA78F74BD7F}"/>
          </ac:spMkLst>
        </pc:spChg>
        <pc:spChg chg="add del">
          <ac:chgData name="Sondre Grønås" userId="S::sondre.gronas@skole.rogfk.no::eea45410-205b-43ed-aa52-5ea38a0a0a26" providerId="AD" clId="Web-{1E7B0BD3-3483-42FB-A59C-247D5FD1AB7F}" dt="2020-09-15T09:14:51.320" v="699"/>
          <ac:spMkLst>
            <pc:docMk/>
            <pc:sldMk cId="2627020013" sldId="270"/>
            <ac:spMk id="11" creationId="{C42F24F1-C1EF-471F-A19B-A340CE541DEF}"/>
          </ac:spMkLst>
        </pc:spChg>
        <pc:spChg chg="add del">
          <ac:chgData name="Sondre Grønås" userId="S::sondre.gronas@skole.rogfk.no::eea45410-205b-43ed-aa52-5ea38a0a0a26" providerId="AD" clId="Web-{1E7B0BD3-3483-42FB-A59C-247D5FD1AB7F}" dt="2020-09-15T09:14:51.320" v="699"/>
          <ac:spMkLst>
            <pc:docMk/>
            <pc:sldMk cId="2627020013" sldId="270"/>
            <ac:spMk id="13" creationId="{E56C425C-3C64-47BA-B583-94D39B9B7F78}"/>
          </ac:spMkLst>
        </pc:spChg>
        <pc:picChg chg="add mod ord">
          <ac:chgData name="Sondre Grønås" userId="S::sondre.gronas@skole.rogfk.no::eea45410-205b-43ed-aa52-5ea38a0a0a26" providerId="AD" clId="Web-{1E7B0BD3-3483-42FB-A59C-247D5FD1AB7F}" dt="2020-09-15T09:15:20.039" v="715" actId="14100"/>
          <ac:picMkLst>
            <pc:docMk/>
            <pc:sldMk cId="2627020013" sldId="270"/>
            <ac:picMk id="4" creationId="{B3B9DA3D-2C53-414D-8422-9446D2EB5171}"/>
          </ac:picMkLst>
        </pc:picChg>
      </pc:sldChg>
      <pc:sldChg chg="modSp new">
        <pc:chgData name="Sondre Grønås" userId="S::sondre.gronas@skole.rogfk.no::eea45410-205b-43ed-aa52-5ea38a0a0a26" providerId="AD" clId="Web-{1E7B0BD3-3483-42FB-A59C-247D5FD1AB7F}" dt="2020-09-15T09:16:42.322" v="789" actId="20577"/>
        <pc:sldMkLst>
          <pc:docMk/>
          <pc:sldMk cId="3839637651" sldId="271"/>
        </pc:sldMkLst>
        <pc:spChg chg="mod">
          <ac:chgData name="Sondre Grønås" userId="S::sondre.gronas@skole.rogfk.no::eea45410-205b-43ed-aa52-5ea38a0a0a26" providerId="AD" clId="Web-{1E7B0BD3-3483-42FB-A59C-247D5FD1AB7F}" dt="2020-09-15T09:16:42.322" v="789" actId="20577"/>
          <ac:spMkLst>
            <pc:docMk/>
            <pc:sldMk cId="3839637651" sldId="271"/>
            <ac:spMk id="2" creationId="{D3987EE8-549E-47C8-9C8C-EC74F923621B}"/>
          </ac:spMkLst>
        </pc:spChg>
      </pc:sldChg>
      <pc:sldChg chg="addSp delSp modSp new mod setBg">
        <pc:chgData name="Sondre Grønås" userId="S::sondre.gronas@skole.rogfk.no::eea45410-205b-43ed-aa52-5ea38a0a0a26" providerId="AD" clId="Web-{1E7B0BD3-3483-42FB-A59C-247D5FD1AB7F}" dt="2020-09-15T09:20:17.921" v="836"/>
        <pc:sldMkLst>
          <pc:docMk/>
          <pc:sldMk cId="470125117" sldId="272"/>
        </pc:sldMkLst>
        <pc:spChg chg="mod">
          <ac:chgData name="Sondre Grønås" userId="S::sondre.gronas@skole.rogfk.no::eea45410-205b-43ed-aa52-5ea38a0a0a26" providerId="AD" clId="Web-{1E7B0BD3-3483-42FB-A59C-247D5FD1AB7F}" dt="2020-09-15T09:19:02.872" v="819"/>
          <ac:spMkLst>
            <pc:docMk/>
            <pc:sldMk cId="470125117" sldId="272"/>
            <ac:spMk id="2" creationId="{13479355-61D7-4734-AC23-57D62E9F1A55}"/>
          </ac:spMkLst>
        </pc:spChg>
        <pc:spChg chg="del">
          <ac:chgData name="Sondre Grønås" userId="S::sondre.gronas@skole.rogfk.no::eea45410-205b-43ed-aa52-5ea38a0a0a26" providerId="AD" clId="Web-{1E7B0BD3-3483-42FB-A59C-247D5FD1AB7F}" dt="2020-09-15T09:18:57.091" v="818"/>
          <ac:spMkLst>
            <pc:docMk/>
            <pc:sldMk cId="470125117" sldId="272"/>
            <ac:spMk id="3" creationId="{EFC7EB2E-C7DF-445F-9C51-FC0ED4BDB88C}"/>
          </ac:spMkLst>
        </pc:spChg>
        <pc:spChg chg="add del mod">
          <ac:chgData name="Sondre Grønås" userId="S::sondre.gronas@skole.rogfk.no::eea45410-205b-43ed-aa52-5ea38a0a0a26" providerId="AD" clId="Web-{1E7B0BD3-3483-42FB-A59C-247D5FD1AB7F}" dt="2020-09-15T09:20:17.921" v="836"/>
          <ac:spMkLst>
            <pc:docMk/>
            <pc:sldMk cId="470125117" sldId="272"/>
            <ac:spMk id="5" creationId="{CCD6A228-4A2D-4B69-A0EB-E5B8D3D69CE0}"/>
          </ac:spMkLst>
        </pc:spChg>
        <pc:spChg chg="add mod">
          <ac:chgData name="Sondre Grønås" userId="S::sondre.gronas@skole.rogfk.no::eea45410-205b-43ed-aa52-5ea38a0a0a26" providerId="AD" clId="Web-{1E7B0BD3-3483-42FB-A59C-247D5FD1AB7F}" dt="2020-09-15T09:20:15.999" v="835"/>
          <ac:spMkLst>
            <pc:docMk/>
            <pc:sldMk cId="470125117" sldId="272"/>
            <ac:spMk id="7" creationId="{A177F37B-B20D-459D-8227-CF7B8044BA88}"/>
          </ac:spMkLst>
        </pc:spChg>
        <pc:spChg chg="add">
          <ac:chgData name="Sondre Grønås" userId="S::sondre.gronas@skole.rogfk.no::eea45410-205b-43ed-aa52-5ea38a0a0a26" providerId="AD" clId="Web-{1E7B0BD3-3483-42FB-A59C-247D5FD1AB7F}" dt="2020-09-15T09:19:02.872" v="819"/>
          <ac:spMkLst>
            <pc:docMk/>
            <pc:sldMk cId="470125117" sldId="272"/>
            <ac:spMk id="9" creationId="{5D5E0904-721C-4D68-9EB8-1C9752E329A7}"/>
          </ac:spMkLst>
        </pc:spChg>
        <pc:spChg chg="add">
          <ac:chgData name="Sondre Grønås" userId="S::sondre.gronas@skole.rogfk.no::eea45410-205b-43ed-aa52-5ea38a0a0a26" providerId="AD" clId="Web-{1E7B0BD3-3483-42FB-A59C-247D5FD1AB7F}" dt="2020-09-15T09:19:02.872" v="819"/>
          <ac:spMkLst>
            <pc:docMk/>
            <pc:sldMk cId="470125117" sldId="272"/>
            <ac:spMk id="11" creationId="{B298ECBA-3258-45DF-8FD4-7581736BCCBC}"/>
          </ac:spMkLst>
        </pc:spChg>
        <pc:spChg chg="add">
          <ac:chgData name="Sondre Grønås" userId="S::sondre.gronas@skole.rogfk.no::eea45410-205b-43ed-aa52-5ea38a0a0a26" providerId="AD" clId="Web-{1E7B0BD3-3483-42FB-A59C-247D5FD1AB7F}" dt="2020-09-15T09:19:02.872" v="819"/>
          <ac:spMkLst>
            <pc:docMk/>
            <pc:sldMk cId="470125117" sldId="272"/>
            <ac:spMk id="13" creationId="{B62BF453-BD82-4B90-9FE7-51703133806E}"/>
          </ac:spMkLst>
        </pc:spChg>
        <pc:spChg chg="add">
          <ac:chgData name="Sondre Grønås" userId="S::sondre.gronas@skole.rogfk.no::eea45410-205b-43ed-aa52-5ea38a0a0a26" providerId="AD" clId="Web-{1E7B0BD3-3483-42FB-A59C-247D5FD1AB7F}" dt="2020-09-15T09:19:02.872" v="819"/>
          <ac:spMkLst>
            <pc:docMk/>
            <pc:sldMk cId="470125117" sldId="272"/>
            <ac:spMk id="15" creationId="{072366D3-9B5C-42E1-9906-77FF6BB55EAB}"/>
          </ac:spMkLst>
        </pc:spChg>
        <pc:spChg chg="add">
          <ac:chgData name="Sondre Grønås" userId="S::sondre.gronas@skole.rogfk.no::eea45410-205b-43ed-aa52-5ea38a0a0a26" providerId="AD" clId="Web-{1E7B0BD3-3483-42FB-A59C-247D5FD1AB7F}" dt="2020-09-15T09:19:02.872" v="819"/>
          <ac:spMkLst>
            <pc:docMk/>
            <pc:sldMk cId="470125117" sldId="272"/>
            <ac:spMk id="17" creationId="{121F5E60-4E89-4B16-A245-12BD9935998D}"/>
          </ac:spMkLst>
        </pc:spChg>
        <pc:picChg chg="add del mod ord">
          <ac:chgData name="Sondre Grønås" userId="S::sondre.gronas@skole.rogfk.no::eea45410-205b-43ed-aa52-5ea38a0a0a26" providerId="AD" clId="Web-{1E7B0BD3-3483-42FB-A59C-247D5FD1AB7F}" dt="2020-09-15T09:20:15.999" v="835"/>
          <ac:picMkLst>
            <pc:docMk/>
            <pc:sldMk cId="470125117" sldId="272"/>
            <ac:picMk id="4" creationId="{279CDF8E-DE96-4C9C-8DD0-47DE83BB7EDA}"/>
          </ac:picMkLst>
        </pc:picChg>
      </pc:sldChg>
    </pc:docChg>
  </pc:docChgLst>
  <pc:docChgLst>
    <pc:chgData name="Sondre Grønås" userId="S::sondre.gronas@skole.rogfk.no::eea45410-205b-43ed-aa52-5ea38a0a0a26" providerId="AD" clId="Web-{AD3F61D8-090A-4B2B-7B2A-64FD047428DE}"/>
    <pc:docChg chg="addSld modSld">
      <pc:chgData name="Sondre Grønås" userId="S::sondre.gronas@skole.rogfk.no::eea45410-205b-43ed-aa52-5ea38a0a0a26" providerId="AD" clId="Web-{AD3F61D8-090A-4B2B-7B2A-64FD047428DE}" dt="2020-09-15T07:58:52.956" v="762"/>
      <pc:docMkLst>
        <pc:docMk/>
      </pc:docMkLst>
      <pc:sldChg chg="addSp modSp">
        <pc:chgData name="Sondre Grønås" userId="S::sondre.gronas@skole.rogfk.no::eea45410-205b-43ed-aa52-5ea38a0a0a26" providerId="AD" clId="Web-{AD3F61D8-090A-4B2B-7B2A-64FD047428DE}" dt="2020-09-15T07:48:36.207" v="199" actId="14100"/>
        <pc:sldMkLst>
          <pc:docMk/>
          <pc:sldMk cId="3350346432" sldId="259"/>
        </pc:sldMkLst>
        <pc:spChg chg="mod">
          <ac:chgData name="Sondre Grønås" userId="S::sondre.gronas@skole.rogfk.no::eea45410-205b-43ed-aa52-5ea38a0a0a26" providerId="AD" clId="Web-{AD3F61D8-090A-4B2B-7B2A-64FD047428DE}" dt="2020-09-15T07:48:36.207" v="199" actId="14100"/>
          <ac:spMkLst>
            <pc:docMk/>
            <pc:sldMk cId="3350346432" sldId="259"/>
            <ac:spMk id="3" creationId="{B05AFB06-A25B-440F-A504-B4369B72A63C}"/>
          </ac:spMkLst>
        </pc:spChg>
        <pc:spChg chg="add mod">
          <ac:chgData name="Sondre Grønås" userId="S::sondre.gronas@skole.rogfk.no::eea45410-205b-43ed-aa52-5ea38a0a0a26" providerId="AD" clId="Web-{AD3F61D8-090A-4B2B-7B2A-64FD047428DE}" dt="2020-09-15T07:46:25.864" v="18" actId="14100"/>
          <ac:spMkLst>
            <pc:docMk/>
            <pc:sldMk cId="3350346432" sldId="259"/>
            <ac:spMk id="5" creationId="{95127050-0A3F-4ECA-B67B-DC86472DB465}"/>
          </ac:spMkLst>
        </pc:spChg>
        <pc:picChg chg="mod">
          <ac:chgData name="Sondre Grønås" userId="S::sondre.gronas@skole.rogfk.no::eea45410-205b-43ed-aa52-5ea38a0a0a26" providerId="AD" clId="Web-{AD3F61D8-090A-4B2B-7B2A-64FD047428DE}" dt="2020-09-15T07:48:05.661" v="149" actId="14100"/>
          <ac:picMkLst>
            <pc:docMk/>
            <pc:sldMk cId="3350346432" sldId="259"/>
            <ac:picMk id="4" creationId="{E46324B4-72B1-4E4E-9530-83BAC4A5A87D}"/>
          </ac:picMkLst>
        </pc:picChg>
      </pc:sldChg>
      <pc:sldChg chg="addSp delSp modSp new">
        <pc:chgData name="Sondre Grønås" userId="S::sondre.gronas@skole.rogfk.no::eea45410-205b-43ed-aa52-5ea38a0a0a26" providerId="AD" clId="Web-{AD3F61D8-090A-4B2B-7B2A-64FD047428DE}" dt="2020-09-15T07:58:52.956" v="762"/>
        <pc:sldMkLst>
          <pc:docMk/>
          <pc:sldMk cId="1140465601" sldId="260"/>
        </pc:sldMkLst>
        <pc:spChg chg="mod">
          <ac:chgData name="Sondre Grønås" userId="S::sondre.gronas@skole.rogfk.no::eea45410-205b-43ed-aa52-5ea38a0a0a26" providerId="AD" clId="Web-{AD3F61D8-090A-4B2B-7B2A-64FD047428DE}" dt="2020-09-15T07:56:25.081" v="721" actId="20577"/>
          <ac:spMkLst>
            <pc:docMk/>
            <pc:sldMk cId="1140465601" sldId="260"/>
            <ac:spMk id="2" creationId="{6F8E659B-9204-40DB-9EF3-B155F4F30A19}"/>
          </ac:spMkLst>
        </pc:spChg>
        <pc:spChg chg="mod">
          <ac:chgData name="Sondre Grønås" userId="S::sondre.gronas@skole.rogfk.no::eea45410-205b-43ed-aa52-5ea38a0a0a26" providerId="AD" clId="Web-{AD3F61D8-090A-4B2B-7B2A-64FD047428DE}" dt="2020-09-15T07:56:53.253" v="757" actId="20577"/>
          <ac:spMkLst>
            <pc:docMk/>
            <pc:sldMk cId="1140465601" sldId="260"/>
            <ac:spMk id="3" creationId="{AD5D6A7E-F81C-434D-A605-14A483184EF0}"/>
          </ac:spMkLst>
        </pc:spChg>
        <pc:spChg chg="add del mod">
          <ac:chgData name="Sondre Grønås" userId="S::sondre.gronas@skole.rogfk.no::eea45410-205b-43ed-aa52-5ea38a0a0a26" providerId="AD" clId="Web-{AD3F61D8-090A-4B2B-7B2A-64FD047428DE}" dt="2020-09-15T07:58:52.956" v="762"/>
          <ac:spMkLst>
            <pc:docMk/>
            <pc:sldMk cId="1140465601" sldId="260"/>
            <ac:spMk id="4" creationId="{C0B24078-1EBA-416B-B2ED-AD0206ACB6CC}"/>
          </ac:spMkLst>
        </pc:spChg>
      </pc:sldChg>
      <pc:sldChg chg="new">
        <pc:chgData name="Sondre Grønås" userId="S::sondre.gronas@skole.rogfk.no::eea45410-205b-43ed-aa52-5ea38a0a0a26" providerId="AD" clId="Web-{AD3F61D8-090A-4B2B-7B2A-64FD047428DE}" dt="2020-09-15T07:54:59.613" v="680"/>
        <pc:sldMkLst>
          <pc:docMk/>
          <pc:sldMk cId="2657571995" sldId="261"/>
        </pc:sldMkLst>
      </pc:sldChg>
    </pc:docChg>
  </pc:docChgLst>
  <pc:docChgLst>
    <pc:chgData name="Sondre Grønås" userId="S::sondre.gronas@skole.rogfk.no::eea45410-205b-43ed-aa52-5ea38a0a0a26" providerId="AD" clId="Web-{29B091F0-C9DE-4C0C-9C76-47C96B46B37B}"/>
    <pc:docChg chg="modSld">
      <pc:chgData name="Sondre Grønås" userId="S::sondre.gronas@skole.rogfk.no::eea45410-205b-43ed-aa52-5ea38a0a0a26" providerId="AD" clId="Web-{29B091F0-C9DE-4C0C-9C76-47C96B46B37B}" dt="2020-09-16T08:05:52.495" v="3" actId="1076"/>
      <pc:docMkLst>
        <pc:docMk/>
      </pc:docMkLst>
      <pc:sldChg chg="addSp modSp">
        <pc:chgData name="Sondre Grønås" userId="S::sondre.gronas@skole.rogfk.no::eea45410-205b-43ed-aa52-5ea38a0a0a26" providerId="AD" clId="Web-{29B091F0-C9DE-4C0C-9C76-47C96B46B37B}" dt="2020-09-16T08:05:52.495" v="3" actId="1076"/>
        <pc:sldMkLst>
          <pc:docMk/>
          <pc:sldMk cId="1180882773" sldId="275"/>
        </pc:sldMkLst>
        <pc:picChg chg="add mod">
          <ac:chgData name="Sondre Grønås" userId="S::sondre.gronas@skole.rogfk.no::eea45410-205b-43ed-aa52-5ea38a0a0a26" providerId="AD" clId="Web-{29B091F0-C9DE-4C0C-9C76-47C96B46B37B}" dt="2020-09-16T08:05:52.495" v="3" actId="1076"/>
          <ac:picMkLst>
            <pc:docMk/>
            <pc:sldMk cId="1180882773" sldId="275"/>
            <ac:picMk id="4" creationId="{D0E18C8C-8A2F-488F-9B50-757450651B6A}"/>
          </ac:picMkLst>
        </pc:picChg>
      </pc:sldChg>
    </pc:docChg>
  </pc:docChgLst>
  <pc:docChgLst>
    <pc:chgData name="Sondre Grønås" userId="S::sondre.gronas@skole.rogfk.no::eea45410-205b-43ed-aa52-5ea38a0a0a26" providerId="AD" clId="Web-{7E79140E-EA1A-486A-92FE-D6AEAE51216C}"/>
    <pc:docChg chg="addSld modSld">
      <pc:chgData name="Sondre Grønås" userId="S::sondre.gronas@skole.rogfk.no::eea45410-205b-43ed-aa52-5ea38a0a0a26" providerId="AD" clId="Web-{7E79140E-EA1A-486A-92FE-D6AEAE51216C}" dt="2020-09-16T06:07:30.460" v="128" actId="20577"/>
      <pc:docMkLst>
        <pc:docMk/>
      </pc:docMkLst>
      <pc:sldChg chg="modSp new">
        <pc:chgData name="Sondre Grønås" userId="S::sondre.gronas@skole.rogfk.no::eea45410-205b-43ed-aa52-5ea38a0a0a26" providerId="AD" clId="Web-{7E79140E-EA1A-486A-92FE-D6AEAE51216C}" dt="2020-09-16T06:07:28.257" v="126" actId="20577"/>
        <pc:sldMkLst>
          <pc:docMk/>
          <pc:sldMk cId="1180882773" sldId="275"/>
        </pc:sldMkLst>
        <pc:spChg chg="mod">
          <ac:chgData name="Sondre Grønås" userId="S::sondre.gronas@skole.rogfk.no::eea45410-205b-43ed-aa52-5ea38a0a0a26" providerId="AD" clId="Web-{7E79140E-EA1A-486A-92FE-D6AEAE51216C}" dt="2020-09-16T06:02:29.467" v="1" actId="20577"/>
          <ac:spMkLst>
            <pc:docMk/>
            <pc:sldMk cId="1180882773" sldId="275"/>
            <ac:spMk id="2" creationId="{23A432D8-BB73-4136-86E4-5C4ABCC34E9A}"/>
          </ac:spMkLst>
        </pc:spChg>
        <pc:spChg chg="mod">
          <ac:chgData name="Sondre Grønås" userId="S::sondre.gronas@skole.rogfk.no::eea45410-205b-43ed-aa52-5ea38a0a0a26" providerId="AD" clId="Web-{7E79140E-EA1A-486A-92FE-D6AEAE51216C}" dt="2020-09-16T06:07:28.257" v="126" actId="20577"/>
          <ac:spMkLst>
            <pc:docMk/>
            <pc:sldMk cId="1180882773" sldId="275"/>
            <ac:spMk id="3" creationId="{FAF19E87-E405-4D83-AD5B-BA54EDE7AC41}"/>
          </ac:spMkLst>
        </pc:spChg>
      </pc:sldChg>
      <pc:sldChg chg="addSp delSp modSp new mod setBg">
        <pc:chgData name="Sondre Grønås" userId="S::sondre.gronas@skole.rogfk.no::eea45410-205b-43ed-aa52-5ea38a0a0a26" providerId="AD" clId="Web-{7E79140E-EA1A-486A-92FE-D6AEAE51216C}" dt="2020-09-16T06:03:49.766" v="18"/>
        <pc:sldMkLst>
          <pc:docMk/>
          <pc:sldMk cId="1282123205" sldId="276"/>
        </pc:sldMkLst>
        <pc:spChg chg="del">
          <ac:chgData name="Sondre Grønås" userId="S::sondre.gronas@skole.rogfk.no::eea45410-205b-43ed-aa52-5ea38a0a0a26" providerId="AD" clId="Web-{7E79140E-EA1A-486A-92FE-D6AEAE51216C}" dt="2020-09-16T06:03:43.188" v="15"/>
          <ac:spMkLst>
            <pc:docMk/>
            <pc:sldMk cId="1282123205" sldId="276"/>
            <ac:spMk id="2" creationId="{696796B9-08D9-4E6F-B987-5C2DCCFBD91F}"/>
          </ac:spMkLst>
        </pc:spChg>
        <pc:spChg chg="del">
          <ac:chgData name="Sondre Grønås" userId="S::sondre.gronas@skole.rogfk.no::eea45410-205b-43ed-aa52-5ea38a0a0a26" providerId="AD" clId="Web-{7E79140E-EA1A-486A-92FE-D6AEAE51216C}" dt="2020-09-16T06:03:39.984" v="14"/>
          <ac:spMkLst>
            <pc:docMk/>
            <pc:sldMk cId="1282123205" sldId="276"/>
            <ac:spMk id="3" creationId="{3A78724A-7418-4931-8374-3DFA152B2DD3}"/>
          </ac:spMkLst>
        </pc:spChg>
        <pc:spChg chg="add">
          <ac:chgData name="Sondre Grønås" userId="S::sondre.gronas@skole.rogfk.no::eea45410-205b-43ed-aa52-5ea38a0a0a26" providerId="AD" clId="Web-{7E79140E-EA1A-486A-92FE-D6AEAE51216C}" dt="2020-09-16T06:03:49.766" v="18"/>
          <ac:spMkLst>
            <pc:docMk/>
            <pc:sldMk cId="1282123205" sldId="276"/>
            <ac:spMk id="6" creationId="{21FFDA05-9640-4040-B33E-D46FD04434DB}"/>
          </ac:spMkLst>
        </pc:spChg>
        <pc:spChg chg="add del">
          <ac:chgData name="Sondre Grønås" userId="S::sondre.gronas@skole.rogfk.no::eea45410-205b-43ed-aa52-5ea38a0a0a26" providerId="AD" clId="Web-{7E79140E-EA1A-486A-92FE-D6AEAE51216C}" dt="2020-09-16T06:03:49.750" v="17"/>
          <ac:spMkLst>
            <pc:docMk/>
            <pc:sldMk cId="1282123205" sldId="276"/>
            <ac:spMk id="9" creationId="{0E99ED6D-365F-4CAE-942F-ECA78F74BD7F}"/>
          </ac:spMkLst>
        </pc:spChg>
        <pc:spChg chg="add del">
          <ac:chgData name="Sondre Grønås" userId="S::sondre.gronas@skole.rogfk.no::eea45410-205b-43ed-aa52-5ea38a0a0a26" providerId="AD" clId="Web-{7E79140E-EA1A-486A-92FE-D6AEAE51216C}" dt="2020-09-16T06:03:49.750" v="17"/>
          <ac:spMkLst>
            <pc:docMk/>
            <pc:sldMk cId="1282123205" sldId="276"/>
            <ac:spMk id="11" creationId="{CD0FF873-0D97-4AE7-A97E-539910376DCF}"/>
          </ac:spMkLst>
        </pc:spChg>
        <pc:picChg chg="add mod ord">
          <ac:chgData name="Sondre Grønås" userId="S::sondre.gronas@skole.rogfk.no::eea45410-205b-43ed-aa52-5ea38a0a0a26" providerId="AD" clId="Web-{7E79140E-EA1A-486A-92FE-D6AEAE51216C}" dt="2020-09-16T06:03:49.766" v="18"/>
          <ac:picMkLst>
            <pc:docMk/>
            <pc:sldMk cId="1282123205" sldId="276"/>
            <ac:picMk id="4" creationId="{C436F6C0-C3B0-43FE-BFFD-4A579F4CDAC4}"/>
          </ac:picMkLst>
        </pc:picChg>
      </pc:sldChg>
    </pc:docChg>
  </pc:docChgLst>
  <pc:docChgLst>
    <pc:chgData name="Sondre Grønås" userId="S::sondre.gronas@skole.rogfk.no::eea45410-205b-43ed-aa52-5ea38a0a0a26" providerId="AD" clId="Web-{F2A252E8-B4F2-4E1B-85E7-8259AC5E26CA}"/>
    <pc:docChg chg="addSld modSld sldOrd">
      <pc:chgData name="Sondre Grønås" userId="S::sondre.gronas@skole.rogfk.no::eea45410-205b-43ed-aa52-5ea38a0a0a26" providerId="AD" clId="Web-{F2A252E8-B4F2-4E1B-85E7-8259AC5E26CA}" dt="2020-09-15T09:06:12.262" v="3055" actId="20577"/>
      <pc:docMkLst>
        <pc:docMk/>
      </pc:docMkLst>
      <pc:sldChg chg="addSp modSp">
        <pc:chgData name="Sondre Grønås" userId="S::sondre.gronas@skole.rogfk.no::eea45410-205b-43ed-aa52-5ea38a0a0a26" providerId="AD" clId="Web-{F2A252E8-B4F2-4E1B-85E7-8259AC5E26CA}" dt="2020-09-15T08:37:05.992" v="1349" actId="20577"/>
        <pc:sldMkLst>
          <pc:docMk/>
          <pc:sldMk cId="1450716360" sldId="257"/>
        </pc:sldMkLst>
        <pc:spChg chg="add mod">
          <ac:chgData name="Sondre Grønås" userId="S::sondre.gronas@skole.rogfk.no::eea45410-205b-43ed-aa52-5ea38a0a0a26" providerId="AD" clId="Web-{F2A252E8-B4F2-4E1B-85E7-8259AC5E26CA}" dt="2020-09-15T08:37:05.992" v="1349" actId="20577"/>
          <ac:spMkLst>
            <pc:docMk/>
            <pc:sldMk cId="1450716360" sldId="257"/>
            <ac:spMk id="3" creationId="{BE279920-25CB-402D-8650-3994C320E5DE}"/>
          </ac:spMkLst>
        </pc:spChg>
        <pc:picChg chg="mod">
          <ac:chgData name="Sondre Grønås" userId="S::sondre.gronas@skole.rogfk.no::eea45410-205b-43ed-aa52-5ea38a0a0a26" providerId="AD" clId="Web-{F2A252E8-B4F2-4E1B-85E7-8259AC5E26CA}" dt="2020-09-15T08:37:02.320" v="1348" actId="1076"/>
          <ac:picMkLst>
            <pc:docMk/>
            <pc:sldMk cId="1450716360" sldId="257"/>
            <ac:picMk id="4" creationId="{DFC55680-D262-494C-A0A8-1C4B2D8BCA95}"/>
          </ac:picMkLst>
        </pc:picChg>
      </pc:sldChg>
      <pc:sldChg chg="modSp">
        <pc:chgData name="Sondre Grønås" userId="S::sondre.gronas@skole.rogfk.no::eea45410-205b-43ed-aa52-5ea38a0a0a26" providerId="AD" clId="Web-{F2A252E8-B4F2-4E1B-85E7-8259AC5E26CA}" dt="2020-09-15T08:06:01.062" v="461" actId="14100"/>
        <pc:sldMkLst>
          <pc:docMk/>
          <pc:sldMk cId="3350346432" sldId="259"/>
        </pc:sldMkLst>
        <pc:spChg chg="mod">
          <ac:chgData name="Sondre Grønås" userId="S::sondre.gronas@skole.rogfk.no::eea45410-205b-43ed-aa52-5ea38a0a0a26" providerId="AD" clId="Web-{F2A252E8-B4F2-4E1B-85E7-8259AC5E26CA}" dt="2020-09-15T08:06:01.062" v="461" actId="14100"/>
          <ac:spMkLst>
            <pc:docMk/>
            <pc:sldMk cId="3350346432" sldId="259"/>
            <ac:spMk id="3" creationId="{B05AFB06-A25B-440F-A504-B4369B72A63C}"/>
          </ac:spMkLst>
        </pc:spChg>
      </pc:sldChg>
      <pc:sldChg chg="modSp">
        <pc:chgData name="Sondre Grønås" userId="S::sondre.gronas@skole.rogfk.no::eea45410-205b-43ed-aa52-5ea38a0a0a26" providerId="AD" clId="Web-{F2A252E8-B4F2-4E1B-85E7-8259AC5E26CA}" dt="2020-09-15T08:00:10.036" v="12" actId="20577"/>
        <pc:sldMkLst>
          <pc:docMk/>
          <pc:sldMk cId="1140465601" sldId="260"/>
        </pc:sldMkLst>
        <pc:spChg chg="mod">
          <ac:chgData name="Sondre Grønås" userId="S::sondre.gronas@skole.rogfk.no::eea45410-205b-43ed-aa52-5ea38a0a0a26" providerId="AD" clId="Web-{F2A252E8-B4F2-4E1B-85E7-8259AC5E26CA}" dt="2020-09-15T08:00:10.036" v="12" actId="20577"/>
          <ac:spMkLst>
            <pc:docMk/>
            <pc:sldMk cId="1140465601" sldId="260"/>
            <ac:spMk id="3" creationId="{AD5D6A7E-F81C-434D-A605-14A483184EF0}"/>
          </ac:spMkLst>
        </pc:spChg>
      </pc:sldChg>
      <pc:sldChg chg="addSp modSp mod setBg">
        <pc:chgData name="Sondre Grønås" userId="S::sondre.gronas@skole.rogfk.no::eea45410-205b-43ed-aa52-5ea38a0a0a26" providerId="AD" clId="Web-{F2A252E8-B4F2-4E1B-85E7-8259AC5E26CA}" dt="2020-09-15T08:40:04.060" v="1367" actId="1076"/>
        <pc:sldMkLst>
          <pc:docMk/>
          <pc:sldMk cId="2657571995" sldId="261"/>
        </pc:sldMkLst>
        <pc:spChg chg="mod">
          <ac:chgData name="Sondre Grønås" userId="S::sondre.gronas@skole.rogfk.no::eea45410-205b-43ed-aa52-5ea38a0a0a26" providerId="AD" clId="Web-{F2A252E8-B4F2-4E1B-85E7-8259AC5E26CA}" dt="2020-09-15T08:03:24.276" v="227"/>
          <ac:spMkLst>
            <pc:docMk/>
            <pc:sldMk cId="2657571995" sldId="261"/>
            <ac:spMk id="2" creationId="{D210EC05-6408-4DC7-AA7A-D7DB8D33E088}"/>
          </ac:spMkLst>
        </pc:spChg>
        <pc:spChg chg="mod">
          <ac:chgData name="Sondre Grønås" userId="S::sondre.gronas@skole.rogfk.no::eea45410-205b-43ed-aa52-5ea38a0a0a26" providerId="AD" clId="Web-{F2A252E8-B4F2-4E1B-85E7-8259AC5E26CA}" dt="2020-09-15T08:04:52.185" v="387" actId="20577"/>
          <ac:spMkLst>
            <pc:docMk/>
            <pc:sldMk cId="2657571995" sldId="261"/>
            <ac:spMk id="3" creationId="{B1E90309-7B42-48FE-B2EE-AF72A9C1254F}"/>
          </ac:spMkLst>
        </pc:spChg>
        <pc:spChg chg="add mod">
          <ac:chgData name="Sondre Grønås" userId="S::sondre.gronas@skole.rogfk.no::eea45410-205b-43ed-aa52-5ea38a0a0a26" providerId="AD" clId="Web-{F2A252E8-B4F2-4E1B-85E7-8259AC5E26CA}" dt="2020-09-15T08:40:04.060" v="1367" actId="1076"/>
          <ac:spMkLst>
            <pc:docMk/>
            <pc:sldMk cId="2657571995" sldId="261"/>
            <ac:spMk id="5" creationId="{47C0B302-A825-4BF1-AEC4-878CA96E9142}"/>
          </ac:spMkLst>
        </pc:spChg>
        <pc:picChg chg="add mod">
          <ac:chgData name="Sondre Grønås" userId="S::sondre.gronas@skole.rogfk.no::eea45410-205b-43ed-aa52-5ea38a0a0a26" providerId="AD" clId="Web-{F2A252E8-B4F2-4E1B-85E7-8259AC5E26CA}" dt="2020-09-15T08:39:58.294" v="1366" actId="1076"/>
          <ac:picMkLst>
            <pc:docMk/>
            <pc:sldMk cId="2657571995" sldId="261"/>
            <ac:picMk id="4" creationId="{5F26F512-EB7D-48EB-9F61-4135B798077B}"/>
          </ac:picMkLst>
        </pc:picChg>
      </pc:sldChg>
      <pc:sldChg chg="modSp new">
        <pc:chgData name="Sondre Grønås" userId="S::sondre.gronas@skole.rogfk.no::eea45410-205b-43ed-aa52-5ea38a0a0a26" providerId="AD" clId="Web-{F2A252E8-B4F2-4E1B-85E7-8259AC5E26CA}" dt="2020-09-15T08:14:03.217" v="800" actId="20577"/>
        <pc:sldMkLst>
          <pc:docMk/>
          <pc:sldMk cId="2091002445" sldId="262"/>
        </pc:sldMkLst>
        <pc:spChg chg="mod">
          <ac:chgData name="Sondre Grønås" userId="S::sondre.gronas@skole.rogfk.no::eea45410-205b-43ed-aa52-5ea38a0a0a26" providerId="AD" clId="Web-{F2A252E8-B4F2-4E1B-85E7-8259AC5E26CA}" dt="2020-09-15T08:05:11.967" v="420" actId="20577"/>
          <ac:spMkLst>
            <pc:docMk/>
            <pc:sldMk cId="2091002445" sldId="262"/>
            <ac:spMk id="2" creationId="{3177FE4A-CD4A-4421-AA49-129809ECD47C}"/>
          </ac:spMkLst>
        </pc:spChg>
        <pc:spChg chg="mod">
          <ac:chgData name="Sondre Grønås" userId="S::sondre.gronas@skole.rogfk.no::eea45410-205b-43ed-aa52-5ea38a0a0a26" providerId="AD" clId="Web-{F2A252E8-B4F2-4E1B-85E7-8259AC5E26CA}" dt="2020-09-15T08:14:03.217" v="800" actId="20577"/>
          <ac:spMkLst>
            <pc:docMk/>
            <pc:sldMk cId="2091002445" sldId="262"/>
            <ac:spMk id="3" creationId="{5F981635-111F-49FA-B6C3-D426209BE13D}"/>
          </ac:spMkLst>
        </pc:spChg>
      </pc:sldChg>
      <pc:sldChg chg="addSp delSp modSp new mod setBg">
        <pc:chgData name="Sondre Grønås" userId="S::sondre.gronas@skole.rogfk.no::eea45410-205b-43ed-aa52-5ea38a0a0a26" providerId="AD" clId="Web-{F2A252E8-B4F2-4E1B-85E7-8259AC5E26CA}" dt="2020-09-15T08:35:55.630" v="1328"/>
        <pc:sldMkLst>
          <pc:docMk/>
          <pc:sldMk cId="2986631383" sldId="263"/>
        </pc:sldMkLst>
        <pc:spChg chg="mod">
          <ac:chgData name="Sondre Grønås" userId="S::sondre.gronas@skole.rogfk.no::eea45410-205b-43ed-aa52-5ea38a0a0a26" providerId="AD" clId="Web-{F2A252E8-B4F2-4E1B-85E7-8259AC5E26CA}" dt="2020-09-15T08:35:55.630" v="1328"/>
          <ac:spMkLst>
            <pc:docMk/>
            <pc:sldMk cId="2986631383" sldId="263"/>
            <ac:spMk id="2" creationId="{F3925054-3903-4939-8331-CAF47CC012B0}"/>
          </ac:spMkLst>
        </pc:spChg>
        <pc:spChg chg="del">
          <ac:chgData name="Sondre Grønås" userId="S::sondre.gronas@skole.rogfk.no::eea45410-205b-43ed-aa52-5ea38a0a0a26" providerId="AD" clId="Web-{F2A252E8-B4F2-4E1B-85E7-8259AC5E26CA}" dt="2020-09-15T08:15:00.328" v="809"/>
          <ac:spMkLst>
            <pc:docMk/>
            <pc:sldMk cId="2986631383" sldId="263"/>
            <ac:spMk id="3" creationId="{B6137E4F-B33D-41B2-8E1E-B02D89FE90E1}"/>
          </ac:spMkLst>
        </pc:spChg>
        <pc:spChg chg="add mod">
          <ac:chgData name="Sondre Grønås" userId="S::sondre.gronas@skole.rogfk.no::eea45410-205b-43ed-aa52-5ea38a0a0a26" providerId="AD" clId="Web-{F2A252E8-B4F2-4E1B-85E7-8259AC5E26CA}" dt="2020-09-15T08:35:55.630" v="1328"/>
          <ac:spMkLst>
            <pc:docMk/>
            <pc:sldMk cId="2986631383" sldId="263"/>
            <ac:spMk id="8" creationId="{66481665-D0CA-440E-9008-E17D68042ABE}"/>
          </ac:spMkLst>
        </pc:spChg>
        <pc:spChg chg="add del">
          <ac:chgData name="Sondre Grønås" userId="S::sondre.gronas@skole.rogfk.no::eea45410-205b-43ed-aa52-5ea38a0a0a26" providerId="AD" clId="Web-{F2A252E8-B4F2-4E1B-85E7-8259AC5E26CA}" dt="2020-09-15T08:35:55.630" v="1328"/>
          <ac:spMkLst>
            <pc:docMk/>
            <pc:sldMk cId="2986631383" sldId="263"/>
            <ac:spMk id="11" creationId="{50CF6C96-4596-4D83-A9F9-A3AB22AB4D89}"/>
          </ac:spMkLst>
        </pc:spChg>
        <pc:spChg chg="add del">
          <ac:chgData name="Sondre Grønås" userId="S::sondre.gronas@skole.rogfk.no::eea45410-205b-43ed-aa52-5ea38a0a0a26" providerId="AD" clId="Web-{F2A252E8-B4F2-4E1B-85E7-8259AC5E26CA}" dt="2020-09-15T08:35:55.630" v="1327"/>
          <ac:spMkLst>
            <pc:docMk/>
            <pc:sldMk cId="2986631383" sldId="263"/>
            <ac:spMk id="16" creationId="{989683EB-D202-4B4D-B1BD-8BA6965FBEF5}"/>
          </ac:spMkLst>
        </pc:spChg>
        <pc:picChg chg="add mod ord modCrop">
          <ac:chgData name="Sondre Grønås" userId="S::sondre.gronas@skole.rogfk.no::eea45410-205b-43ed-aa52-5ea38a0a0a26" providerId="AD" clId="Web-{F2A252E8-B4F2-4E1B-85E7-8259AC5E26CA}" dt="2020-09-15T08:35:55.630" v="1328"/>
          <ac:picMkLst>
            <pc:docMk/>
            <pc:sldMk cId="2986631383" sldId="263"/>
            <ac:picMk id="4" creationId="{A2476EA0-13B8-49F0-A730-66C3CA183E47}"/>
          </ac:picMkLst>
        </pc:picChg>
      </pc:sldChg>
      <pc:sldChg chg="addSp modSp new mod setBg setClrOvrMap">
        <pc:chgData name="Sondre Grønås" userId="S::sondre.gronas@skole.rogfk.no::eea45410-205b-43ed-aa52-5ea38a0a0a26" providerId="AD" clId="Web-{F2A252E8-B4F2-4E1B-85E7-8259AC5E26CA}" dt="2020-09-15T08:49:28.514" v="2018" actId="20577"/>
        <pc:sldMkLst>
          <pc:docMk/>
          <pc:sldMk cId="174531858" sldId="264"/>
        </pc:sldMkLst>
        <pc:spChg chg="mod">
          <ac:chgData name="Sondre Grønås" userId="S::sondre.gronas@skole.rogfk.no::eea45410-205b-43ed-aa52-5ea38a0a0a26" providerId="AD" clId="Web-{F2A252E8-B4F2-4E1B-85E7-8259AC5E26CA}" dt="2020-09-15T08:44:28.786" v="1527"/>
          <ac:spMkLst>
            <pc:docMk/>
            <pc:sldMk cId="174531858" sldId="264"/>
            <ac:spMk id="2" creationId="{A7F42EAC-8977-491D-B0E5-0D981812CF2A}"/>
          </ac:spMkLst>
        </pc:spChg>
        <pc:spChg chg="mod">
          <ac:chgData name="Sondre Grønås" userId="S::sondre.gronas@skole.rogfk.no::eea45410-205b-43ed-aa52-5ea38a0a0a26" providerId="AD" clId="Web-{F2A252E8-B4F2-4E1B-85E7-8259AC5E26CA}" dt="2020-09-15T08:49:28.514" v="2018" actId="20577"/>
          <ac:spMkLst>
            <pc:docMk/>
            <pc:sldMk cId="174531858" sldId="264"/>
            <ac:spMk id="3" creationId="{942112F0-7212-402C-B734-759F6AAC672C}"/>
          </ac:spMkLst>
        </pc:spChg>
        <pc:spChg chg="add">
          <ac:chgData name="Sondre Grønås" userId="S::sondre.gronas@skole.rogfk.no::eea45410-205b-43ed-aa52-5ea38a0a0a26" providerId="AD" clId="Web-{F2A252E8-B4F2-4E1B-85E7-8259AC5E26CA}" dt="2020-09-15T08:44:28.786" v="1527"/>
          <ac:spMkLst>
            <pc:docMk/>
            <pc:sldMk cId="174531858" sldId="264"/>
            <ac:spMk id="8" creationId="{98FE4190-99F9-4742-A0E8-6DCDC4924EFA}"/>
          </ac:spMkLst>
        </pc:spChg>
        <pc:spChg chg="add">
          <ac:chgData name="Sondre Grønås" userId="S::sondre.gronas@skole.rogfk.no::eea45410-205b-43ed-aa52-5ea38a0a0a26" providerId="AD" clId="Web-{F2A252E8-B4F2-4E1B-85E7-8259AC5E26CA}" dt="2020-09-15T08:44:28.786" v="1527"/>
          <ac:spMkLst>
            <pc:docMk/>
            <pc:sldMk cId="174531858" sldId="264"/>
            <ac:spMk id="10" creationId="{BDC9F4B3-E048-4DF2-8375-37385E2245F7}"/>
          </ac:spMkLst>
        </pc:spChg>
        <pc:spChg chg="add">
          <ac:chgData name="Sondre Grønås" userId="S::sondre.gronas@skole.rogfk.no::eea45410-205b-43ed-aa52-5ea38a0a0a26" providerId="AD" clId="Web-{F2A252E8-B4F2-4E1B-85E7-8259AC5E26CA}" dt="2020-09-15T08:44:28.786" v="1527"/>
          <ac:spMkLst>
            <pc:docMk/>
            <pc:sldMk cId="174531858" sldId="264"/>
            <ac:spMk id="12" creationId="{2A7B0992-8632-4B33-A492-ACB46559762E}"/>
          </ac:spMkLst>
        </pc:spChg>
      </pc:sldChg>
      <pc:sldChg chg="addSp delSp modSp new mod setBg setClrOvrMap">
        <pc:chgData name="Sondre Grønås" userId="S::sondre.gronas@skole.rogfk.no::eea45410-205b-43ed-aa52-5ea38a0a0a26" providerId="AD" clId="Web-{F2A252E8-B4F2-4E1B-85E7-8259AC5E26CA}" dt="2020-09-15T09:00:28.580" v="2972" actId="20577"/>
        <pc:sldMkLst>
          <pc:docMk/>
          <pc:sldMk cId="3394425795" sldId="265"/>
        </pc:sldMkLst>
        <pc:spChg chg="mod">
          <ac:chgData name="Sondre Grønås" userId="S::sondre.gronas@skole.rogfk.no::eea45410-205b-43ed-aa52-5ea38a0a0a26" providerId="AD" clId="Web-{F2A252E8-B4F2-4E1B-85E7-8259AC5E26CA}" dt="2020-09-15T09:00:28.580" v="2972" actId="20577"/>
          <ac:spMkLst>
            <pc:docMk/>
            <pc:sldMk cId="3394425795" sldId="265"/>
            <ac:spMk id="2" creationId="{8CE2EE8E-F90C-4B59-931D-DE57A3913195}"/>
          </ac:spMkLst>
        </pc:spChg>
        <pc:spChg chg="mod">
          <ac:chgData name="Sondre Grønås" userId="S::sondre.gronas@skole.rogfk.no::eea45410-205b-43ed-aa52-5ea38a0a0a26" providerId="AD" clId="Web-{F2A252E8-B4F2-4E1B-85E7-8259AC5E26CA}" dt="2020-09-15T09:00:15.236" v="2965" actId="14100"/>
          <ac:spMkLst>
            <pc:docMk/>
            <pc:sldMk cId="3394425795" sldId="265"/>
            <ac:spMk id="3" creationId="{894B8A20-D09D-49F9-A421-C7CB1035C030}"/>
          </ac:spMkLst>
        </pc:spChg>
        <pc:spChg chg="add del">
          <ac:chgData name="Sondre Grønås" userId="S::sondre.gronas@skole.rogfk.no::eea45410-205b-43ed-aa52-5ea38a0a0a26" providerId="AD" clId="Web-{F2A252E8-B4F2-4E1B-85E7-8259AC5E26CA}" dt="2020-09-15T09:00:09.564" v="2963"/>
          <ac:spMkLst>
            <pc:docMk/>
            <pc:sldMk cId="3394425795" sldId="265"/>
            <ac:spMk id="8" creationId="{98FE4190-99F9-4742-A0E8-6DCDC4924EFA}"/>
          </ac:spMkLst>
        </pc:spChg>
        <pc:spChg chg="add del">
          <ac:chgData name="Sondre Grønås" userId="S::sondre.gronas@skole.rogfk.no::eea45410-205b-43ed-aa52-5ea38a0a0a26" providerId="AD" clId="Web-{F2A252E8-B4F2-4E1B-85E7-8259AC5E26CA}" dt="2020-09-15T09:00:09.564" v="2963"/>
          <ac:spMkLst>
            <pc:docMk/>
            <pc:sldMk cId="3394425795" sldId="265"/>
            <ac:spMk id="10" creationId="{BDC9F4B3-E048-4DF2-8375-37385E2245F7}"/>
          </ac:spMkLst>
        </pc:spChg>
        <pc:spChg chg="add del">
          <ac:chgData name="Sondre Grønås" userId="S::sondre.gronas@skole.rogfk.no::eea45410-205b-43ed-aa52-5ea38a0a0a26" providerId="AD" clId="Web-{F2A252E8-B4F2-4E1B-85E7-8259AC5E26CA}" dt="2020-09-15T09:00:09.564" v="2963"/>
          <ac:spMkLst>
            <pc:docMk/>
            <pc:sldMk cId="3394425795" sldId="265"/>
            <ac:spMk id="12" creationId="{2A7B0992-8632-4B33-A492-ACB46559762E}"/>
          </ac:spMkLst>
        </pc:spChg>
        <pc:spChg chg="add del">
          <ac:chgData name="Sondre Grønås" userId="S::sondre.gronas@skole.rogfk.no::eea45410-205b-43ed-aa52-5ea38a0a0a26" providerId="AD" clId="Web-{F2A252E8-B4F2-4E1B-85E7-8259AC5E26CA}" dt="2020-09-15T09:00:09.564" v="2963"/>
          <ac:spMkLst>
            <pc:docMk/>
            <pc:sldMk cId="3394425795" sldId="265"/>
            <ac:spMk id="17" creationId="{98FE4190-99F9-4742-A0E8-6DCDC4924EFA}"/>
          </ac:spMkLst>
        </pc:spChg>
        <pc:spChg chg="add del">
          <ac:chgData name="Sondre Grønås" userId="S::sondre.gronas@skole.rogfk.no::eea45410-205b-43ed-aa52-5ea38a0a0a26" providerId="AD" clId="Web-{F2A252E8-B4F2-4E1B-85E7-8259AC5E26CA}" dt="2020-09-15T09:00:09.564" v="2963"/>
          <ac:spMkLst>
            <pc:docMk/>
            <pc:sldMk cId="3394425795" sldId="265"/>
            <ac:spMk id="19" creationId="{BDC9F4B3-E048-4DF2-8375-37385E2245F7}"/>
          </ac:spMkLst>
        </pc:spChg>
        <pc:spChg chg="add del">
          <ac:chgData name="Sondre Grønås" userId="S::sondre.gronas@skole.rogfk.no::eea45410-205b-43ed-aa52-5ea38a0a0a26" providerId="AD" clId="Web-{F2A252E8-B4F2-4E1B-85E7-8259AC5E26CA}" dt="2020-09-15T09:00:09.564" v="2963"/>
          <ac:spMkLst>
            <pc:docMk/>
            <pc:sldMk cId="3394425795" sldId="265"/>
            <ac:spMk id="21" creationId="{2A7B0992-8632-4B33-A492-ACB46559762E}"/>
          </ac:spMkLst>
        </pc:spChg>
      </pc:sldChg>
      <pc:sldChg chg="addSp delSp modSp new mod ord setBg">
        <pc:chgData name="Sondre Grønås" userId="S::sondre.gronas@skole.rogfk.no::eea45410-205b-43ed-aa52-5ea38a0a0a26" providerId="AD" clId="Web-{F2A252E8-B4F2-4E1B-85E7-8259AC5E26CA}" dt="2020-09-15T09:05:34.058" v="3021"/>
        <pc:sldMkLst>
          <pc:docMk/>
          <pc:sldMk cId="2447274199" sldId="266"/>
        </pc:sldMkLst>
        <pc:spChg chg="mod">
          <ac:chgData name="Sondre Grønås" userId="S::sondre.gronas@skole.rogfk.no::eea45410-205b-43ed-aa52-5ea38a0a0a26" providerId="AD" clId="Web-{F2A252E8-B4F2-4E1B-85E7-8259AC5E26CA}" dt="2020-09-15T09:05:34.058" v="3021"/>
          <ac:spMkLst>
            <pc:docMk/>
            <pc:sldMk cId="2447274199" sldId="266"/>
            <ac:spMk id="2" creationId="{1233B02F-C729-428D-9F0E-B46D11DC260F}"/>
          </ac:spMkLst>
        </pc:spChg>
        <pc:spChg chg="del">
          <ac:chgData name="Sondre Grønås" userId="S::sondre.gronas@skole.rogfk.no::eea45410-205b-43ed-aa52-5ea38a0a0a26" providerId="AD" clId="Web-{F2A252E8-B4F2-4E1B-85E7-8259AC5E26CA}" dt="2020-09-15T09:01:57.301" v="2995"/>
          <ac:spMkLst>
            <pc:docMk/>
            <pc:sldMk cId="2447274199" sldId="266"/>
            <ac:spMk id="3" creationId="{EFCEE0E6-AC80-4FCF-9764-E56F1738C57E}"/>
          </ac:spMkLst>
        </pc:spChg>
        <pc:spChg chg="add">
          <ac:chgData name="Sondre Grønås" userId="S::sondre.gronas@skole.rogfk.no::eea45410-205b-43ed-aa52-5ea38a0a0a26" providerId="AD" clId="Web-{F2A252E8-B4F2-4E1B-85E7-8259AC5E26CA}" dt="2020-09-15T09:05:34.058" v="3021"/>
          <ac:spMkLst>
            <pc:docMk/>
            <pc:sldMk cId="2447274199" sldId="266"/>
            <ac:spMk id="12" creationId="{D2781DDF-FAC9-41BA-A2E2-B4F31ED7333B}"/>
          </ac:spMkLst>
        </pc:spChg>
        <pc:spChg chg="add">
          <ac:chgData name="Sondre Grønås" userId="S::sondre.gronas@skole.rogfk.no::eea45410-205b-43ed-aa52-5ea38a0a0a26" providerId="AD" clId="Web-{F2A252E8-B4F2-4E1B-85E7-8259AC5E26CA}" dt="2020-09-15T09:05:34.058" v="3021"/>
          <ac:spMkLst>
            <pc:docMk/>
            <pc:sldMk cId="2447274199" sldId="266"/>
            <ac:spMk id="14" creationId="{EFAE1C99-F9B1-4DA2-A8F4-7E2AC332F834}"/>
          </ac:spMkLst>
        </pc:spChg>
        <pc:spChg chg="add">
          <ac:chgData name="Sondre Grønås" userId="S::sondre.gronas@skole.rogfk.no::eea45410-205b-43ed-aa52-5ea38a0a0a26" providerId="AD" clId="Web-{F2A252E8-B4F2-4E1B-85E7-8259AC5E26CA}" dt="2020-09-15T09:05:34.058" v="3021"/>
          <ac:spMkLst>
            <pc:docMk/>
            <pc:sldMk cId="2447274199" sldId="266"/>
            <ac:spMk id="16" creationId="{484CBAFF-E5CD-4096-AD43-9E24C5E65CC2}"/>
          </ac:spMkLst>
        </pc:spChg>
        <pc:picChg chg="add mod ord">
          <ac:chgData name="Sondre Grønås" userId="S::sondre.gronas@skole.rogfk.no::eea45410-205b-43ed-aa52-5ea38a0a0a26" providerId="AD" clId="Web-{F2A252E8-B4F2-4E1B-85E7-8259AC5E26CA}" dt="2020-09-15T09:05:34.058" v="3021"/>
          <ac:picMkLst>
            <pc:docMk/>
            <pc:sldMk cId="2447274199" sldId="266"/>
            <ac:picMk id="4" creationId="{F0B6EBFF-5EFF-4780-9864-9FD2425F1F6F}"/>
          </ac:picMkLst>
        </pc:picChg>
        <pc:picChg chg="add del mod modCrop">
          <ac:chgData name="Sondre Grønås" userId="S::sondre.gronas@skole.rogfk.no::eea45410-205b-43ed-aa52-5ea38a0a0a26" providerId="AD" clId="Web-{F2A252E8-B4F2-4E1B-85E7-8259AC5E26CA}" dt="2020-09-15T09:04:02.055" v="3008"/>
          <ac:picMkLst>
            <pc:docMk/>
            <pc:sldMk cId="2447274199" sldId="266"/>
            <ac:picMk id="5" creationId="{3BA901E2-21BA-4998-801C-7FB543F06EBB}"/>
          </ac:picMkLst>
        </pc:picChg>
        <pc:picChg chg="add del mod">
          <ac:chgData name="Sondre Grønås" userId="S::sondre.gronas@skole.rogfk.no::eea45410-205b-43ed-aa52-5ea38a0a0a26" providerId="AD" clId="Web-{F2A252E8-B4F2-4E1B-85E7-8259AC5E26CA}" dt="2020-09-15T09:04:16.571" v="3011"/>
          <ac:picMkLst>
            <pc:docMk/>
            <pc:sldMk cId="2447274199" sldId="266"/>
            <ac:picMk id="6" creationId="{1BCED489-AD40-4F40-86E6-A9734EF0B891}"/>
          </ac:picMkLst>
        </pc:picChg>
        <pc:picChg chg="add mod">
          <ac:chgData name="Sondre Grønås" userId="S::sondre.gronas@skole.rogfk.no::eea45410-205b-43ed-aa52-5ea38a0a0a26" providerId="AD" clId="Web-{F2A252E8-B4F2-4E1B-85E7-8259AC5E26CA}" dt="2020-09-15T09:05:34.058" v="3021"/>
          <ac:picMkLst>
            <pc:docMk/>
            <pc:sldMk cId="2447274199" sldId="266"/>
            <ac:picMk id="7" creationId="{4B23F4E6-8218-4C62-AC66-D9BA2D97584F}"/>
          </ac:picMkLst>
        </pc:picChg>
        <pc:picChg chg="add del mod">
          <ac:chgData name="Sondre Grønås" userId="S::sondre.gronas@skole.rogfk.no::eea45410-205b-43ed-aa52-5ea38a0a0a26" providerId="AD" clId="Web-{F2A252E8-B4F2-4E1B-85E7-8259AC5E26CA}" dt="2020-09-15T09:04:59.776" v="3019"/>
          <ac:picMkLst>
            <pc:docMk/>
            <pc:sldMk cId="2447274199" sldId="266"/>
            <ac:picMk id="8" creationId="{EB2C3B1A-4293-4A09-B811-0398FF7C0BA5}"/>
          </ac:picMkLst>
        </pc:picChg>
      </pc:sldChg>
      <pc:sldChg chg="addSp delSp modSp new mod setBg">
        <pc:chgData name="Sondre Grønås" userId="S::sondre.gronas@skole.rogfk.no::eea45410-205b-43ed-aa52-5ea38a0a0a26" providerId="AD" clId="Web-{F2A252E8-B4F2-4E1B-85E7-8259AC5E26CA}" dt="2020-09-15T09:05:04.713" v="3020"/>
        <pc:sldMkLst>
          <pc:docMk/>
          <pc:sldMk cId="300657496" sldId="267"/>
        </pc:sldMkLst>
        <pc:spChg chg="del">
          <ac:chgData name="Sondre Grønås" userId="S::sondre.gronas@skole.rogfk.no::eea45410-205b-43ed-aa52-5ea38a0a0a26" providerId="AD" clId="Web-{F2A252E8-B4F2-4E1B-85E7-8259AC5E26CA}" dt="2020-09-15T09:05:04.713" v="3020"/>
          <ac:spMkLst>
            <pc:docMk/>
            <pc:sldMk cId="300657496" sldId="267"/>
            <ac:spMk id="2" creationId="{AAAB4C74-4998-441F-939A-1C0D33BAFA82}"/>
          </ac:spMkLst>
        </pc:spChg>
        <pc:spChg chg="del">
          <ac:chgData name="Sondre Grønås" userId="S::sondre.gronas@skole.rogfk.no::eea45410-205b-43ed-aa52-5ea38a0a0a26" providerId="AD" clId="Web-{F2A252E8-B4F2-4E1B-85E7-8259AC5E26CA}" dt="2020-09-15T09:04:55.432" v="3018"/>
          <ac:spMkLst>
            <pc:docMk/>
            <pc:sldMk cId="300657496" sldId="267"/>
            <ac:spMk id="3" creationId="{F8AC9394-B1E2-4E78-A3ED-CC039021609E}"/>
          </ac:spMkLst>
        </pc:spChg>
        <pc:spChg chg="add">
          <ac:chgData name="Sondre Grønås" userId="S::sondre.gronas@skole.rogfk.no::eea45410-205b-43ed-aa52-5ea38a0a0a26" providerId="AD" clId="Web-{F2A252E8-B4F2-4E1B-85E7-8259AC5E26CA}" dt="2020-09-15T09:05:04.713" v="3020"/>
          <ac:spMkLst>
            <pc:docMk/>
            <pc:sldMk cId="300657496" sldId="267"/>
            <ac:spMk id="9" creationId="{0E99ED6D-365F-4CAE-942F-ECA78F74BD7F}"/>
          </ac:spMkLst>
        </pc:spChg>
        <pc:spChg chg="add">
          <ac:chgData name="Sondre Grønås" userId="S::sondre.gronas@skole.rogfk.no::eea45410-205b-43ed-aa52-5ea38a0a0a26" providerId="AD" clId="Web-{F2A252E8-B4F2-4E1B-85E7-8259AC5E26CA}" dt="2020-09-15T09:05:04.713" v="3020"/>
          <ac:spMkLst>
            <pc:docMk/>
            <pc:sldMk cId="300657496" sldId="267"/>
            <ac:spMk id="11" creationId="{C42F24F1-C1EF-471F-A19B-A340CE541DEF}"/>
          </ac:spMkLst>
        </pc:spChg>
        <pc:spChg chg="add">
          <ac:chgData name="Sondre Grønås" userId="S::sondre.gronas@skole.rogfk.no::eea45410-205b-43ed-aa52-5ea38a0a0a26" providerId="AD" clId="Web-{F2A252E8-B4F2-4E1B-85E7-8259AC5E26CA}" dt="2020-09-15T09:05:04.713" v="3020"/>
          <ac:spMkLst>
            <pc:docMk/>
            <pc:sldMk cId="300657496" sldId="267"/>
            <ac:spMk id="13" creationId="{E56C425C-3C64-47BA-B583-94D39B9B7F78}"/>
          </ac:spMkLst>
        </pc:spChg>
        <pc:picChg chg="add mod ord">
          <ac:chgData name="Sondre Grønås" userId="S::sondre.gronas@skole.rogfk.no::eea45410-205b-43ed-aa52-5ea38a0a0a26" providerId="AD" clId="Web-{F2A252E8-B4F2-4E1B-85E7-8259AC5E26CA}" dt="2020-09-15T09:05:04.713" v="3020"/>
          <ac:picMkLst>
            <pc:docMk/>
            <pc:sldMk cId="300657496" sldId="267"/>
            <ac:picMk id="4" creationId="{A79CA84C-60EC-444E-AEDD-0A6DA9DBE5DE}"/>
          </ac:picMkLst>
        </pc:picChg>
      </pc:sldChg>
      <pc:sldChg chg="modSp new">
        <pc:chgData name="Sondre Grønås" userId="S::sondre.gronas@skole.rogfk.no::eea45410-205b-43ed-aa52-5ea38a0a0a26" providerId="AD" clId="Web-{F2A252E8-B4F2-4E1B-85E7-8259AC5E26CA}" dt="2020-09-15T09:06:11.340" v="3053" actId="20577"/>
        <pc:sldMkLst>
          <pc:docMk/>
          <pc:sldMk cId="3691351291" sldId="268"/>
        </pc:sldMkLst>
        <pc:spChg chg="mod">
          <ac:chgData name="Sondre Grønås" userId="S::sondre.gronas@skole.rogfk.no::eea45410-205b-43ed-aa52-5ea38a0a0a26" providerId="AD" clId="Web-{F2A252E8-B4F2-4E1B-85E7-8259AC5E26CA}" dt="2020-09-15T09:06:11.340" v="3053" actId="20577"/>
          <ac:spMkLst>
            <pc:docMk/>
            <pc:sldMk cId="3691351291" sldId="268"/>
            <ac:spMk id="2" creationId="{0FB9D34A-7679-4EA2-9E1E-7EAEBA82D0C8}"/>
          </ac:spMkLst>
        </pc:spChg>
      </pc:sldChg>
    </pc:docChg>
  </pc:docChgLst>
  <pc:docChgLst>
    <pc:chgData name="Sondre Grønås" userId="S::sondre.gronas@skole.rogfk.no::eea45410-205b-43ed-aa52-5ea38a0a0a26" providerId="AD" clId="Web-{F85E3FB4-F42A-4DF7-B727-AFCF9D5A9D34}"/>
    <pc:docChg chg="addSld delSld modSld sldOrd">
      <pc:chgData name="Sondre Grønås" userId="S::sondre.gronas@skole.rogfk.no::eea45410-205b-43ed-aa52-5ea38a0a0a26" providerId="AD" clId="Web-{F85E3FB4-F42A-4DF7-B727-AFCF9D5A9D34}" dt="2020-09-16T06:50:49.071" v="592" actId="20577"/>
      <pc:docMkLst>
        <pc:docMk/>
      </pc:docMkLst>
      <pc:sldChg chg="modSp">
        <pc:chgData name="Sondre Grønås" userId="S::sondre.gronas@skole.rogfk.no::eea45410-205b-43ed-aa52-5ea38a0a0a26" providerId="AD" clId="Web-{F85E3FB4-F42A-4DF7-B727-AFCF9D5A9D34}" dt="2020-09-16T06:38:21.140" v="250" actId="20577"/>
        <pc:sldMkLst>
          <pc:docMk/>
          <pc:sldMk cId="1450716360" sldId="257"/>
        </pc:sldMkLst>
        <pc:spChg chg="mod">
          <ac:chgData name="Sondre Grønås" userId="S::sondre.gronas@skole.rogfk.no::eea45410-205b-43ed-aa52-5ea38a0a0a26" providerId="AD" clId="Web-{F85E3FB4-F42A-4DF7-B727-AFCF9D5A9D34}" dt="2020-09-16T06:38:21.140" v="250" actId="20577"/>
          <ac:spMkLst>
            <pc:docMk/>
            <pc:sldMk cId="1450716360" sldId="257"/>
            <ac:spMk id="2" creationId="{EDA3B95A-7B4C-4413-AD4B-528FA5A06378}"/>
          </ac:spMkLst>
        </pc:spChg>
      </pc:sldChg>
      <pc:sldChg chg="modSp">
        <pc:chgData name="Sondre Grønås" userId="S::sondre.gronas@skole.rogfk.no::eea45410-205b-43ed-aa52-5ea38a0a0a26" providerId="AD" clId="Web-{F85E3FB4-F42A-4DF7-B727-AFCF9D5A9D34}" dt="2020-09-16T06:15:16.684" v="175" actId="20577"/>
        <pc:sldMkLst>
          <pc:docMk/>
          <pc:sldMk cId="1140465601" sldId="260"/>
        </pc:sldMkLst>
        <pc:spChg chg="mod">
          <ac:chgData name="Sondre Grønås" userId="S::sondre.gronas@skole.rogfk.no::eea45410-205b-43ed-aa52-5ea38a0a0a26" providerId="AD" clId="Web-{F85E3FB4-F42A-4DF7-B727-AFCF9D5A9D34}" dt="2020-09-16T06:15:16.684" v="175" actId="20577"/>
          <ac:spMkLst>
            <pc:docMk/>
            <pc:sldMk cId="1140465601" sldId="260"/>
            <ac:spMk id="3" creationId="{AD5D6A7E-F81C-434D-A605-14A483184EF0}"/>
          </ac:spMkLst>
        </pc:spChg>
      </pc:sldChg>
      <pc:sldChg chg="ord">
        <pc:chgData name="Sondre Grønås" userId="S::sondre.gronas@skole.rogfk.no::eea45410-205b-43ed-aa52-5ea38a0a0a26" providerId="AD" clId="Web-{F85E3FB4-F42A-4DF7-B727-AFCF9D5A9D34}" dt="2020-09-16T06:40:58.782" v="269"/>
        <pc:sldMkLst>
          <pc:docMk/>
          <pc:sldMk cId="3394425795" sldId="265"/>
        </pc:sldMkLst>
      </pc:sldChg>
      <pc:sldChg chg="modSp ord">
        <pc:chgData name="Sondre Grønås" userId="S::sondre.gronas@skole.rogfk.no::eea45410-205b-43ed-aa52-5ea38a0a0a26" providerId="AD" clId="Web-{F85E3FB4-F42A-4DF7-B727-AFCF9D5A9D34}" dt="2020-09-16T06:42:38.159" v="306"/>
        <pc:sldMkLst>
          <pc:docMk/>
          <pc:sldMk cId="3691351291" sldId="268"/>
        </pc:sldMkLst>
        <pc:spChg chg="mod">
          <ac:chgData name="Sondre Grønås" userId="S::sondre.gronas@skole.rogfk.no::eea45410-205b-43ed-aa52-5ea38a0a0a26" providerId="AD" clId="Web-{F85E3FB4-F42A-4DF7-B727-AFCF9D5A9D34}" dt="2020-09-16T06:42:31.487" v="305" actId="1076"/>
          <ac:spMkLst>
            <pc:docMk/>
            <pc:sldMk cId="3691351291" sldId="268"/>
            <ac:spMk id="2" creationId="{0FB9D34A-7679-4EA2-9E1E-7EAEBA82D0C8}"/>
          </ac:spMkLst>
        </pc:spChg>
      </pc:sldChg>
      <pc:sldChg chg="addSp delSp modSp">
        <pc:chgData name="Sondre Grønås" userId="S::sondre.gronas@skole.rogfk.no::eea45410-205b-43ed-aa52-5ea38a0a0a26" providerId="AD" clId="Web-{F85E3FB4-F42A-4DF7-B727-AFCF9D5A9D34}" dt="2020-09-16T06:43:47.347" v="396" actId="20577"/>
        <pc:sldMkLst>
          <pc:docMk/>
          <pc:sldMk cId="2627020013" sldId="270"/>
        </pc:sldMkLst>
        <pc:spChg chg="add mod">
          <ac:chgData name="Sondre Grønås" userId="S::sondre.gronas@skole.rogfk.no::eea45410-205b-43ed-aa52-5ea38a0a0a26" providerId="AD" clId="Web-{F85E3FB4-F42A-4DF7-B727-AFCF9D5A9D34}" dt="2020-09-16T06:43:47.347" v="396" actId="20577"/>
          <ac:spMkLst>
            <pc:docMk/>
            <pc:sldMk cId="2627020013" sldId="270"/>
            <ac:spMk id="2" creationId="{59F362C0-5513-4E4B-A516-820BB8A17876}"/>
          </ac:spMkLst>
        </pc:spChg>
        <pc:spChg chg="add mod">
          <ac:chgData name="Sondre Grønås" userId="S::sondre.gronas@skole.rogfk.no::eea45410-205b-43ed-aa52-5ea38a0a0a26" providerId="AD" clId="Web-{F85E3FB4-F42A-4DF7-B727-AFCF9D5A9D34}" dt="2020-09-16T06:43:37.519" v="381" actId="20577"/>
          <ac:spMkLst>
            <pc:docMk/>
            <pc:sldMk cId="2627020013" sldId="270"/>
            <ac:spMk id="3" creationId="{43C6FAF3-FF44-4F54-9DC3-11F7EEA4F856}"/>
          </ac:spMkLst>
        </pc:spChg>
        <pc:spChg chg="del">
          <ac:chgData name="Sondre Grønås" userId="S::sondre.gronas@skole.rogfk.no::eea45410-205b-43ed-aa52-5ea38a0a0a26" providerId="AD" clId="Web-{F85E3FB4-F42A-4DF7-B727-AFCF9D5A9D34}" dt="2020-09-16T06:43:14.784" v="371"/>
          <ac:spMkLst>
            <pc:docMk/>
            <pc:sldMk cId="2627020013" sldId="270"/>
            <ac:spMk id="6" creationId="{0E99ED6D-365F-4CAE-942F-ECA78F74BD7F}"/>
          </ac:spMkLst>
        </pc:spChg>
        <pc:spChg chg="del">
          <ac:chgData name="Sondre Grønås" userId="S::sondre.gronas@skole.rogfk.no::eea45410-205b-43ed-aa52-5ea38a0a0a26" providerId="AD" clId="Web-{F85E3FB4-F42A-4DF7-B727-AFCF9D5A9D34}" dt="2020-09-16T06:43:14.784" v="371"/>
          <ac:spMkLst>
            <pc:docMk/>
            <pc:sldMk cId="2627020013" sldId="270"/>
            <ac:spMk id="7" creationId="{CD0FF873-0D97-4AE7-A97E-539910376DCF}"/>
          </ac:spMkLst>
        </pc:spChg>
        <pc:spChg chg="del">
          <ac:chgData name="Sondre Grønås" userId="S::sondre.gronas@skole.rogfk.no::eea45410-205b-43ed-aa52-5ea38a0a0a26" providerId="AD" clId="Web-{F85E3FB4-F42A-4DF7-B727-AFCF9D5A9D34}" dt="2020-09-16T06:43:12.096" v="370"/>
          <ac:spMkLst>
            <pc:docMk/>
            <pc:sldMk cId="2627020013" sldId="270"/>
            <ac:spMk id="8" creationId="{8C9E974A-CCBA-45D7-84A5-69171B0B8E35}"/>
          </ac:spMkLst>
        </pc:spChg>
        <pc:spChg chg="add">
          <ac:chgData name="Sondre Grønås" userId="S::sondre.gronas@skole.rogfk.no::eea45410-205b-43ed-aa52-5ea38a0a0a26" providerId="AD" clId="Web-{F85E3FB4-F42A-4DF7-B727-AFCF9D5A9D34}" dt="2020-09-16T06:43:14.784" v="371"/>
          <ac:spMkLst>
            <pc:docMk/>
            <pc:sldMk cId="2627020013" sldId="270"/>
            <ac:spMk id="12" creationId="{5D5E0904-721C-4D68-9EB8-1C9752E329A7}"/>
          </ac:spMkLst>
        </pc:spChg>
        <pc:spChg chg="add">
          <ac:chgData name="Sondre Grønås" userId="S::sondre.gronas@skole.rogfk.no::eea45410-205b-43ed-aa52-5ea38a0a0a26" providerId="AD" clId="Web-{F85E3FB4-F42A-4DF7-B727-AFCF9D5A9D34}" dt="2020-09-16T06:43:14.784" v="371"/>
          <ac:spMkLst>
            <pc:docMk/>
            <pc:sldMk cId="2627020013" sldId="270"/>
            <ac:spMk id="14" creationId="{D0CDF5D3-7220-42A0-9D37-ECF3BF283B37}"/>
          </ac:spMkLst>
        </pc:spChg>
        <pc:spChg chg="add">
          <ac:chgData name="Sondre Grønås" userId="S::sondre.gronas@skole.rogfk.no::eea45410-205b-43ed-aa52-5ea38a0a0a26" providerId="AD" clId="Web-{F85E3FB4-F42A-4DF7-B727-AFCF9D5A9D34}" dt="2020-09-16T06:43:14.784" v="371"/>
          <ac:spMkLst>
            <pc:docMk/>
            <pc:sldMk cId="2627020013" sldId="270"/>
            <ac:spMk id="16" creationId="{64BC717F-58B3-4A4E-BC3B-1B11323AD5C9}"/>
          </ac:spMkLst>
        </pc:spChg>
        <pc:spChg chg="add">
          <ac:chgData name="Sondre Grønås" userId="S::sondre.gronas@skole.rogfk.no::eea45410-205b-43ed-aa52-5ea38a0a0a26" providerId="AD" clId="Web-{F85E3FB4-F42A-4DF7-B727-AFCF9D5A9D34}" dt="2020-09-16T06:43:14.784" v="371"/>
          <ac:spMkLst>
            <pc:docMk/>
            <pc:sldMk cId="2627020013" sldId="270"/>
            <ac:spMk id="18" creationId="{1EE75710-64C5-4CA8-8A7C-82EE4125C90D}"/>
          </ac:spMkLst>
        </pc:spChg>
        <pc:spChg chg="add">
          <ac:chgData name="Sondre Grønås" userId="S::sondre.gronas@skole.rogfk.no::eea45410-205b-43ed-aa52-5ea38a0a0a26" providerId="AD" clId="Web-{F85E3FB4-F42A-4DF7-B727-AFCF9D5A9D34}" dt="2020-09-16T06:43:14.784" v="371"/>
          <ac:spMkLst>
            <pc:docMk/>
            <pc:sldMk cId="2627020013" sldId="270"/>
            <ac:spMk id="20" creationId="{435050B1-74E1-4A81-923D-0F5971A3BC01}"/>
          </ac:spMkLst>
        </pc:spChg>
        <pc:picChg chg="mod ord">
          <ac:chgData name="Sondre Grønås" userId="S::sondre.gronas@skole.rogfk.no::eea45410-205b-43ed-aa52-5ea38a0a0a26" providerId="AD" clId="Web-{F85E3FB4-F42A-4DF7-B727-AFCF9D5A9D34}" dt="2020-09-16T06:43:14.784" v="371"/>
          <ac:picMkLst>
            <pc:docMk/>
            <pc:sldMk cId="2627020013" sldId="270"/>
            <ac:picMk id="4" creationId="{B3B9DA3D-2C53-414D-8422-9446D2EB5171}"/>
          </ac:picMkLst>
        </pc:picChg>
      </pc:sldChg>
      <pc:sldChg chg="addSp delSp modSp mod setBg setClrOvrMap">
        <pc:chgData name="Sondre Grønås" userId="S::sondre.gronas@skole.rogfk.no::eea45410-205b-43ed-aa52-5ea38a0a0a26" providerId="AD" clId="Web-{F85E3FB4-F42A-4DF7-B727-AFCF9D5A9D34}" dt="2020-09-16T06:50:48.712" v="590" actId="20577"/>
        <pc:sldMkLst>
          <pc:docMk/>
          <pc:sldMk cId="3839637651" sldId="271"/>
        </pc:sldMkLst>
        <pc:spChg chg="mod">
          <ac:chgData name="Sondre Grønås" userId="S::sondre.gronas@skole.rogfk.no::eea45410-205b-43ed-aa52-5ea38a0a0a26" providerId="AD" clId="Web-{F85E3FB4-F42A-4DF7-B727-AFCF9D5A9D34}" dt="2020-09-16T06:50:25.836" v="581"/>
          <ac:spMkLst>
            <pc:docMk/>
            <pc:sldMk cId="3839637651" sldId="271"/>
            <ac:spMk id="2" creationId="{D3987EE8-549E-47C8-9C8C-EC74F923621B}"/>
          </ac:spMkLst>
        </pc:spChg>
        <pc:spChg chg="mod">
          <ac:chgData name="Sondre Grønås" userId="S::sondre.gronas@skole.rogfk.no::eea45410-205b-43ed-aa52-5ea38a0a0a26" providerId="AD" clId="Web-{F85E3FB4-F42A-4DF7-B727-AFCF9D5A9D34}" dt="2020-09-16T06:50:48.712" v="590" actId="20577"/>
          <ac:spMkLst>
            <pc:docMk/>
            <pc:sldMk cId="3839637651" sldId="271"/>
            <ac:spMk id="3" creationId="{16A53F0A-8599-4A5A-8525-FF29DD9B2807}"/>
          </ac:spMkLst>
        </pc:spChg>
        <pc:spChg chg="add del">
          <ac:chgData name="Sondre Grønås" userId="S::sondre.gronas@skole.rogfk.no::eea45410-205b-43ed-aa52-5ea38a0a0a26" providerId="AD" clId="Web-{F85E3FB4-F42A-4DF7-B727-AFCF9D5A9D34}" dt="2020-09-16T06:50:32.571" v="582"/>
          <ac:spMkLst>
            <pc:docMk/>
            <pc:sldMk cId="3839637651" sldId="271"/>
            <ac:spMk id="8" creationId="{D857F84B-F990-4F33-B2F0-F2BE21985A36}"/>
          </ac:spMkLst>
        </pc:spChg>
        <pc:spChg chg="add del">
          <ac:chgData name="Sondre Grønås" userId="S::sondre.gronas@skole.rogfk.no::eea45410-205b-43ed-aa52-5ea38a0a0a26" providerId="AD" clId="Web-{F85E3FB4-F42A-4DF7-B727-AFCF9D5A9D34}" dt="2020-09-16T06:50:32.571" v="582"/>
          <ac:spMkLst>
            <pc:docMk/>
            <pc:sldMk cId="3839637651" sldId="271"/>
            <ac:spMk id="10" creationId="{BDC9F4B3-E048-4DF2-8375-37385E2245F7}"/>
          </ac:spMkLst>
        </pc:spChg>
        <pc:spChg chg="add del">
          <ac:chgData name="Sondre Grønås" userId="S::sondre.gronas@skole.rogfk.no::eea45410-205b-43ed-aa52-5ea38a0a0a26" providerId="AD" clId="Web-{F85E3FB4-F42A-4DF7-B727-AFCF9D5A9D34}" dt="2020-09-16T06:50:32.571" v="582"/>
          <ac:spMkLst>
            <pc:docMk/>
            <pc:sldMk cId="3839637651" sldId="271"/>
            <ac:spMk id="12" creationId="{2A7B0992-8632-4B33-A492-ACB46559762E}"/>
          </ac:spMkLst>
        </pc:spChg>
        <pc:spChg chg="add">
          <ac:chgData name="Sondre Grønås" userId="S::sondre.gronas@skole.rogfk.no::eea45410-205b-43ed-aa52-5ea38a0a0a26" providerId="AD" clId="Web-{F85E3FB4-F42A-4DF7-B727-AFCF9D5A9D34}" dt="2020-09-16T06:50:32.571" v="582"/>
          <ac:spMkLst>
            <pc:docMk/>
            <pc:sldMk cId="3839637651" sldId="271"/>
            <ac:spMk id="17" creationId="{98FE4190-99F9-4742-A0E8-6DCDC4924EFA}"/>
          </ac:spMkLst>
        </pc:spChg>
        <pc:spChg chg="add">
          <ac:chgData name="Sondre Grønås" userId="S::sondre.gronas@skole.rogfk.no::eea45410-205b-43ed-aa52-5ea38a0a0a26" providerId="AD" clId="Web-{F85E3FB4-F42A-4DF7-B727-AFCF9D5A9D34}" dt="2020-09-16T06:50:32.571" v="582"/>
          <ac:spMkLst>
            <pc:docMk/>
            <pc:sldMk cId="3839637651" sldId="271"/>
            <ac:spMk id="19" creationId="{BDC9F4B3-E048-4DF2-8375-37385E2245F7}"/>
          </ac:spMkLst>
        </pc:spChg>
        <pc:spChg chg="add">
          <ac:chgData name="Sondre Grønås" userId="S::sondre.gronas@skole.rogfk.no::eea45410-205b-43ed-aa52-5ea38a0a0a26" providerId="AD" clId="Web-{F85E3FB4-F42A-4DF7-B727-AFCF9D5A9D34}" dt="2020-09-16T06:50:32.571" v="582"/>
          <ac:spMkLst>
            <pc:docMk/>
            <pc:sldMk cId="3839637651" sldId="271"/>
            <ac:spMk id="21" creationId="{2A7B0992-8632-4B33-A492-ACB46559762E}"/>
          </ac:spMkLst>
        </pc:spChg>
      </pc:sldChg>
      <pc:sldChg chg="del">
        <pc:chgData name="Sondre Grønås" userId="S::sondre.gronas@skole.rogfk.no::eea45410-205b-43ed-aa52-5ea38a0a0a26" providerId="AD" clId="Web-{F85E3FB4-F42A-4DF7-B727-AFCF9D5A9D34}" dt="2020-09-16T06:45:59.849" v="398"/>
        <pc:sldMkLst>
          <pc:docMk/>
          <pc:sldMk cId="470125117" sldId="272"/>
        </pc:sldMkLst>
      </pc:sldChg>
      <pc:sldChg chg="del">
        <pc:chgData name="Sondre Grønås" userId="S::sondre.gronas@skole.rogfk.no::eea45410-205b-43ed-aa52-5ea38a0a0a26" providerId="AD" clId="Web-{F85E3FB4-F42A-4DF7-B727-AFCF9D5A9D34}" dt="2020-09-16T06:14:48.184" v="162"/>
        <pc:sldMkLst>
          <pc:docMk/>
          <pc:sldMk cId="1713593186" sldId="273"/>
        </pc:sldMkLst>
      </pc:sldChg>
      <pc:sldChg chg="addSp delSp modSp mod setBg">
        <pc:chgData name="Sondre Grønås" userId="S::sondre.gronas@skole.rogfk.no::eea45410-205b-43ed-aa52-5ea38a0a0a26" providerId="AD" clId="Web-{F85E3FB4-F42A-4DF7-B727-AFCF9D5A9D34}" dt="2020-09-16T06:14:37.074" v="161" actId="20577"/>
        <pc:sldMkLst>
          <pc:docMk/>
          <pc:sldMk cId="4089449272" sldId="274"/>
        </pc:sldMkLst>
        <pc:spChg chg="mod">
          <ac:chgData name="Sondre Grønås" userId="S::sondre.gronas@skole.rogfk.no::eea45410-205b-43ed-aa52-5ea38a0a0a26" providerId="AD" clId="Web-{F85E3FB4-F42A-4DF7-B727-AFCF9D5A9D34}" dt="2020-09-16T06:13:59.089" v="153"/>
          <ac:spMkLst>
            <pc:docMk/>
            <pc:sldMk cId="4089449272" sldId="274"/>
            <ac:spMk id="2" creationId="{73C9AEA5-C704-476A-B034-EA6634512B77}"/>
          </ac:spMkLst>
        </pc:spChg>
        <pc:spChg chg="del mod">
          <ac:chgData name="Sondre Grønås" userId="S::sondre.gronas@skole.rogfk.no::eea45410-205b-43ed-aa52-5ea38a0a0a26" providerId="AD" clId="Web-{F85E3FB4-F42A-4DF7-B727-AFCF9D5A9D34}" dt="2020-09-16T06:13:59.089" v="153"/>
          <ac:spMkLst>
            <pc:docMk/>
            <pc:sldMk cId="4089449272" sldId="274"/>
            <ac:spMk id="3" creationId="{100700D6-6FAF-494E-9D2C-C948AF096E1F}"/>
          </ac:spMkLst>
        </pc:spChg>
        <pc:spChg chg="add del">
          <ac:chgData name="Sondre Grønås" userId="S::sondre.gronas@skole.rogfk.no::eea45410-205b-43ed-aa52-5ea38a0a0a26" providerId="AD" clId="Web-{F85E3FB4-F42A-4DF7-B727-AFCF9D5A9D34}" dt="2020-09-16T06:14:20.605" v="154"/>
          <ac:spMkLst>
            <pc:docMk/>
            <pc:sldMk cId="4089449272" sldId="274"/>
            <ac:spMk id="9" creationId="{876248C8-0720-48AB-91BA-5F530BB41E5E}"/>
          </ac:spMkLst>
        </pc:spChg>
        <pc:spChg chg="add del">
          <ac:chgData name="Sondre Grønås" userId="S::sondre.gronas@skole.rogfk.no::eea45410-205b-43ed-aa52-5ea38a0a0a26" providerId="AD" clId="Web-{F85E3FB4-F42A-4DF7-B727-AFCF9D5A9D34}" dt="2020-09-16T06:14:20.605" v="154"/>
          <ac:spMkLst>
            <pc:docMk/>
            <pc:sldMk cId="4089449272" sldId="274"/>
            <ac:spMk id="11" creationId="{523BEDA7-D0B8-4802-8168-92452653BC9F}"/>
          </ac:spMkLst>
        </pc:spChg>
        <pc:spChg chg="add del">
          <ac:chgData name="Sondre Grønås" userId="S::sondre.gronas@skole.rogfk.no::eea45410-205b-43ed-aa52-5ea38a0a0a26" providerId="AD" clId="Web-{F85E3FB4-F42A-4DF7-B727-AFCF9D5A9D34}" dt="2020-09-16T06:14:20.605" v="154"/>
          <ac:spMkLst>
            <pc:docMk/>
            <pc:sldMk cId="4089449272" sldId="274"/>
            <ac:spMk id="13" creationId="{D2EFF34B-7B1A-4F9D-8CEE-A40962BC7C21}"/>
          </ac:spMkLst>
        </pc:spChg>
        <pc:spChg chg="add">
          <ac:chgData name="Sondre Grønås" userId="S::sondre.gronas@skole.rogfk.no::eea45410-205b-43ed-aa52-5ea38a0a0a26" providerId="AD" clId="Web-{F85E3FB4-F42A-4DF7-B727-AFCF9D5A9D34}" dt="2020-09-16T06:14:20.605" v="154"/>
          <ac:spMkLst>
            <pc:docMk/>
            <pc:sldMk cId="4089449272" sldId="274"/>
            <ac:spMk id="18" creationId="{876248C8-0720-48AB-91BA-5F530BB41E5E}"/>
          </ac:spMkLst>
        </pc:spChg>
        <pc:spChg chg="add">
          <ac:chgData name="Sondre Grønås" userId="S::sondre.gronas@skole.rogfk.no::eea45410-205b-43ed-aa52-5ea38a0a0a26" providerId="AD" clId="Web-{F85E3FB4-F42A-4DF7-B727-AFCF9D5A9D34}" dt="2020-09-16T06:14:20.605" v="154"/>
          <ac:spMkLst>
            <pc:docMk/>
            <pc:sldMk cId="4089449272" sldId="274"/>
            <ac:spMk id="20" creationId="{523BEDA7-D0B8-4802-8168-92452653BC9F}"/>
          </ac:spMkLst>
        </pc:spChg>
        <pc:spChg chg="add">
          <ac:chgData name="Sondre Grønås" userId="S::sondre.gronas@skole.rogfk.no::eea45410-205b-43ed-aa52-5ea38a0a0a26" providerId="AD" clId="Web-{F85E3FB4-F42A-4DF7-B727-AFCF9D5A9D34}" dt="2020-09-16T06:14:20.605" v="154"/>
          <ac:spMkLst>
            <pc:docMk/>
            <pc:sldMk cId="4089449272" sldId="274"/>
            <ac:spMk id="22" creationId="{D2EFF34B-7B1A-4F9D-8CEE-A40962BC7C21}"/>
          </ac:spMkLst>
        </pc:spChg>
        <pc:graphicFrameChg chg="add mod modGraphic">
          <ac:chgData name="Sondre Grønås" userId="S::sondre.gronas@skole.rogfk.no::eea45410-205b-43ed-aa52-5ea38a0a0a26" providerId="AD" clId="Web-{F85E3FB4-F42A-4DF7-B727-AFCF9D5A9D34}" dt="2020-09-16T06:14:37.074" v="161" actId="20577"/>
          <ac:graphicFrameMkLst>
            <pc:docMk/>
            <pc:sldMk cId="4089449272" sldId="274"/>
            <ac:graphicFrameMk id="5" creationId="{2582DAE6-5323-4B32-9BFA-ADFFE97A29AC}"/>
          </ac:graphicFrameMkLst>
        </pc:graphicFrameChg>
      </pc:sldChg>
      <pc:sldChg chg="addSp modSp mod setBg setClrOvrMap">
        <pc:chgData name="Sondre Grønås" userId="S::sondre.gronas@skole.rogfk.no::eea45410-205b-43ed-aa52-5ea38a0a0a26" providerId="AD" clId="Web-{F85E3FB4-F42A-4DF7-B727-AFCF9D5A9D34}" dt="2020-09-16T06:40:06.641" v="268" actId="20577"/>
        <pc:sldMkLst>
          <pc:docMk/>
          <pc:sldMk cId="1180882773" sldId="275"/>
        </pc:sldMkLst>
        <pc:spChg chg="mod">
          <ac:chgData name="Sondre Grønås" userId="S::sondre.gronas@skole.rogfk.no::eea45410-205b-43ed-aa52-5ea38a0a0a26" providerId="AD" clId="Web-{F85E3FB4-F42A-4DF7-B727-AFCF9D5A9D34}" dt="2020-09-16T06:09:05.429" v="0"/>
          <ac:spMkLst>
            <pc:docMk/>
            <pc:sldMk cId="1180882773" sldId="275"/>
            <ac:spMk id="2" creationId="{23A432D8-BB73-4136-86E4-5C4ABCC34E9A}"/>
          </ac:spMkLst>
        </pc:spChg>
        <pc:spChg chg="mod">
          <ac:chgData name="Sondre Grønås" userId="S::sondre.gronas@skole.rogfk.no::eea45410-205b-43ed-aa52-5ea38a0a0a26" providerId="AD" clId="Web-{F85E3FB4-F42A-4DF7-B727-AFCF9D5A9D34}" dt="2020-09-16T06:40:06.641" v="268" actId="20577"/>
          <ac:spMkLst>
            <pc:docMk/>
            <pc:sldMk cId="1180882773" sldId="275"/>
            <ac:spMk id="3" creationId="{FAF19E87-E405-4D83-AD5B-BA54EDE7AC41}"/>
          </ac:spMkLst>
        </pc:spChg>
        <pc:spChg chg="add">
          <ac:chgData name="Sondre Grønås" userId="S::sondre.gronas@skole.rogfk.no::eea45410-205b-43ed-aa52-5ea38a0a0a26" providerId="AD" clId="Web-{F85E3FB4-F42A-4DF7-B727-AFCF9D5A9D34}" dt="2020-09-16T06:09:05.429" v="0"/>
          <ac:spMkLst>
            <pc:docMk/>
            <pc:sldMk cId="1180882773" sldId="275"/>
            <ac:spMk id="8" creationId="{98FE4190-99F9-4742-A0E8-6DCDC4924EFA}"/>
          </ac:spMkLst>
        </pc:spChg>
        <pc:spChg chg="add">
          <ac:chgData name="Sondre Grønås" userId="S::sondre.gronas@skole.rogfk.no::eea45410-205b-43ed-aa52-5ea38a0a0a26" providerId="AD" clId="Web-{F85E3FB4-F42A-4DF7-B727-AFCF9D5A9D34}" dt="2020-09-16T06:09:05.429" v="0"/>
          <ac:spMkLst>
            <pc:docMk/>
            <pc:sldMk cId="1180882773" sldId="275"/>
            <ac:spMk id="10" creationId="{BDC9F4B3-E048-4DF2-8375-37385E2245F7}"/>
          </ac:spMkLst>
        </pc:spChg>
        <pc:spChg chg="add">
          <ac:chgData name="Sondre Grønås" userId="S::sondre.gronas@skole.rogfk.no::eea45410-205b-43ed-aa52-5ea38a0a0a26" providerId="AD" clId="Web-{F85E3FB4-F42A-4DF7-B727-AFCF9D5A9D34}" dt="2020-09-16T06:09:05.429" v="0"/>
          <ac:spMkLst>
            <pc:docMk/>
            <pc:sldMk cId="1180882773" sldId="275"/>
            <ac:spMk id="12" creationId="{2A7B0992-8632-4B33-A492-ACB46559762E}"/>
          </ac:spMkLst>
        </pc:spChg>
      </pc:sldChg>
      <pc:sldChg chg="addSp delSp modSp new mod setBg">
        <pc:chgData name="Sondre Grønås" userId="S::sondre.gronas@skole.rogfk.no::eea45410-205b-43ed-aa52-5ea38a0a0a26" providerId="AD" clId="Web-{F85E3FB4-F42A-4DF7-B727-AFCF9D5A9D34}" dt="2020-09-16T06:10:09.758" v="7"/>
        <pc:sldMkLst>
          <pc:docMk/>
          <pc:sldMk cId="3232844061" sldId="277"/>
        </pc:sldMkLst>
        <pc:spChg chg="del">
          <ac:chgData name="Sondre Grønås" userId="S::sondre.gronas@skole.rogfk.no::eea45410-205b-43ed-aa52-5ea38a0a0a26" providerId="AD" clId="Web-{F85E3FB4-F42A-4DF7-B727-AFCF9D5A9D34}" dt="2020-09-16T06:10:01.727" v="3"/>
          <ac:spMkLst>
            <pc:docMk/>
            <pc:sldMk cId="3232844061" sldId="277"/>
            <ac:spMk id="2" creationId="{86E2956F-A67D-48E8-8D1A-E454C8FC9F53}"/>
          </ac:spMkLst>
        </pc:spChg>
        <pc:spChg chg="del">
          <ac:chgData name="Sondre Grønås" userId="S::sondre.gronas@skole.rogfk.no::eea45410-205b-43ed-aa52-5ea38a0a0a26" providerId="AD" clId="Web-{F85E3FB4-F42A-4DF7-B727-AFCF9D5A9D34}" dt="2020-09-16T06:09:59.946" v="2"/>
          <ac:spMkLst>
            <pc:docMk/>
            <pc:sldMk cId="3232844061" sldId="277"/>
            <ac:spMk id="3" creationId="{992FB3AC-C347-4729-96B6-727C8EA60137}"/>
          </ac:spMkLst>
        </pc:spChg>
        <pc:spChg chg="add">
          <ac:chgData name="Sondre Grønås" userId="S::sondre.gronas@skole.rogfk.no::eea45410-205b-43ed-aa52-5ea38a0a0a26" providerId="AD" clId="Web-{F85E3FB4-F42A-4DF7-B727-AFCF9D5A9D34}" dt="2020-09-16T06:10:09.758" v="7"/>
          <ac:spMkLst>
            <pc:docMk/>
            <pc:sldMk cId="3232844061" sldId="277"/>
            <ac:spMk id="10" creationId="{489AE6DA-A080-475C-BE02-EF343FBA6E55}"/>
          </ac:spMkLst>
        </pc:spChg>
        <pc:spChg chg="add">
          <ac:chgData name="Sondre Grønås" userId="S::sondre.gronas@skole.rogfk.no::eea45410-205b-43ed-aa52-5ea38a0a0a26" providerId="AD" clId="Web-{F85E3FB4-F42A-4DF7-B727-AFCF9D5A9D34}" dt="2020-09-16T06:10:09.758" v="7"/>
          <ac:spMkLst>
            <pc:docMk/>
            <pc:sldMk cId="3232844061" sldId="277"/>
            <ac:spMk id="12" creationId="{AB33EF95-E91B-40C4-A692-E9106529168C}"/>
          </ac:spMkLst>
        </pc:spChg>
        <pc:spChg chg="add">
          <ac:chgData name="Sondre Grønås" userId="S::sondre.gronas@skole.rogfk.no::eea45410-205b-43ed-aa52-5ea38a0a0a26" providerId="AD" clId="Web-{F85E3FB4-F42A-4DF7-B727-AFCF9D5A9D34}" dt="2020-09-16T06:10:09.758" v="7"/>
          <ac:spMkLst>
            <pc:docMk/>
            <pc:sldMk cId="3232844061" sldId="277"/>
            <ac:spMk id="14" creationId="{953CAC5D-D424-4EE2-A0C2-72ED7A88AA4B}"/>
          </ac:spMkLst>
        </pc:spChg>
        <pc:picChg chg="add mod ord">
          <ac:chgData name="Sondre Grønås" userId="S::sondre.gronas@skole.rogfk.no::eea45410-205b-43ed-aa52-5ea38a0a0a26" providerId="AD" clId="Web-{F85E3FB4-F42A-4DF7-B727-AFCF9D5A9D34}" dt="2020-09-16T06:10:09.758" v="7"/>
          <ac:picMkLst>
            <pc:docMk/>
            <pc:sldMk cId="3232844061" sldId="277"/>
            <ac:picMk id="4" creationId="{B11F73E8-E679-4903-8EEB-279E121A63DB}"/>
          </ac:picMkLst>
        </pc:picChg>
        <pc:picChg chg="add mod">
          <ac:chgData name="Sondre Grønås" userId="S::sondre.gronas@skole.rogfk.no::eea45410-205b-43ed-aa52-5ea38a0a0a26" providerId="AD" clId="Web-{F85E3FB4-F42A-4DF7-B727-AFCF9D5A9D34}" dt="2020-09-16T06:10:09.758" v="7"/>
          <ac:picMkLst>
            <pc:docMk/>
            <pc:sldMk cId="3232844061" sldId="277"/>
            <ac:picMk id="5" creationId="{0C5C6E8C-153B-4473-B6DD-2AB15BCAADB0}"/>
          </ac:picMkLst>
        </pc:picChg>
      </pc:sldChg>
      <pc:sldChg chg="addSp delSp modSp new mod setBg setClrOvrMap">
        <pc:chgData name="Sondre Grønås" userId="S::sondre.gronas@skole.rogfk.no::eea45410-205b-43ed-aa52-5ea38a0a0a26" providerId="AD" clId="Web-{F85E3FB4-F42A-4DF7-B727-AFCF9D5A9D34}" dt="2020-09-16T06:19:05.937" v="198" actId="1076"/>
        <pc:sldMkLst>
          <pc:docMk/>
          <pc:sldMk cId="3978447696" sldId="278"/>
        </pc:sldMkLst>
        <pc:spChg chg="del">
          <ac:chgData name="Sondre Grønås" userId="S::sondre.gronas@skole.rogfk.no::eea45410-205b-43ed-aa52-5ea38a0a0a26" providerId="AD" clId="Web-{F85E3FB4-F42A-4DF7-B727-AFCF9D5A9D34}" dt="2020-09-16T06:18:47.656" v="184"/>
          <ac:spMkLst>
            <pc:docMk/>
            <pc:sldMk cId="3978447696" sldId="278"/>
            <ac:spMk id="2" creationId="{C6FD8EBE-8701-4A3B-8D22-E53455994E76}"/>
          </ac:spMkLst>
        </pc:spChg>
        <pc:spChg chg="del">
          <ac:chgData name="Sondre Grønås" userId="S::sondre.gronas@skole.rogfk.no::eea45410-205b-43ed-aa52-5ea38a0a0a26" providerId="AD" clId="Web-{F85E3FB4-F42A-4DF7-B727-AFCF9D5A9D34}" dt="2020-09-16T06:18:45.593" v="183"/>
          <ac:spMkLst>
            <pc:docMk/>
            <pc:sldMk cId="3978447696" sldId="278"/>
            <ac:spMk id="3" creationId="{610AEE8E-B12B-409A-9BD5-589F36542761}"/>
          </ac:spMkLst>
        </pc:spChg>
        <pc:spChg chg="add del mod">
          <ac:chgData name="Sondre Grønås" userId="S::sondre.gronas@skole.rogfk.no::eea45410-205b-43ed-aa52-5ea38a0a0a26" providerId="AD" clId="Web-{F85E3FB4-F42A-4DF7-B727-AFCF9D5A9D34}" dt="2020-09-16T06:18:32.280" v="182"/>
          <ac:spMkLst>
            <pc:docMk/>
            <pc:sldMk cId="3978447696" sldId="278"/>
            <ac:spMk id="4" creationId="{8F543EB8-B0FA-4AE6-A83A-CD769BAC394A}"/>
          </ac:spMkLst>
        </pc:spChg>
        <pc:spChg chg="add mod">
          <ac:chgData name="Sondre Grønås" userId="S::sondre.gronas@skole.rogfk.no::eea45410-205b-43ed-aa52-5ea38a0a0a26" providerId="AD" clId="Web-{F85E3FB4-F42A-4DF7-B727-AFCF9D5A9D34}" dt="2020-09-16T06:19:05.937" v="198" actId="1076"/>
          <ac:spMkLst>
            <pc:docMk/>
            <pc:sldMk cId="3978447696" sldId="278"/>
            <ac:spMk id="6" creationId="{D2E6DB46-B37B-41DB-8690-87614B333C44}"/>
          </ac:spMkLst>
        </pc:spChg>
        <pc:spChg chg="add">
          <ac:chgData name="Sondre Grønås" userId="S::sondre.gronas@skole.rogfk.no::eea45410-205b-43ed-aa52-5ea38a0a0a26" providerId="AD" clId="Web-{F85E3FB4-F42A-4DF7-B727-AFCF9D5A9D34}" dt="2020-09-16T06:18:50.218" v="185"/>
          <ac:spMkLst>
            <pc:docMk/>
            <pc:sldMk cId="3978447696" sldId="278"/>
            <ac:spMk id="10" creationId="{0E99ED6D-365F-4CAE-942F-ECA78F74BD7F}"/>
          </ac:spMkLst>
        </pc:spChg>
        <pc:spChg chg="add">
          <ac:chgData name="Sondre Grønås" userId="S::sondre.gronas@skole.rogfk.no::eea45410-205b-43ed-aa52-5ea38a0a0a26" providerId="AD" clId="Web-{F85E3FB4-F42A-4DF7-B727-AFCF9D5A9D34}" dt="2020-09-16T06:18:50.218" v="185"/>
          <ac:spMkLst>
            <pc:docMk/>
            <pc:sldMk cId="3978447696" sldId="278"/>
            <ac:spMk id="12" creationId="{9B0F74F9-E373-4883-A533-C80C53DE6DE0}"/>
          </ac:spMkLst>
        </pc:spChg>
        <pc:spChg chg="add">
          <ac:chgData name="Sondre Grønås" userId="S::sondre.gronas@skole.rogfk.no::eea45410-205b-43ed-aa52-5ea38a0a0a26" providerId="AD" clId="Web-{F85E3FB4-F42A-4DF7-B727-AFCF9D5A9D34}" dt="2020-09-16T06:18:50.218" v="185"/>
          <ac:spMkLst>
            <pc:docMk/>
            <pc:sldMk cId="3978447696" sldId="278"/>
            <ac:spMk id="14" creationId="{4765FFFB-1163-4DA7-83B0-B8677ABBC6FF}"/>
          </ac:spMkLst>
        </pc:spChg>
        <pc:spChg chg="add">
          <ac:chgData name="Sondre Grønås" userId="S::sondre.gronas@skole.rogfk.no::eea45410-205b-43ed-aa52-5ea38a0a0a26" providerId="AD" clId="Web-{F85E3FB4-F42A-4DF7-B727-AFCF9D5A9D34}" dt="2020-09-16T06:18:50.218" v="185"/>
          <ac:spMkLst>
            <pc:docMk/>
            <pc:sldMk cId="3978447696" sldId="278"/>
            <ac:spMk id="16" creationId="{EC117A05-2F4F-4370-A926-6191A5C3DCD1}"/>
          </ac:spMkLst>
        </pc:spChg>
        <pc:picChg chg="add mod ord">
          <ac:chgData name="Sondre Grønås" userId="S::sondre.gronas@skole.rogfk.no::eea45410-205b-43ed-aa52-5ea38a0a0a26" providerId="AD" clId="Web-{F85E3FB4-F42A-4DF7-B727-AFCF9D5A9D34}" dt="2020-09-16T06:18:50.218" v="185"/>
          <ac:picMkLst>
            <pc:docMk/>
            <pc:sldMk cId="3978447696" sldId="278"/>
            <ac:picMk id="5" creationId="{666B62CD-03EA-4BC8-AFE4-A199B20BB769}"/>
          </ac:picMkLst>
        </pc:picChg>
      </pc:sldChg>
      <pc:sldChg chg="addSp delSp modSp new mod setBg setClrOvrMap">
        <pc:chgData name="Sondre Grønås" userId="S::sondre.gronas@skole.rogfk.no::eea45410-205b-43ed-aa52-5ea38a0a0a26" providerId="AD" clId="Web-{F85E3FB4-F42A-4DF7-B727-AFCF9D5A9D34}" dt="2020-09-16T06:28:33.148" v="217" actId="20577"/>
        <pc:sldMkLst>
          <pc:docMk/>
          <pc:sldMk cId="2365308436" sldId="279"/>
        </pc:sldMkLst>
        <pc:spChg chg="del">
          <ac:chgData name="Sondre Grønås" userId="S::sondre.gronas@skole.rogfk.no::eea45410-205b-43ed-aa52-5ea38a0a0a26" providerId="AD" clId="Web-{F85E3FB4-F42A-4DF7-B727-AFCF9D5A9D34}" dt="2020-09-16T06:28:01.241" v="201"/>
          <ac:spMkLst>
            <pc:docMk/>
            <pc:sldMk cId="2365308436" sldId="279"/>
            <ac:spMk id="2" creationId="{EB33C2AF-849B-4F22-86DA-357610EE29FB}"/>
          </ac:spMkLst>
        </pc:spChg>
        <pc:spChg chg="del">
          <ac:chgData name="Sondre Grønås" userId="S::sondre.gronas@skole.rogfk.no::eea45410-205b-43ed-aa52-5ea38a0a0a26" providerId="AD" clId="Web-{F85E3FB4-F42A-4DF7-B727-AFCF9D5A9D34}" dt="2020-09-16T06:27:59.991" v="200"/>
          <ac:spMkLst>
            <pc:docMk/>
            <pc:sldMk cId="2365308436" sldId="279"/>
            <ac:spMk id="3" creationId="{378421A3-5966-43BB-AC0D-BB3A54C9E0F7}"/>
          </ac:spMkLst>
        </pc:spChg>
        <pc:spChg chg="add mod">
          <ac:chgData name="Sondre Grønås" userId="S::sondre.gronas@skole.rogfk.no::eea45410-205b-43ed-aa52-5ea38a0a0a26" providerId="AD" clId="Web-{F85E3FB4-F42A-4DF7-B727-AFCF9D5A9D34}" dt="2020-09-16T06:28:33.148" v="217" actId="20577"/>
          <ac:spMkLst>
            <pc:docMk/>
            <pc:sldMk cId="2365308436" sldId="279"/>
            <ac:spMk id="5" creationId="{3BB5FE27-15A8-469E-B340-E3B1330091B7}"/>
          </ac:spMkLst>
        </pc:spChg>
        <pc:spChg chg="add">
          <ac:chgData name="Sondre Grønås" userId="S::sondre.gronas@skole.rogfk.no::eea45410-205b-43ed-aa52-5ea38a0a0a26" providerId="AD" clId="Web-{F85E3FB4-F42A-4DF7-B727-AFCF9D5A9D34}" dt="2020-09-16T06:28:03.850" v="202"/>
          <ac:spMkLst>
            <pc:docMk/>
            <pc:sldMk cId="2365308436" sldId="279"/>
            <ac:spMk id="9" creationId="{0E99ED6D-365F-4CAE-942F-ECA78F74BD7F}"/>
          </ac:spMkLst>
        </pc:spChg>
        <pc:spChg chg="add">
          <ac:chgData name="Sondre Grønås" userId="S::sondre.gronas@skole.rogfk.no::eea45410-205b-43ed-aa52-5ea38a0a0a26" providerId="AD" clId="Web-{F85E3FB4-F42A-4DF7-B727-AFCF9D5A9D34}" dt="2020-09-16T06:28:03.850" v="202"/>
          <ac:spMkLst>
            <pc:docMk/>
            <pc:sldMk cId="2365308436" sldId="279"/>
            <ac:spMk id="11" creationId="{9B0F74F9-E373-4883-A533-C80C53DE6DE0}"/>
          </ac:spMkLst>
        </pc:spChg>
        <pc:spChg chg="add">
          <ac:chgData name="Sondre Grønås" userId="S::sondre.gronas@skole.rogfk.no::eea45410-205b-43ed-aa52-5ea38a0a0a26" providerId="AD" clId="Web-{F85E3FB4-F42A-4DF7-B727-AFCF9D5A9D34}" dt="2020-09-16T06:28:03.850" v="202"/>
          <ac:spMkLst>
            <pc:docMk/>
            <pc:sldMk cId="2365308436" sldId="279"/>
            <ac:spMk id="13" creationId="{4765FFFB-1163-4DA7-83B0-B8677ABBC6FF}"/>
          </ac:spMkLst>
        </pc:spChg>
        <pc:spChg chg="add">
          <ac:chgData name="Sondre Grønås" userId="S::sondre.gronas@skole.rogfk.no::eea45410-205b-43ed-aa52-5ea38a0a0a26" providerId="AD" clId="Web-{F85E3FB4-F42A-4DF7-B727-AFCF9D5A9D34}" dt="2020-09-16T06:28:03.850" v="202"/>
          <ac:spMkLst>
            <pc:docMk/>
            <pc:sldMk cId="2365308436" sldId="279"/>
            <ac:spMk id="15" creationId="{EC117A05-2F4F-4370-A926-6191A5C3DCD1}"/>
          </ac:spMkLst>
        </pc:spChg>
        <pc:picChg chg="add mod ord">
          <ac:chgData name="Sondre Grønås" userId="S::sondre.gronas@skole.rogfk.no::eea45410-205b-43ed-aa52-5ea38a0a0a26" providerId="AD" clId="Web-{F85E3FB4-F42A-4DF7-B727-AFCF9D5A9D34}" dt="2020-09-16T06:28:03.850" v="202"/>
          <ac:picMkLst>
            <pc:docMk/>
            <pc:sldMk cId="2365308436" sldId="279"/>
            <ac:picMk id="4" creationId="{48595591-FD6B-4591-BF18-D1457CEF3351}"/>
          </ac:picMkLst>
        </pc:picChg>
      </pc:sldChg>
      <pc:sldChg chg="addSp delSp modSp new mod setBg">
        <pc:chgData name="Sondre Grønås" userId="S::sondre.gronas@skole.rogfk.no::eea45410-205b-43ed-aa52-5ea38a0a0a26" providerId="AD" clId="Web-{F85E3FB4-F42A-4DF7-B727-AFCF9D5A9D34}" dt="2020-09-16T06:39:24.531" v="258"/>
        <pc:sldMkLst>
          <pc:docMk/>
          <pc:sldMk cId="1614852401" sldId="280"/>
        </pc:sldMkLst>
        <pc:spChg chg="mod">
          <ac:chgData name="Sondre Grønås" userId="S::sondre.gronas@skole.rogfk.no::eea45410-205b-43ed-aa52-5ea38a0a0a26" providerId="AD" clId="Web-{F85E3FB4-F42A-4DF7-B727-AFCF9D5A9D34}" dt="2020-09-16T06:39:24.531" v="258"/>
          <ac:spMkLst>
            <pc:docMk/>
            <pc:sldMk cId="1614852401" sldId="280"/>
            <ac:spMk id="2" creationId="{1D56346C-2DE8-4095-9141-3F4079522C60}"/>
          </ac:spMkLst>
        </pc:spChg>
        <pc:spChg chg="del">
          <ac:chgData name="Sondre Grønås" userId="S::sondre.gronas@skole.rogfk.no::eea45410-205b-43ed-aa52-5ea38a0a0a26" providerId="AD" clId="Web-{F85E3FB4-F42A-4DF7-B727-AFCF9D5A9D34}" dt="2020-09-16T06:29:23.164" v="221"/>
          <ac:spMkLst>
            <pc:docMk/>
            <pc:sldMk cId="1614852401" sldId="280"/>
            <ac:spMk id="3" creationId="{D5AD8BFF-8028-47C4-BA12-34A529B12400}"/>
          </ac:spMkLst>
        </pc:spChg>
        <pc:spChg chg="add del">
          <ac:chgData name="Sondre Grønås" userId="S::sondre.gronas@skole.rogfk.no::eea45410-205b-43ed-aa52-5ea38a0a0a26" providerId="AD" clId="Web-{F85E3FB4-F42A-4DF7-B727-AFCF9D5A9D34}" dt="2020-09-16T06:32:24.041" v="243"/>
          <ac:spMkLst>
            <pc:docMk/>
            <pc:sldMk cId="1614852401" sldId="280"/>
            <ac:spMk id="10" creationId="{323D50B8-1D27-420D-BA4A-249914120C5D}"/>
          </ac:spMkLst>
        </pc:spChg>
        <pc:spChg chg="add del">
          <ac:chgData name="Sondre Grønås" userId="S::sondre.gronas@skole.rogfk.no::eea45410-205b-43ed-aa52-5ea38a0a0a26" providerId="AD" clId="Web-{F85E3FB4-F42A-4DF7-B727-AFCF9D5A9D34}" dt="2020-09-16T06:32:24.041" v="243"/>
          <ac:spMkLst>
            <pc:docMk/>
            <pc:sldMk cId="1614852401" sldId="280"/>
            <ac:spMk id="12" creationId="{2EFBB176-B6C1-4B5A-AADA-F930947E09CC}"/>
          </ac:spMkLst>
        </pc:spChg>
        <pc:spChg chg="add del">
          <ac:chgData name="Sondre Grønås" userId="S::sondre.gronas@skole.rogfk.no::eea45410-205b-43ed-aa52-5ea38a0a0a26" providerId="AD" clId="Web-{F85E3FB4-F42A-4DF7-B727-AFCF9D5A9D34}" dt="2020-09-16T06:32:24.041" v="243"/>
          <ac:spMkLst>
            <pc:docMk/>
            <pc:sldMk cId="1614852401" sldId="280"/>
            <ac:spMk id="14" creationId="{918CDC34-0F26-409D-B10F-578D4DCC46DE}"/>
          </ac:spMkLst>
        </pc:spChg>
        <pc:spChg chg="add del">
          <ac:chgData name="Sondre Grønås" userId="S::sondre.gronas@skole.rogfk.no::eea45410-205b-43ed-aa52-5ea38a0a0a26" providerId="AD" clId="Web-{F85E3FB4-F42A-4DF7-B727-AFCF9D5A9D34}" dt="2020-09-16T06:39:24.531" v="258"/>
          <ac:spMkLst>
            <pc:docMk/>
            <pc:sldMk cId="1614852401" sldId="280"/>
            <ac:spMk id="19" creationId="{323D50B8-1D27-420D-BA4A-249914120C5D}"/>
          </ac:spMkLst>
        </pc:spChg>
        <pc:spChg chg="add del">
          <ac:chgData name="Sondre Grønås" userId="S::sondre.gronas@skole.rogfk.no::eea45410-205b-43ed-aa52-5ea38a0a0a26" providerId="AD" clId="Web-{F85E3FB4-F42A-4DF7-B727-AFCF9D5A9D34}" dt="2020-09-16T06:39:24.531" v="258"/>
          <ac:spMkLst>
            <pc:docMk/>
            <pc:sldMk cId="1614852401" sldId="280"/>
            <ac:spMk id="21" creationId="{2EFBB176-B6C1-4B5A-AADA-F930947E09CC}"/>
          </ac:spMkLst>
        </pc:spChg>
        <pc:spChg chg="add del">
          <ac:chgData name="Sondre Grønås" userId="S::sondre.gronas@skole.rogfk.no::eea45410-205b-43ed-aa52-5ea38a0a0a26" providerId="AD" clId="Web-{F85E3FB4-F42A-4DF7-B727-AFCF9D5A9D34}" dt="2020-09-16T06:39:24.531" v="258"/>
          <ac:spMkLst>
            <pc:docMk/>
            <pc:sldMk cId="1614852401" sldId="280"/>
            <ac:spMk id="23" creationId="{918CDC34-0F26-409D-B10F-578D4DCC46DE}"/>
          </ac:spMkLst>
        </pc:spChg>
        <pc:spChg chg="add">
          <ac:chgData name="Sondre Grønås" userId="S::sondre.gronas@skole.rogfk.no::eea45410-205b-43ed-aa52-5ea38a0a0a26" providerId="AD" clId="Web-{F85E3FB4-F42A-4DF7-B727-AFCF9D5A9D34}" dt="2020-09-16T06:39:24.531" v="258"/>
          <ac:spMkLst>
            <pc:docMk/>
            <pc:sldMk cId="1614852401" sldId="280"/>
            <ac:spMk id="25" creationId="{323D50B8-1D27-420D-BA4A-249914120C5D}"/>
          </ac:spMkLst>
        </pc:spChg>
        <pc:spChg chg="add del">
          <ac:chgData name="Sondre Grønås" userId="S::sondre.gronas@skole.rogfk.no::eea45410-205b-43ed-aa52-5ea38a0a0a26" providerId="AD" clId="Web-{F85E3FB4-F42A-4DF7-B727-AFCF9D5A9D34}" dt="2020-09-16T06:39:24.515" v="257"/>
          <ac:spMkLst>
            <pc:docMk/>
            <pc:sldMk cId="1614852401" sldId="280"/>
            <ac:spMk id="28" creationId="{323D50B8-1D27-420D-BA4A-249914120C5D}"/>
          </ac:spMkLst>
        </pc:spChg>
        <pc:spChg chg="add">
          <ac:chgData name="Sondre Grønås" userId="S::sondre.gronas@skole.rogfk.no::eea45410-205b-43ed-aa52-5ea38a0a0a26" providerId="AD" clId="Web-{F85E3FB4-F42A-4DF7-B727-AFCF9D5A9D34}" dt="2020-09-16T06:39:24.531" v="258"/>
          <ac:spMkLst>
            <pc:docMk/>
            <pc:sldMk cId="1614852401" sldId="280"/>
            <ac:spMk id="30" creationId="{2EFBB176-B6C1-4B5A-AADA-F930947E09CC}"/>
          </ac:spMkLst>
        </pc:spChg>
        <pc:spChg chg="add">
          <ac:chgData name="Sondre Grønås" userId="S::sondre.gronas@skole.rogfk.no::eea45410-205b-43ed-aa52-5ea38a0a0a26" providerId="AD" clId="Web-{F85E3FB4-F42A-4DF7-B727-AFCF9D5A9D34}" dt="2020-09-16T06:39:24.531" v="258"/>
          <ac:spMkLst>
            <pc:docMk/>
            <pc:sldMk cId="1614852401" sldId="280"/>
            <ac:spMk id="32" creationId="{918CDC34-0F26-409D-B10F-578D4DCC46DE}"/>
          </ac:spMkLst>
        </pc:spChg>
        <pc:picChg chg="add mod ord">
          <ac:chgData name="Sondre Grønås" userId="S::sondre.gronas@skole.rogfk.no::eea45410-205b-43ed-aa52-5ea38a0a0a26" providerId="AD" clId="Web-{F85E3FB4-F42A-4DF7-B727-AFCF9D5A9D34}" dt="2020-09-16T06:39:24.515" v="257"/>
          <ac:picMkLst>
            <pc:docMk/>
            <pc:sldMk cId="1614852401" sldId="280"/>
            <ac:picMk id="4" creationId="{87B38968-A9E0-47CC-8D76-5E0D62FD44DD}"/>
          </ac:picMkLst>
        </pc:picChg>
        <pc:picChg chg="add del mod">
          <ac:chgData name="Sondre Grønås" userId="S::sondre.gronas@skole.rogfk.no::eea45410-205b-43ed-aa52-5ea38a0a0a26" providerId="AD" clId="Web-{F85E3FB4-F42A-4DF7-B727-AFCF9D5A9D34}" dt="2020-09-16T06:32:21.447" v="242"/>
          <ac:picMkLst>
            <pc:docMk/>
            <pc:sldMk cId="1614852401" sldId="280"/>
            <ac:picMk id="5" creationId="{7BE01468-09DD-4F2D-BA56-3A4F5C99AA00}"/>
          </ac:picMkLst>
        </pc:picChg>
        <pc:picChg chg="add mod">
          <ac:chgData name="Sondre Grønås" userId="S::sondre.gronas@skole.rogfk.no::eea45410-205b-43ed-aa52-5ea38a0a0a26" providerId="AD" clId="Web-{F85E3FB4-F42A-4DF7-B727-AFCF9D5A9D34}" dt="2020-09-16T06:39:24.515" v="257"/>
          <ac:picMkLst>
            <pc:docMk/>
            <pc:sldMk cId="1614852401" sldId="280"/>
            <ac:picMk id="6" creationId="{E0D57536-A2C9-43F2-85DE-35DA13E8FE74}"/>
          </ac:picMkLst>
        </pc:picChg>
      </pc:sldChg>
    </pc:docChg>
  </pc:docChgLst>
  <pc:docChgLst>
    <pc:chgData name="Sondre Grønås" userId="S::sondre.gronas@skole.rogfk.no::eea45410-205b-43ed-aa52-5ea38a0a0a26" providerId="AD" clId="Web-{F6F40C72-FDEE-4373-9E3D-8AFA127E5729}"/>
    <pc:docChg chg="delSld modSld">
      <pc:chgData name="Sondre Grønås" userId="S::sondre.gronas@skole.rogfk.no::eea45410-205b-43ed-aa52-5ea38a0a0a26" providerId="AD" clId="Web-{F6F40C72-FDEE-4373-9E3D-8AFA127E5729}" dt="2021-09-03T07:18:22.694" v="8" actId="20577"/>
      <pc:docMkLst>
        <pc:docMk/>
      </pc:docMkLst>
      <pc:sldChg chg="modSp">
        <pc:chgData name="Sondre Grønås" userId="S::sondre.gronas@skole.rogfk.no::eea45410-205b-43ed-aa52-5ea38a0a0a26" providerId="AD" clId="Web-{F6F40C72-FDEE-4373-9E3D-8AFA127E5729}" dt="2021-09-03T07:18:12.303" v="5" actId="20577"/>
        <pc:sldMkLst>
          <pc:docMk/>
          <pc:sldMk cId="691971142" sldId="269"/>
        </pc:sldMkLst>
        <pc:spChg chg="mod">
          <ac:chgData name="Sondre Grønås" userId="S::sondre.gronas@skole.rogfk.no::eea45410-205b-43ed-aa52-5ea38a0a0a26" providerId="AD" clId="Web-{F6F40C72-FDEE-4373-9E3D-8AFA127E5729}" dt="2021-09-03T07:18:12.303" v="5" actId="20577"/>
          <ac:spMkLst>
            <pc:docMk/>
            <pc:sldMk cId="691971142" sldId="269"/>
            <ac:spMk id="3" creationId="{FDBB1EB1-C521-4A03-9EC6-7B9D6FBB7139}"/>
          </ac:spMkLst>
        </pc:spChg>
      </pc:sldChg>
      <pc:sldChg chg="modSp">
        <pc:chgData name="Sondre Grønås" userId="S::sondre.gronas@skole.rogfk.no::eea45410-205b-43ed-aa52-5ea38a0a0a26" providerId="AD" clId="Web-{F6F40C72-FDEE-4373-9E3D-8AFA127E5729}" dt="2021-09-03T07:18:22.694" v="8" actId="20577"/>
        <pc:sldMkLst>
          <pc:docMk/>
          <pc:sldMk cId="3839637651" sldId="271"/>
        </pc:sldMkLst>
        <pc:spChg chg="mod">
          <ac:chgData name="Sondre Grønås" userId="S::sondre.gronas@skole.rogfk.no::eea45410-205b-43ed-aa52-5ea38a0a0a26" providerId="AD" clId="Web-{F6F40C72-FDEE-4373-9E3D-8AFA127E5729}" dt="2021-09-03T07:18:22.694" v="8" actId="20577"/>
          <ac:spMkLst>
            <pc:docMk/>
            <pc:sldMk cId="3839637651" sldId="271"/>
            <ac:spMk id="3" creationId="{16A53F0A-8599-4A5A-8525-FF29DD9B2807}"/>
          </ac:spMkLst>
        </pc:spChg>
      </pc:sldChg>
      <pc:sldChg chg="del">
        <pc:chgData name="Sondre Grønås" userId="S::sondre.gronas@skole.rogfk.no::eea45410-205b-43ed-aa52-5ea38a0a0a26" providerId="AD" clId="Web-{F6F40C72-FDEE-4373-9E3D-8AFA127E5729}" dt="2021-09-03T07:16:19" v="0"/>
        <pc:sldMkLst>
          <pc:docMk/>
          <pc:sldMk cId="1180882773" sldId="275"/>
        </pc:sldMkLst>
      </pc:sldChg>
      <pc:sldChg chg="del">
        <pc:chgData name="Sondre Grønås" userId="S::sondre.gronas@skole.rogfk.no::eea45410-205b-43ed-aa52-5ea38a0a0a26" providerId="AD" clId="Web-{F6F40C72-FDEE-4373-9E3D-8AFA127E5729}" dt="2021-09-03T07:16:20.766" v="1"/>
        <pc:sldMkLst>
          <pc:docMk/>
          <pc:sldMk cId="1282123205" sldId="276"/>
        </pc:sldMkLst>
      </pc:sldChg>
      <pc:sldChg chg="del">
        <pc:chgData name="Sondre Grønås" userId="S::sondre.gronas@skole.rogfk.no::eea45410-205b-43ed-aa52-5ea38a0a0a26" providerId="AD" clId="Web-{F6F40C72-FDEE-4373-9E3D-8AFA127E5729}" dt="2021-09-03T07:16:22.391" v="2"/>
        <pc:sldMkLst>
          <pc:docMk/>
          <pc:sldMk cId="3232844061" sldId="277"/>
        </pc:sldMkLst>
      </pc:sldChg>
    </pc:docChg>
  </pc:docChgLst>
  <pc:docChgLst>
    <pc:chgData name="Sondre Grønås" userId="S::sondre.gronas@skole.rogfk.no::eea45410-205b-43ed-aa52-5ea38a0a0a26" providerId="AD" clId="Web-{CB56818A-B16D-422D-AA60-24BCFA7DFB91}"/>
    <pc:docChg chg="addSld modSld">
      <pc:chgData name="Sondre Grønås" userId="S::sondre.gronas@skole.rogfk.no::eea45410-205b-43ed-aa52-5ea38a0a0a26" providerId="AD" clId="Web-{CB56818A-B16D-422D-AA60-24BCFA7DFB91}" dt="2020-09-15T13:33:48.565" v="23" actId="20577"/>
      <pc:docMkLst>
        <pc:docMk/>
      </pc:docMkLst>
      <pc:sldChg chg="modSp new">
        <pc:chgData name="Sondre Grønås" userId="S::sondre.gronas@skole.rogfk.no::eea45410-205b-43ed-aa52-5ea38a0a0a26" providerId="AD" clId="Web-{CB56818A-B16D-422D-AA60-24BCFA7DFB91}" dt="2020-09-15T13:33:48.565" v="22" actId="20577"/>
        <pc:sldMkLst>
          <pc:docMk/>
          <pc:sldMk cId="4089449272" sldId="274"/>
        </pc:sldMkLst>
        <pc:spChg chg="mod">
          <ac:chgData name="Sondre Grønås" userId="S::sondre.gronas@skole.rogfk.no::eea45410-205b-43ed-aa52-5ea38a0a0a26" providerId="AD" clId="Web-{CB56818A-B16D-422D-AA60-24BCFA7DFB91}" dt="2020-09-15T13:33:44.846" v="10" actId="20577"/>
          <ac:spMkLst>
            <pc:docMk/>
            <pc:sldMk cId="4089449272" sldId="274"/>
            <ac:spMk id="2" creationId="{73C9AEA5-C704-476A-B034-EA6634512B77}"/>
          </ac:spMkLst>
        </pc:spChg>
        <pc:spChg chg="mod">
          <ac:chgData name="Sondre Grønås" userId="S::sondre.gronas@skole.rogfk.no::eea45410-205b-43ed-aa52-5ea38a0a0a26" providerId="AD" clId="Web-{CB56818A-B16D-422D-AA60-24BCFA7DFB91}" dt="2020-09-15T13:33:48.565" v="22" actId="20577"/>
          <ac:spMkLst>
            <pc:docMk/>
            <pc:sldMk cId="4089449272" sldId="274"/>
            <ac:spMk id="3" creationId="{100700D6-6FAF-494E-9D2C-C948AF096E1F}"/>
          </ac:spMkLst>
        </pc:spChg>
      </pc:sldChg>
    </pc:docChg>
  </pc:docChgLst>
  <pc:docChgLst>
    <pc:chgData name="Sondre Grønås" userId="S::sondre.gronas@skole.rogfk.no::eea45410-205b-43ed-aa52-5ea38a0a0a26" providerId="AD" clId="Web-{2AFA9098-D879-41C2-95BA-D21FF3EBD0BF}"/>
    <pc:docChg chg="delSld modSld">
      <pc:chgData name="Sondre Grønås" userId="S::sondre.gronas@skole.rogfk.no::eea45410-205b-43ed-aa52-5ea38a0a0a26" providerId="AD" clId="Web-{2AFA9098-D879-41C2-95BA-D21FF3EBD0BF}" dt="2022-09-20T08:12:18.509" v="119" actId="20577"/>
      <pc:docMkLst>
        <pc:docMk/>
      </pc:docMkLst>
      <pc:sldChg chg="modSp">
        <pc:chgData name="Sondre Grønås" userId="S::sondre.gronas@skole.rogfk.no::eea45410-205b-43ed-aa52-5ea38a0a0a26" providerId="AD" clId="Web-{2AFA9098-D879-41C2-95BA-D21FF3EBD0BF}" dt="2022-09-20T08:09:30.786" v="3" actId="20577"/>
        <pc:sldMkLst>
          <pc:docMk/>
          <pc:sldMk cId="2091002445" sldId="262"/>
        </pc:sldMkLst>
        <pc:spChg chg="mod">
          <ac:chgData name="Sondre Grønås" userId="S::sondre.gronas@skole.rogfk.no::eea45410-205b-43ed-aa52-5ea38a0a0a26" providerId="AD" clId="Web-{2AFA9098-D879-41C2-95BA-D21FF3EBD0BF}" dt="2022-09-20T08:09:30.786" v="3" actId="20577"/>
          <ac:spMkLst>
            <pc:docMk/>
            <pc:sldMk cId="2091002445" sldId="262"/>
            <ac:spMk id="3" creationId="{5F981635-111F-49FA-B6C3-D426209BE13D}"/>
          </ac:spMkLst>
        </pc:spChg>
      </pc:sldChg>
      <pc:sldChg chg="del">
        <pc:chgData name="Sondre Grønås" userId="S::sondre.gronas@skole.rogfk.no::eea45410-205b-43ed-aa52-5ea38a0a0a26" providerId="AD" clId="Web-{2AFA9098-D879-41C2-95BA-D21FF3EBD0BF}" dt="2022-09-20T08:10:08.506" v="4"/>
        <pc:sldMkLst>
          <pc:docMk/>
          <pc:sldMk cId="3691351291" sldId="268"/>
        </pc:sldMkLst>
      </pc:sldChg>
      <pc:sldChg chg="modSp">
        <pc:chgData name="Sondre Grønås" userId="S::sondre.gronas@skole.rogfk.no::eea45410-205b-43ed-aa52-5ea38a0a0a26" providerId="AD" clId="Web-{2AFA9098-D879-41C2-95BA-D21FF3EBD0BF}" dt="2022-09-20T08:12:18.509" v="119" actId="20577"/>
        <pc:sldMkLst>
          <pc:docMk/>
          <pc:sldMk cId="691971142" sldId="269"/>
        </pc:sldMkLst>
        <pc:spChg chg="mod">
          <ac:chgData name="Sondre Grønås" userId="S::sondre.gronas@skole.rogfk.no::eea45410-205b-43ed-aa52-5ea38a0a0a26" providerId="AD" clId="Web-{2AFA9098-D879-41C2-95BA-D21FF3EBD0BF}" dt="2022-09-20T08:12:18.509" v="119" actId="20577"/>
          <ac:spMkLst>
            <pc:docMk/>
            <pc:sldMk cId="691971142" sldId="269"/>
            <ac:spMk id="2" creationId="{5C33A533-0012-4832-82C2-3078942E27E7}"/>
          </ac:spMkLst>
        </pc:spChg>
        <pc:spChg chg="mod">
          <ac:chgData name="Sondre Grønås" userId="S::sondre.gronas@skole.rogfk.no::eea45410-205b-43ed-aa52-5ea38a0a0a26" providerId="AD" clId="Web-{2AFA9098-D879-41C2-95BA-D21FF3EBD0BF}" dt="2022-09-20T08:12:00.540" v="110" actId="20577"/>
          <ac:spMkLst>
            <pc:docMk/>
            <pc:sldMk cId="691971142" sldId="269"/>
            <ac:spMk id="3" creationId="{FDBB1EB1-C521-4A03-9EC6-7B9D6FBB7139}"/>
          </ac:spMkLst>
        </pc:spChg>
      </pc:sldChg>
      <pc:sldChg chg="del">
        <pc:chgData name="Sondre Grønås" userId="S::sondre.gronas@skole.rogfk.no::eea45410-205b-43ed-aa52-5ea38a0a0a26" providerId="AD" clId="Web-{2AFA9098-D879-41C2-95BA-D21FF3EBD0BF}" dt="2022-09-20T08:11:37.540" v="82"/>
        <pc:sldMkLst>
          <pc:docMk/>
          <pc:sldMk cId="3839637651" sldId="271"/>
        </pc:sldMkLst>
      </pc:sldChg>
    </pc:docChg>
  </pc:docChgLst>
  <pc:docChgLst>
    <pc:chgData name="Sondre Grønås" userId="S::sondre.gronas@skole.rogfk.no::eea45410-205b-43ed-aa52-5ea38a0a0a26" providerId="AD" clId="Web-{FF840D4C-34BF-4E76-43DC-58B8FA0BDC84}"/>
    <pc:docChg chg="addSld modSld addMainMaster delMainMaster">
      <pc:chgData name="Sondre Grønås" userId="S::sondre.gronas@skole.rogfk.no::eea45410-205b-43ed-aa52-5ea38a0a0a26" providerId="AD" clId="Web-{FF840D4C-34BF-4E76-43DC-58B8FA0BDC84}" dt="2020-09-15T06:24:58.628" v="487" actId="20577"/>
      <pc:docMkLst>
        <pc:docMk/>
      </pc:docMkLst>
      <pc:sldChg chg="addSp modSp mod setBg modClrScheme chgLayout">
        <pc:chgData name="Sondre Grønås" userId="S::sondre.gronas@skole.rogfk.no::eea45410-205b-43ed-aa52-5ea38a0a0a26" providerId="AD" clId="Web-{FF840D4C-34BF-4E76-43DC-58B8FA0BDC84}" dt="2020-09-15T06:01:20.788" v="18"/>
        <pc:sldMkLst>
          <pc:docMk/>
          <pc:sldMk cId="4253124984" sldId="256"/>
        </pc:sldMkLst>
        <pc:spChg chg="mod ord">
          <ac:chgData name="Sondre Grønås" userId="S::sondre.gronas@skole.rogfk.no::eea45410-205b-43ed-aa52-5ea38a0a0a26" providerId="AD" clId="Web-{FF840D4C-34BF-4E76-43DC-58B8FA0BDC84}" dt="2020-09-15T06:01:20.788" v="18"/>
          <ac:spMkLst>
            <pc:docMk/>
            <pc:sldMk cId="4253124984" sldId="256"/>
            <ac:spMk id="2" creationId="{00000000-0000-0000-0000-000000000000}"/>
          </ac:spMkLst>
        </pc:spChg>
        <pc:spChg chg="mod ord">
          <ac:chgData name="Sondre Grønås" userId="S::sondre.gronas@skole.rogfk.no::eea45410-205b-43ed-aa52-5ea38a0a0a26" providerId="AD" clId="Web-{FF840D4C-34BF-4E76-43DC-58B8FA0BDC84}" dt="2020-09-15T06:01:20.788" v="18"/>
          <ac:spMkLst>
            <pc:docMk/>
            <pc:sldMk cId="4253124984" sldId="256"/>
            <ac:spMk id="3" creationId="{00000000-0000-0000-0000-000000000000}"/>
          </ac:spMkLst>
        </pc:spChg>
        <pc:cxnChg chg="add">
          <ac:chgData name="Sondre Grønås" userId="S::sondre.gronas@skole.rogfk.no::eea45410-205b-43ed-aa52-5ea38a0a0a26" providerId="AD" clId="Web-{FF840D4C-34BF-4E76-43DC-58B8FA0BDC84}" dt="2020-09-15T06:01:20.788" v="18"/>
          <ac:cxnSpMkLst>
            <pc:docMk/>
            <pc:sldMk cId="4253124984" sldId="256"/>
            <ac:cxnSpMk id="8" creationId="{D7E8ECA2-60A0-4D39-817D-F1E982ED7F9B}"/>
          </ac:cxnSpMkLst>
        </pc:cxnChg>
      </pc:sldChg>
      <pc:sldChg chg="addSp delSp modSp new mod setBg">
        <pc:chgData name="Sondre Grønås" userId="S::sondre.gronas@skole.rogfk.no::eea45410-205b-43ed-aa52-5ea38a0a0a26" providerId="AD" clId="Web-{FF840D4C-34BF-4E76-43DC-58B8FA0BDC84}" dt="2020-09-15T06:03:33.274" v="30"/>
        <pc:sldMkLst>
          <pc:docMk/>
          <pc:sldMk cId="1450716360" sldId="257"/>
        </pc:sldMkLst>
        <pc:spChg chg="mod">
          <ac:chgData name="Sondre Grønås" userId="S::sondre.gronas@skole.rogfk.no::eea45410-205b-43ed-aa52-5ea38a0a0a26" providerId="AD" clId="Web-{FF840D4C-34BF-4E76-43DC-58B8FA0BDC84}" dt="2020-09-15T06:03:33.274" v="30"/>
          <ac:spMkLst>
            <pc:docMk/>
            <pc:sldMk cId="1450716360" sldId="257"/>
            <ac:spMk id="2" creationId="{EDA3B95A-7B4C-4413-AD4B-528FA5A06378}"/>
          </ac:spMkLst>
        </pc:spChg>
        <pc:spChg chg="del mod">
          <ac:chgData name="Sondre Grønås" userId="S::sondre.gronas@skole.rogfk.no::eea45410-205b-43ed-aa52-5ea38a0a0a26" providerId="AD" clId="Web-{FF840D4C-34BF-4E76-43DC-58B8FA0BDC84}" dt="2020-09-15T06:02:55.289" v="22"/>
          <ac:spMkLst>
            <pc:docMk/>
            <pc:sldMk cId="1450716360" sldId="257"/>
            <ac:spMk id="3" creationId="{101CAD87-A2D8-41B4-BA8B-3902A3A181D6}"/>
          </ac:spMkLst>
        </pc:spChg>
        <pc:spChg chg="add">
          <ac:chgData name="Sondre Grønås" userId="S::sondre.gronas@skole.rogfk.no::eea45410-205b-43ed-aa52-5ea38a0a0a26" providerId="AD" clId="Web-{FF840D4C-34BF-4E76-43DC-58B8FA0BDC84}" dt="2020-09-15T06:03:33.274" v="30"/>
          <ac:spMkLst>
            <pc:docMk/>
            <pc:sldMk cId="1450716360" sldId="257"/>
            <ac:spMk id="9" creationId="{5D5E0904-721C-4D68-9EB8-1C9752E329A7}"/>
          </ac:spMkLst>
        </pc:spChg>
        <pc:picChg chg="add mod ord">
          <ac:chgData name="Sondre Grønås" userId="S::sondre.gronas@skole.rogfk.no::eea45410-205b-43ed-aa52-5ea38a0a0a26" providerId="AD" clId="Web-{FF840D4C-34BF-4E76-43DC-58B8FA0BDC84}" dt="2020-09-15T06:03:33.274" v="30"/>
          <ac:picMkLst>
            <pc:docMk/>
            <pc:sldMk cId="1450716360" sldId="257"/>
            <ac:picMk id="4" creationId="{DFC55680-D262-494C-A0A8-1C4B2D8BCA95}"/>
          </ac:picMkLst>
        </pc:picChg>
      </pc:sldChg>
      <pc:sldChg chg="addSp delSp modSp new mod setBg">
        <pc:chgData name="Sondre Grønås" userId="S::sondre.gronas@skole.rogfk.no::eea45410-205b-43ed-aa52-5ea38a0a0a26" providerId="AD" clId="Web-{FF840D4C-34BF-4E76-43DC-58B8FA0BDC84}" dt="2020-09-15T06:23:31.127" v="484"/>
        <pc:sldMkLst>
          <pc:docMk/>
          <pc:sldMk cId="2917731976" sldId="258"/>
        </pc:sldMkLst>
        <pc:spChg chg="mod">
          <ac:chgData name="Sondre Grønås" userId="S::sondre.gronas@skole.rogfk.no::eea45410-205b-43ed-aa52-5ea38a0a0a26" providerId="AD" clId="Web-{FF840D4C-34BF-4E76-43DC-58B8FA0BDC84}" dt="2020-09-15T06:23:31.127" v="484"/>
          <ac:spMkLst>
            <pc:docMk/>
            <pc:sldMk cId="2917731976" sldId="258"/>
            <ac:spMk id="2" creationId="{553BE9BF-0CE4-4EBE-9C8B-83D0D63D4558}"/>
          </ac:spMkLst>
        </pc:spChg>
        <pc:spChg chg="del">
          <ac:chgData name="Sondre Grønås" userId="S::sondre.gronas@skole.rogfk.no::eea45410-205b-43ed-aa52-5ea38a0a0a26" providerId="AD" clId="Web-{FF840D4C-34BF-4E76-43DC-58B8FA0BDC84}" dt="2020-09-15T06:10:03.058" v="38"/>
          <ac:spMkLst>
            <pc:docMk/>
            <pc:sldMk cId="2917731976" sldId="258"/>
            <ac:spMk id="3" creationId="{28FE0047-2002-4CDB-8540-82AD204A13D8}"/>
          </ac:spMkLst>
        </pc:spChg>
        <pc:spChg chg="add mod">
          <ac:chgData name="Sondre Grønås" userId="S::sondre.gronas@skole.rogfk.no::eea45410-205b-43ed-aa52-5ea38a0a0a26" providerId="AD" clId="Web-{FF840D4C-34BF-4E76-43DC-58B8FA0BDC84}" dt="2020-09-15T06:23:31.127" v="484"/>
          <ac:spMkLst>
            <pc:docMk/>
            <pc:sldMk cId="2917731976" sldId="258"/>
            <ac:spMk id="8" creationId="{72071069-A910-4F92-A095-2621EBF70252}"/>
          </ac:spMkLst>
        </pc:spChg>
        <pc:spChg chg="add del">
          <ac:chgData name="Sondre Grønås" userId="S::sondre.gronas@skole.rogfk.no::eea45410-205b-43ed-aa52-5ea38a0a0a26" providerId="AD" clId="Web-{FF840D4C-34BF-4E76-43DC-58B8FA0BDC84}" dt="2020-09-15T06:23:31.127" v="484"/>
          <ac:spMkLst>
            <pc:docMk/>
            <pc:sldMk cId="2917731976" sldId="258"/>
            <ac:spMk id="11" creationId="{0B67D982-25C5-4CC2-AA64-276BE3B2CA75}"/>
          </ac:spMkLst>
        </pc:spChg>
        <pc:picChg chg="add mod ord">
          <ac:chgData name="Sondre Grønås" userId="S::sondre.gronas@skole.rogfk.no::eea45410-205b-43ed-aa52-5ea38a0a0a26" providerId="AD" clId="Web-{FF840D4C-34BF-4E76-43DC-58B8FA0BDC84}" dt="2020-09-15T06:23:31.127" v="484"/>
          <ac:picMkLst>
            <pc:docMk/>
            <pc:sldMk cId="2917731976" sldId="258"/>
            <ac:picMk id="4" creationId="{AABA6D2F-995A-4BCB-933E-EE347F9FF1F1}"/>
          </ac:picMkLst>
        </pc:picChg>
      </pc:sldChg>
      <pc:sldChg chg="addSp modSp new mod setBg">
        <pc:chgData name="Sondre Grønås" userId="S::sondre.gronas@skole.rogfk.no::eea45410-205b-43ed-aa52-5ea38a0a0a26" providerId="AD" clId="Web-{FF840D4C-34BF-4E76-43DC-58B8FA0BDC84}" dt="2020-09-15T06:23:54.955" v="485" actId="20577"/>
        <pc:sldMkLst>
          <pc:docMk/>
          <pc:sldMk cId="3350346432" sldId="259"/>
        </pc:sldMkLst>
        <pc:spChg chg="mod">
          <ac:chgData name="Sondre Grønås" userId="S::sondre.gronas@skole.rogfk.no::eea45410-205b-43ed-aa52-5ea38a0a0a26" providerId="AD" clId="Web-{FF840D4C-34BF-4E76-43DC-58B8FA0BDC84}" dt="2020-09-15T06:23:26.799" v="483"/>
          <ac:spMkLst>
            <pc:docMk/>
            <pc:sldMk cId="3350346432" sldId="259"/>
            <ac:spMk id="2" creationId="{FCAAA638-5B5C-4D52-BF33-D8600F718822}"/>
          </ac:spMkLst>
        </pc:spChg>
        <pc:spChg chg="mod ord">
          <ac:chgData name="Sondre Grønås" userId="S::sondre.gronas@skole.rogfk.no::eea45410-205b-43ed-aa52-5ea38a0a0a26" providerId="AD" clId="Web-{FF840D4C-34BF-4E76-43DC-58B8FA0BDC84}" dt="2020-09-15T06:23:54.955" v="485" actId="20577"/>
          <ac:spMkLst>
            <pc:docMk/>
            <pc:sldMk cId="3350346432" sldId="259"/>
            <ac:spMk id="3" creationId="{B05AFB06-A25B-440F-A504-B4369B72A63C}"/>
          </ac:spMkLst>
        </pc:spChg>
        <pc:picChg chg="add mod">
          <ac:chgData name="Sondre Grønås" userId="S::sondre.gronas@skole.rogfk.no::eea45410-205b-43ed-aa52-5ea38a0a0a26" providerId="AD" clId="Web-{FF840D4C-34BF-4E76-43DC-58B8FA0BDC84}" dt="2020-09-15T06:23:26.799" v="483"/>
          <ac:picMkLst>
            <pc:docMk/>
            <pc:sldMk cId="3350346432" sldId="259"/>
            <ac:picMk id="4" creationId="{E46324B4-72B1-4E4E-9530-83BAC4A5A87D}"/>
          </ac:picMkLst>
        </pc:picChg>
      </pc:sldChg>
      <pc:sldMasterChg chg="del delSldLayout">
        <pc:chgData name="Sondre Grønås" userId="S::sondre.gronas@skole.rogfk.no::eea45410-205b-43ed-aa52-5ea38a0a0a26" providerId="AD" clId="Web-{FF840D4C-34BF-4E76-43DC-58B8FA0BDC84}" dt="2020-09-15T06:00:29.913" v="0"/>
        <pc:sldMasterMkLst>
          <pc:docMk/>
          <pc:sldMasterMk cId="2649319511" sldId="2147483648"/>
        </pc:sldMasterMkLst>
        <pc:sldLayoutChg chg="del">
          <pc:chgData name="Sondre Grønås" userId="S::sondre.gronas@skole.rogfk.no::eea45410-205b-43ed-aa52-5ea38a0a0a26" providerId="AD" clId="Web-{FF840D4C-34BF-4E76-43DC-58B8FA0BDC84}" dt="2020-09-15T06:00:29.913" v="0"/>
          <pc:sldLayoutMkLst>
            <pc:docMk/>
            <pc:sldMasterMk cId="2649319511" sldId="2147483648"/>
            <pc:sldLayoutMk cId="1137542638" sldId="2147483649"/>
          </pc:sldLayoutMkLst>
        </pc:sldLayoutChg>
        <pc:sldLayoutChg chg="del">
          <pc:chgData name="Sondre Grønås" userId="S::sondre.gronas@skole.rogfk.no::eea45410-205b-43ed-aa52-5ea38a0a0a26" providerId="AD" clId="Web-{FF840D4C-34BF-4E76-43DC-58B8FA0BDC84}" dt="2020-09-15T06:00:29.913" v="0"/>
          <pc:sldLayoutMkLst>
            <pc:docMk/>
            <pc:sldMasterMk cId="2649319511" sldId="2147483648"/>
            <pc:sldLayoutMk cId="3074127366" sldId="2147483650"/>
          </pc:sldLayoutMkLst>
        </pc:sldLayoutChg>
        <pc:sldLayoutChg chg="del">
          <pc:chgData name="Sondre Grønås" userId="S::sondre.gronas@skole.rogfk.no::eea45410-205b-43ed-aa52-5ea38a0a0a26" providerId="AD" clId="Web-{FF840D4C-34BF-4E76-43DC-58B8FA0BDC84}" dt="2020-09-15T06:00:29.913" v="0"/>
          <pc:sldLayoutMkLst>
            <pc:docMk/>
            <pc:sldMasterMk cId="2649319511" sldId="2147483648"/>
            <pc:sldLayoutMk cId="2697081350" sldId="2147483651"/>
          </pc:sldLayoutMkLst>
        </pc:sldLayoutChg>
        <pc:sldLayoutChg chg="del">
          <pc:chgData name="Sondre Grønås" userId="S::sondre.gronas@skole.rogfk.no::eea45410-205b-43ed-aa52-5ea38a0a0a26" providerId="AD" clId="Web-{FF840D4C-34BF-4E76-43DC-58B8FA0BDC84}" dt="2020-09-15T06:00:29.913" v="0"/>
          <pc:sldLayoutMkLst>
            <pc:docMk/>
            <pc:sldMasterMk cId="2649319511" sldId="2147483648"/>
            <pc:sldLayoutMk cId="2764821704" sldId="2147483652"/>
          </pc:sldLayoutMkLst>
        </pc:sldLayoutChg>
        <pc:sldLayoutChg chg="del">
          <pc:chgData name="Sondre Grønås" userId="S::sondre.gronas@skole.rogfk.no::eea45410-205b-43ed-aa52-5ea38a0a0a26" providerId="AD" clId="Web-{FF840D4C-34BF-4E76-43DC-58B8FA0BDC84}" dt="2020-09-15T06:00:29.913" v="0"/>
          <pc:sldLayoutMkLst>
            <pc:docMk/>
            <pc:sldMasterMk cId="2649319511" sldId="2147483648"/>
            <pc:sldLayoutMk cId="4043207736" sldId="2147483653"/>
          </pc:sldLayoutMkLst>
        </pc:sldLayoutChg>
        <pc:sldLayoutChg chg="del">
          <pc:chgData name="Sondre Grønås" userId="S::sondre.gronas@skole.rogfk.no::eea45410-205b-43ed-aa52-5ea38a0a0a26" providerId="AD" clId="Web-{FF840D4C-34BF-4E76-43DC-58B8FA0BDC84}" dt="2020-09-15T06:00:29.913" v="0"/>
          <pc:sldLayoutMkLst>
            <pc:docMk/>
            <pc:sldMasterMk cId="2649319511" sldId="2147483648"/>
            <pc:sldLayoutMk cId="3347560075" sldId="2147483654"/>
          </pc:sldLayoutMkLst>
        </pc:sldLayoutChg>
        <pc:sldLayoutChg chg="del">
          <pc:chgData name="Sondre Grønås" userId="S::sondre.gronas@skole.rogfk.no::eea45410-205b-43ed-aa52-5ea38a0a0a26" providerId="AD" clId="Web-{FF840D4C-34BF-4E76-43DC-58B8FA0BDC84}" dt="2020-09-15T06:00:29.913" v="0"/>
          <pc:sldLayoutMkLst>
            <pc:docMk/>
            <pc:sldMasterMk cId="2649319511" sldId="2147483648"/>
            <pc:sldLayoutMk cId="1086863534" sldId="2147483655"/>
          </pc:sldLayoutMkLst>
        </pc:sldLayoutChg>
        <pc:sldLayoutChg chg="del">
          <pc:chgData name="Sondre Grønås" userId="S::sondre.gronas@skole.rogfk.no::eea45410-205b-43ed-aa52-5ea38a0a0a26" providerId="AD" clId="Web-{FF840D4C-34BF-4E76-43DC-58B8FA0BDC84}" dt="2020-09-15T06:00:29.913" v="0"/>
          <pc:sldLayoutMkLst>
            <pc:docMk/>
            <pc:sldMasterMk cId="2649319511" sldId="2147483648"/>
            <pc:sldLayoutMk cId="1635284649" sldId="2147483656"/>
          </pc:sldLayoutMkLst>
        </pc:sldLayoutChg>
        <pc:sldLayoutChg chg="del">
          <pc:chgData name="Sondre Grønås" userId="S::sondre.gronas@skole.rogfk.no::eea45410-205b-43ed-aa52-5ea38a0a0a26" providerId="AD" clId="Web-{FF840D4C-34BF-4E76-43DC-58B8FA0BDC84}" dt="2020-09-15T06:00:29.913" v="0"/>
          <pc:sldLayoutMkLst>
            <pc:docMk/>
            <pc:sldMasterMk cId="2649319511" sldId="2147483648"/>
            <pc:sldLayoutMk cId="4132015190" sldId="2147483657"/>
          </pc:sldLayoutMkLst>
        </pc:sldLayoutChg>
        <pc:sldLayoutChg chg="del">
          <pc:chgData name="Sondre Grønås" userId="S::sondre.gronas@skole.rogfk.no::eea45410-205b-43ed-aa52-5ea38a0a0a26" providerId="AD" clId="Web-{FF840D4C-34BF-4E76-43DC-58B8FA0BDC84}" dt="2020-09-15T06:00:29.913" v="0"/>
          <pc:sldLayoutMkLst>
            <pc:docMk/>
            <pc:sldMasterMk cId="2649319511" sldId="2147483648"/>
            <pc:sldLayoutMk cId="2170980588" sldId="2147483658"/>
          </pc:sldLayoutMkLst>
        </pc:sldLayoutChg>
        <pc:sldLayoutChg chg="del">
          <pc:chgData name="Sondre Grønås" userId="S::sondre.gronas@skole.rogfk.no::eea45410-205b-43ed-aa52-5ea38a0a0a26" providerId="AD" clId="Web-{FF840D4C-34BF-4E76-43DC-58B8FA0BDC84}" dt="2020-09-15T06:00:29.913" v="0"/>
          <pc:sldLayoutMkLst>
            <pc:docMk/>
            <pc:sldMasterMk cId="2649319511" sldId="2147483648"/>
            <pc:sldLayoutMk cId="557333919" sldId="2147483659"/>
          </pc:sldLayoutMkLst>
        </pc:sldLayoutChg>
      </pc:sldMasterChg>
      <pc:sldMasterChg chg="add addSldLayout modSldLayout">
        <pc:chgData name="Sondre Grønås" userId="S::sondre.gronas@skole.rogfk.no::eea45410-205b-43ed-aa52-5ea38a0a0a26" providerId="AD" clId="Web-{FF840D4C-34BF-4E76-43DC-58B8FA0BDC84}" dt="2020-09-15T06:00:29.913" v="0"/>
        <pc:sldMasterMkLst>
          <pc:docMk/>
          <pc:sldMasterMk cId="1695574362" sldId="2147483660"/>
        </pc:sldMasterMkLst>
        <pc:sldLayoutChg chg="add mod replId">
          <pc:chgData name="Sondre Grønås" userId="S::sondre.gronas@skole.rogfk.no::eea45410-205b-43ed-aa52-5ea38a0a0a26" providerId="AD" clId="Web-{FF840D4C-34BF-4E76-43DC-58B8FA0BDC84}" dt="2020-09-15T06:00:29.913" v="0"/>
          <pc:sldLayoutMkLst>
            <pc:docMk/>
            <pc:sldMasterMk cId="1695574362" sldId="2147483660"/>
            <pc:sldLayoutMk cId="3493008628" sldId="2147483661"/>
          </pc:sldLayoutMkLst>
        </pc:sldLayoutChg>
        <pc:sldLayoutChg chg="add mod replId">
          <pc:chgData name="Sondre Grønås" userId="S::sondre.gronas@skole.rogfk.no::eea45410-205b-43ed-aa52-5ea38a0a0a26" providerId="AD" clId="Web-{FF840D4C-34BF-4E76-43DC-58B8FA0BDC84}" dt="2020-09-15T06:00:29.913" v="0"/>
          <pc:sldLayoutMkLst>
            <pc:docMk/>
            <pc:sldMasterMk cId="1695574362" sldId="2147483660"/>
            <pc:sldLayoutMk cId="500374630" sldId="2147483662"/>
          </pc:sldLayoutMkLst>
        </pc:sldLayoutChg>
        <pc:sldLayoutChg chg="add mod replId">
          <pc:chgData name="Sondre Grønås" userId="S::sondre.gronas@skole.rogfk.no::eea45410-205b-43ed-aa52-5ea38a0a0a26" providerId="AD" clId="Web-{FF840D4C-34BF-4E76-43DC-58B8FA0BDC84}" dt="2020-09-15T06:00:29.913" v="0"/>
          <pc:sldLayoutMkLst>
            <pc:docMk/>
            <pc:sldMasterMk cId="1695574362" sldId="2147483660"/>
            <pc:sldLayoutMk cId="2394649808" sldId="2147483663"/>
          </pc:sldLayoutMkLst>
        </pc:sldLayoutChg>
        <pc:sldLayoutChg chg="add mod replId">
          <pc:chgData name="Sondre Grønås" userId="S::sondre.gronas@skole.rogfk.no::eea45410-205b-43ed-aa52-5ea38a0a0a26" providerId="AD" clId="Web-{FF840D4C-34BF-4E76-43DC-58B8FA0BDC84}" dt="2020-09-15T06:00:29.913" v="0"/>
          <pc:sldLayoutMkLst>
            <pc:docMk/>
            <pc:sldMasterMk cId="1695574362" sldId="2147483660"/>
            <pc:sldLayoutMk cId="2140715426" sldId="2147483664"/>
          </pc:sldLayoutMkLst>
        </pc:sldLayoutChg>
        <pc:sldLayoutChg chg="add mod replId">
          <pc:chgData name="Sondre Grønås" userId="S::sondre.gronas@skole.rogfk.no::eea45410-205b-43ed-aa52-5ea38a0a0a26" providerId="AD" clId="Web-{FF840D4C-34BF-4E76-43DC-58B8FA0BDC84}" dt="2020-09-15T06:00:29.913" v="0"/>
          <pc:sldLayoutMkLst>
            <pc:docMk/>
            <pc:sldMasterMk cId="1695574362" sldId="2147483660"/>
            <pc:sldLayoutMk cId="2171872503" sldId="2147483665"/>
          </pc:sldLayoutMkLst>
        </pc:sldLayoutChg>
        <pc:sldLayoutChg chg="add mod replId">
          <pc:chgData name="Sondre Grønås" userId="S::sondre.gronas@skole.rogfk.no::eea45410-205b-43ed-aa52-5ea38a0a0a26" providerId="AD" clId="Web-{FF840D4C-34BF-4E76-43DC-58B8FA0BDC84}" dt="2020-09-15T06:00:29.913" v="0"/>
          <pc:sldLayoutMkLst>
            <pc:docMk/>
            <pc:sldMasterMk cId="1695574362" sldId="2147483660"/>
            <pc:sldLayoutMk cId="84766227" sldId="2147483666"/>
          </pc:sldLayoutMkLst>
        </pc:sldLayoutChg>
        <pc:sldLayoutChg chg="add mod replId">
          <pc:chgData name="Sondre Grønås" userId="S::sondre.gronas@skole.rogfk.no::eea45410-205b-43ed-aa52-5ea38a0a0a26" providerId="AD" clId="Web-{FF840D4C-34BF-4E76-43DC-58B8FA0BDC84}" dt="2020-09-15T06:00:29.913" v="0"/>
          <pc:sldLayoutMkLst>
            <pc:docMk/>
            <pc:sldMasterMk cId="1695574362" sldId="2147483660"/>
            <pc:sldLayoutMk cId="1360005130" sldId="2147483667"/>
          </pc:sldLayoutMkLst>
        </pc:sldLayoutChg>
        <pc:sldLayoutChg chg="add mod replId">
          <pc:chgData name="Sondre Grønås" userId="S::sondre.gronas@skole.rogfk.no::eea45410-205b-43ed-aa52-5ea38a0a0a26" providerId="AD" clId="Web-{FF840D4C-34BF-4E76-43DC-58B8FA0BDC84}" dt="2020-09-15T06:00:29.913" v="0"/>
          <pc:sldLayoutMkLst>
            <pc:docMk/>
            <pc:sldMasterMk cId="1695574362" sldId="2147483660"/>
            <pc:sldLayoutMk cId="1066514511" sldId="2147483668"/>
          </pc:sldLayoutMkLst>
        </pc:sldLayoutChg>
        <pc:sldLayoutChg chg="add mod replId">
          <pc:chgData name="Sondre Grønås" userId="S::sondre.gronas@skole.rogfk.no::eea45410-205b-43ed-aa52-5ea38a0a0a26" providerId="AD" clId="Web-{FF840D4C-34BF-4E76-43DC-58B8FA0BDC84}" dt="2020-09-15T06:00:29.913" v="0"/>
          <pc:sldLayoutMkLst>
            <pc:docMk/>
            <pc:sldMasterMk cId="1695574362" sldId="2147483660"/>
            <pc:sldLayoutMk cId="48906101" sldId="2147483669"/>
          </pc:sldLayoutMkLst>
        </pc:sldLayoutChg>
        <pc:sldLayoutChg chg="add mod replId">
          <pc:chgData name="Sondre Grønås" userId="S::sondre.gronas@skole.rogfk.no::eea45410-205b-43ed-aa52-5ea38a0a0a26" providerId="AD" clId="Web-{FF840D4C-34BF-4E76-43DC-58B8FA0BDC84}" dt="2020-09-15T06:00:29.913" v="0"/>
          <pc:sldLayoutMkLst>
            <pc:docMk/>
            <pc:sldMasterMk cId="1695574362" sldId="2147483660"/>
            <pc:sldLayoutMk cId="187588713" sldId="2147483670"/>
          </pc:sldLayoutMkLst>
        </pc:sldLayoutChg>
        <pc:sldLayoutChg chg="add mod replId">
          <pc:chgData name="Sondre Grønås" userId="S::sondre.gronas@skole.rogfk.no::eea45410-205b-43ed-aa52-5ea38a0a0a26" providerId="AD" clId="Web-{FF840D4C-34BF-4E76-43DC-58B8FA0BDC84}" dt="2020-09-15T06:00:29.913" v="0"/>
          <pc:sldLayoutMkLst>
            <pc:docMk/>
            <pc:sldMasterMk cId="1695574362" sldId="2147483660"/>
            <pc:sldLayoutMk cId="658141727" sldId="2147483671"/>
          </pc:sldLayoutMkLst>
        </pc:sldLayoutChg>
      </pc:sldMasterChg>
    </pc:docChg>
  </pc:docChgLst>
  <pc:docChgLst>
    <pc:chgData name="Sondre Grønås" userId="S::sondre.gronas@skole.rogfk.no::eea45410-205b-43ed-aa52-5ea38a0a0a26" providerId="AD" clId="Web-{E4D26D09-7961-4246-860C-2DBE702DAAB1}"/>
    <pc:docChg chg="addSld modSld sldOrd">
      <pc:chgData name="Sondre Grønås" userId="S::sondre.gronas@skole.rogfk.no::eea45410-205b-43ed-aa52-5ea38a0a0a26" providerId="AD" clId="Web-{E4D26D09-7961-4246-860C-2DBE702DAAB1}" dt="2020-09-15T13:11:48.865" v="91" actId="20577"/>
      <pc:docMkLst>
        <pc:docMk/>
      </pc:docMkLst>
      <pc:sldChg chg="modSp">
        <pc:chgData name="Sondre Grønås" userId="S::sondre.gronas@skole.rogfk.no::eea45410-205b-43ed-aa52-5ea38a0a0a26" providerId="AD" clId="Web-{E4D26D09-7961-4246-860C-2DBE702DAAB1}" dt="2020-09-15T13:11:48.865" v="90" actId="20577"/>
        <pc:sldMkLst>
          <pc:docMk/>
          <pc:sldMk cId="2091002445" sldId="262"/>
        </pc:sldMkLst>
        <pc:spChg chg="mod">
          <ac:chgData name="Sondre Grønås" userId="S::sondre.gronas@skole.rogfk.no::eea45410-205b-43ed-aa52-5ea38a0a0a26" providerId="AD" clId="Web-{E4D26D09-7961-4246-860C-2DBE702DAAB1}" dt="2020-09-15T13:11:48.865" v="90" actId="20577"/>
          <ac:spMkLst>
            <pc:docMk/>
            <pc:sldMk cId="2091002445" sldId="262"/>
            <ac:spMk id="3" creationId="{5F981635-111F-49FA-B6C3-D426209BE13D}"/>
          </ac:spMkLst>
        </pc:spChg>
      </pc:sldChg>
      <pc:sldChg chg="modSp new ord">
        <pc:chgData name="Sondre Grønås" userId="S::sondre.gronas@skole.rogfk.no::eea45410-205b-43ed-aa52-5ea38a0a0a26" providerId="AD" clId="Web-{E4D26D09-7961-4246-860C-2DBE702DAAB1}" dt="2020-09-15T13:02:25.162" v="26" actId="20577"/>
        <pc:sldMkLst>
          <pc:docMk/>
          <pc:sldMk cId="1713593186" sldId="273"/>
        </pc:sldMkLst>
        <pc:spChg chg="mod">
          <ac:chgData name="Sondre Grønås" userId="S::sondre.gronas@skole.rogfk.no::eea45410-205b-43ed-aa52-5ea38a0a0a26" providerId="AD" clId="Web-{E4D26D09-7961-4246-860C-2DBE702DAAB1}" dt="2020-09-15T13:02:25.162" v="26" actId="20577"/>
          <ac:spMkLst>
            <pc:docMk/>
            <pc:sldMk cId="1713593186" sldId="273"/>
            <ac:spMk id="2" creationId="{B3F3D35D-2598-4D82-9053-AEBACF95FFDA}"/>
          </ac:spMkLst>
        </pc:spChg>
        <pc:spChg chg="mod">
          <ac:chgData name="Sondre Grønås" userId="S::sondre.gronas@skole.rogfk.no::eea45410-205b-43ed-aa52-5ea38a0a0a26" providerId="AD" clId="Web-{E4D26D09-7961-4246-860C-2DBE702DAAB1}" dt="2020-09-15T13:01:01.676" v="3" actId="20577"/>
          <ac:spMkLst>
            <pc:docMk/>
            <pc:sldMk cId="1713593186" sldId="273"/>
            <ac:spMk id="3" creationId="{30C13DD1-617B-4E51-A66B-145A96A4EB22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80922A-C8F8-4525-8E26-1304E7FAFCEE}" type="doc">
      <dgm:prSet loTypeId="urn:microsoft.com/office/officeart/2005/8/layout/vProcess5" loCatId="process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A610D5C-7215-428C-BEF9-805C0C24D762}">
      <dgm:prSet/>
      <dgm:spPr/>
      <dgm:t>
        <a:bodyPr/>
        <a:lstStyle/>
        <a:p>
          <a:r>
            <a:rPr lang="nb-NO" dirty="0"/>
            <a:t>Hva et nettverk er for</a:t>
          </a:r>
          <a:r>
            <a:rPr lang="nb-NO" dirty="0">
              <a:solidFill>
                <a:schemeClr val="bg1"/>
              </a:solidFill>
            </a:rPr>
            <a:t> </a:t>
          </a:r>
          <a:r>
            <a:rPr lang="nb-NO" b="0" i="0" u="none" strike="noStrike" cap="none" baseline="0" noProof="0" dirty="0" err="1">
              <a:solidFill>
                <a:schemeClr val="bg1"/>
              </a:solidFill>
              <a:latin typeface="Century Schoolbook"/>
            </a:rPr>
            <a:t>no</a:t>
          </a:r>
          <a:r>
            <a:rPr lang="nb-NO" b="0" i="0" u="none" strike="noStrike" cap="none" baseline="0" noProof="0" dirty="0">
              <a:solidFill>
                <a:schemeClr val="bg1"/>
              </a:solidFill>
              <a:latin typeface="Century Schoolbook"/>
            </a:rPr>
            <a:t>'</a:t>
          </a:r>
          <a:endParaRPr lang="nb-NO" dirty="0">
            <a:solidFill>
              <a:schemeClr val="bg1"/>
            </a:solidFill>
          </a:endParaRPr>
        </a:p>
      </dgm:t>
    </dgm:pt>
    <dgm:pt modelId="{82628867-5C02-4690-90FE-9B6F75117DD4}" type="parTrans" cxnId="{03018415-EC0F-48F6-A2E0-7E63D448FCDA}">
      <dgm:prSet/>
      <dgm:spPr/>
      <dgm:t>
        <a:bodyPr/>
        <a:lstStyle/>
        <a:p>
          <a:endParaRPr lang="en-US"/>
        </a:p>
      </dgm:t>
    </dgm:pt>
    <dgm:pt modelId="{4C1E95AE-942B-4019-8CC6-A4AA79077F6B}" type="sibTrans" cxnId="{03018415-EC0F-48F6-A2E0-7E63D448FCDA}">
      <dgm:prSet/>
      <dgm:spPr/>
      <dgm:t>
        <a:bodyPr/>
        <a:lstStyle/>
        <a:p>
          <a:endParaRPr lang="en-US"/>
        </a:p>
      </dgm:t>
    </dgm:pt>
    <dgm:pt modelId="{84775AA3-40ED-483D-BCD5-077EEDDF4090}">
      <dgm:prSet/>
      <dgm:spPr/>
      <dgm:t>
        <a:bodyPr/>
        <a:lstStyle/>
        <a:p>
          <a:r>
            <a:rPr lang="nb-NO" dirty="0"/>
            <a:t>Kort forklart, kabel, fiber, trådløst, hva skiller de ad?</a:t>
          </a:r>
          <a:endParaRPr lang="en-US" dirty="0"/>
        </a:p>
      </dgm:t>
    </dgm:pt>
    <dgm:pt modelId="{B4D42087-BE3D-4EDC-B188-F39AB9C6A2E3}" type="parTrans" cxnId="{0D8DE02D-FBB2-4391-BBC1-C4BB5B2ED4EA}">
      <dgm:prSet/>
      <dgm:spPr/>
      <dgm:t>
        <a:bodyPr/>
        <a:lstStyle/>
        <a:p>
          <a:endParaRPr lang="en-US"/>
        </a:p>
      </dgm:t>
    </dgm:pt>
    <dgm:pt modelId="{0B139B05-3BEB-4032-B0B4-83370AB49681}" type="sibTrans" cxnId="{0D8DE02D-FBB2-4391-BBC1-C4BB5B2ED4EA}">
      <dgm:prSet/>
      <dgm:spPr/>
      <dgm:t>
        <a:bodyPr/>
        <a:lstStyle/>
        <a:p>
          <a:endParaRPr lang="en-US"/>
        </a:p>
      </dgm:t>
    </dgm:pt>
    <dgm:pt modelId="{0E4A9F36-7335-4A86-8AB1-87297C5C488A}">
      <dgm:prSet/>
      <dgm:spPr/>
      <dgm:t>
        <a:bodyPr/>
        <a:lstStyle/>
        <a:p>
          <a:r>
            <a:rPr lang="nb-NO" dirty="0"/>
            <a:t>IP adresser og DNS</a:t>
          </a:r>
          <a:endParaRPr lang="en-US" dirty="0"/>
        </a:p>
      </dgm:t>
    </dgm:pt>
    <dgm:pt modelId="{A0AC41D0-E6C2-4E32-96C4-344AD0BA7420}" type="parTrans" cxnId="{0DD70FEC-9D62-4F8C-9EB3-9D5BE811A1D3}">
      <dgm:prSet/>
      <dgm:spPr/>
      <dgm:t>
        <a:bodyPr/>
        <a:lstStyle/>
        <a:p>
          <a:endParaRPr lang="en-US"/>
        </a:p>
      </dgm:t>
    </dgm:pt>
    <dgm:pt modelId="{1E9367F6-8971-412C-BAC0-29ABC56A1C50}" type="sibTrans" cxnId="{0DD70FEC-9D62-4F8C-9EB3-9D5BE811A1D3}">
      <dgm:prSet/>
      <dgm:spPr/>
      <dgm:t>
        <a:bodyPr/>
        <a:lstStyle/>
        <a:p>
          <a:endParaRPr lang="en-US"/>
        </a:p>
      </dgm:t>
    </dgm:pt>
    <dgm:pt modelId="{E849A78B-1AE7-4150-8EF8-0CA4867577B7}">
      <dgm:prSet/>
      <dgm:spPr/>
      <dgm:t>
        <a:bodyPr/>
        <a:lstStyle/>
        <a:p>
          <a:r>
            <a:rPr lang="nb-NO" dirty="0"/>
            <a:t>Hva forventes av en nettverkstekniker</a:t>
          </a:r>
          <a:endParaRPr lang="en-US" dirty="0"/>
        </a:p>
      </dgm:t>
    </dgm:pt>
    <dgm:pt modelId="{B8643F2D-EC19-4180-8AF6-F8A2D7809753}" type="parTrans" cxnId="{E11D875E-8640-4253-A3F0-595D97148D3E}">
      <dgm:prSet/>
      <dgm:spPr/>
      <dgm:t>
        <a:bodyPr/>
        <a:lstStyle/>
        <a:p>
          <a:endParaRPr lang="en-US"/>
        </a:p>
      </dgm:t>
    </dgm:pt>
    <dgm:pt modelId="{41CF5257-71ED-480D-81D8-84C8FBF89B5F}" type="sibTrans" cxnId="{E11D875E-8640-4253-A3F0-595D97148D3E}">
      <dgm:prSet/>
      <dgm:spPr/>
      <dgm:t>
        <a:bodyPr/>
        <a:lstStyle/>
        <a:p>
          <a:endParaRPr lang="en-US"/>
        </a:p>
      </dgm:t>
    </dgm:pt>
    <dgm:pt modelId="{CA713930-9FEF-4A37-B178-00B73889622E}" type="pres">
      <dgm:prSet presAssocID="{8A80922A-C8F8-4525-8E26-1304E7FAFCEE}" presName="outerComposite" presStyleCnt="0">
        <dgm:presLayoutVars>
          <dgm:chMax val="5"/>
          <dgm:dir/>
          <dgm:resizeHandles val="exact"/>
        </dgm:presLayoutVars>
      </dgm:prSet>
      <dgm:spPr/>
    </dgm:pt>
    <dgm:pt modelId="{0C2AD889-CA14-41C2-9F2C-A2C104D38A28}" type="pres">
      <dgm:prSet presAssocID="{8A80922A-C8F8-4525-8E26-1304E7FAFCEE}" presName="dummyMaxCanvas" presStyleCnt="0">
        <dgm:presLayoutVars/>
      </dgm:prSet>
      <dgm:spPr/>
    </dgm:pt>
    <dgm:pt modelId="{17DF3C71-2DF7-4407-9BBA-9499E8A7B725}" type="pres">
      <dgm:prSet presAssocID="{8A80922A-C8F8-4525-8E26-1304E7FAFCEE}" presName="FourNodes_1" presStyleLbl="node1" presStyleIdx="0" presStyleCnt="4">
        <dgm:presLayoutVars>
          <dgm:bulletEnabled val="1"/>
        </dgm:presLayoutVars>
      </dgm:prSet>
      <dgm:spPr/>
    </dgm:pt>
    <dgm:pt modelId="{43A1C2F8-D2E5-4FA1-A40E-8290B39E1F6C}" type="pres">
      <dgm:prSet presAssocID="{8A80922A-C8F8-4525-8E26-1304E7FAFCEE}" presName="FourNodes_2" presStyleLbl="node1" presStyleIdx="1" presStyleCnt="4">
        <dgm:presLayoutVars>
          <dgm:bulletEnabled val="1"/>
        </dgm:presLayoutVars>
      </dgm:prSet>
      <dgm:spPr/>
    </dgm:pt>
    <dgm:pt modelId="{FB0DA18E-7F74-44A7-9A0F-441554B9E90C}" type="pres">
      <dgm:prSet presAssocID="{8A80922A-C8F8-4525-8E26-1304E7FAFCEE}" presName="FourNodes_3" presStyleLbl="node1" presStyleIdx="2" presStyleCnt="4">
        <dgm:presLayoutVars>
          <dgm:bulletEnabled val="1"/>
        </dgm:presLayoutVars>
      </dgm:prSet>
      <dgm:spPr/>
    </dgm:pt>
    <dgm:pt modelId="{27496591-234D-4E23-8E66-692088CBBDF6}" type="pres">
      <dgm:prSet presAssocID="{8A80922A-C8F8-4525-8E26-1304E7FAFCEE}" presName="FourNodes_4" presStyleLbl="node1" presStyleIdx="3" presStyleCnt="4">
        <dgm:presLayoutVars>
          <dgm:bulletEnabled val="1"/>
        </dgm:presLayoutVars>
      </dgm:prSet>
      <dgm:spPr/>
    </dgm:pt>
    <dgm:pt modelId="{DD27FBFE-2F27-45E2-AF0A-46BAE9F71781}" type="pres">
      <dgm:prSet presAssocID="{8A80922A-C8F8-4525-8E26-1304E7FAFCEE}" presName="FourConn_1-2" presStyleLbl="fgAccFollowNode1" presStyleIdx="0" presStyleCnt="3">
        <dgm:presLayoutVars>
          <dgm:bulletEnabled val="1"/>
        </dgm:presLayoutVars>
      </dgm:prSet>
      <dgm:spPr/>
    </dgm:pt>
    <dgm:pt modelId="{761BB557-DDD6-4F17-9161-40F83DCEF4D3}" type="pres">
      <dgm:prSet presAssocID="{8A80922A-C8F8-4525-8E26-1304E7FAFCEE}" presName="FourConn_2-3" presStyleLbl="fgAccFollowNode1" presStyleIdx="1" presStyleCnt="3">
        <dgm:presLayoutVars>
          <dgm:bulletEnabled val="1"/>
        </dgm:presLayoutVars>
      </dgm:prSet>
      <dgm:spPr/>
    </dgm:pt>
    <dgm:pt modelId="{F005CB15-B3B1-4A31-A3E4-E7B7BEAAC2D4}" type="pres">
      <dgm:prSet presAssocID="{8A80922A-C8F8-4525-8E26-1304E7FAFCEE}" presName="FourConn_3-4" presStyleLbl="fgAccFollowNode1" presStyleIdx="2" presStyleCnt="3">
        <dgm:presLayoutVars>
          <dgm:bulletEnabled val="1"/>
        </dgm:presLayoutVars>
      </dgm:prSet>
      <dgm:spPr/>
    </dgm:pt>
    <dgm:pt modelId="{6EC76B82-216A-4DDD-A511-7A924E6AD44D}" type="pres">
      <dgm:prSet presAssocID="{8A80922A-C8F8-4525-8E26-1304E7FAFCEE}" presName="FourNodes_1_text" presStyleLbl="node1" presStyleIdx="3" presStyleCnt="4">
        <dgm:presLayoutVars>
          <dgm:bulletEnabled val="1"/>
        </dgm:presLayoutVars>
      </dgm:prSet>
      <dgm:spPr/>
    </dgm:pt>
    <dgm:pt modelId="{8B6E36D8-4F26-4CB1-BC62-E79A61558661}" type="pres">
      <dgm:prSet presAssocID="{8A80922A-C8F8-4525-8E26-1304E7FAFCEE}" presName="FourNodes_2_text" presStyleLbl="node1" presStyleIdx="3" presStyleCnt="4">
        <dgm:presLayoutVars>
          <dgm:bulletEnabled val="1"/>
        </dgm:presLayoutVars>
      </dgm:prSet>
      <dgm:spPr/>
    </dgm:pt>
    <dgm:pt modelId="{AC0DFB30-AD7E-4F2B-B32E-A186D4B24ACF}" type="pres">
      <dgm:prSet presAssocID="{8A80922A-C8F8-4525-8E26-1304E7FAFCEE}" presName="FourNodes_3_text" presStyleLbl="node1" presStyleIdx="3" presStyleCnt="4">
        <dgm:presLayoutVars>
          <dgm:bulletEnabled val="1"/>
        </dgm:presLayoutVars>
      </dgm:prSet>
      <dgm:spPr/>
    </dgm:pt>
    <dgm:pt modelId="{A48FBDEE-7A46-4FA4-B379-344DFB8FC99C}" type="pres">
      <dgm:prSet presAssocID="{8A80922A-C8F8-4525-8E26-1304E7FAFCEE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1F0D8604-CFDA-49FA-9AFC-EDB4ABA4BFDB}" type="presOf" srcId="{E849A78B-1AE7-4150-8EF8-0CA4867577B7}" destId="{27496591-234D-4E23-8E66-692088CBBDF6}" srcOrd="0" destOrd="0" presId="urn:microsoft.com/office/officeart/2005/8/layout/vProcess5"/>
    <dgm:cxn modelId="{03018415-EC0F-48F6-A2E0-7E63D448FCDA}" srcId="{8A80922A-C8F8-4525-8E26-1304E7FAFCEE}" destId="{5A610D5C-7215-428C-BEF9-805C0C24D762}" srcOrd="0" destOrd="0" parTransId="{82628867-5C02-4690-90FE-9B6F75117DD4}" sibTransId="{4C1E95AE-942B-4019-8CC6-A4AA79077F6B}"/>
    <dgm:cxn modelId="{A640421A-FED5-4A2B-A8BF-7A9C10D1089C}" type="presOf" srcId="{1E9367F6-8971-412C-BAC0-29ABC56A1C50}" destId="{F005CB15-B3B1-4A31-A3E4-E7B7BEAAC2D4}" srcOrd="0" destOrd="0" presId="urn:microsoft.com/office/officeart/2005/8/layout/vProcess5"/>
    <dgm:cxn modelId="{0D8DE02D-FBB2-4391-BBC1-C4BB5B2ED4EA}" srcId="{8A80922A-C8F8-4525-8E26-1304E7FAFCEE}" destId="{84775AA3-40ED-483D-BCD5-077EEDDF4090}" srcOrd="1" destOrd="0" parTransId="{B4D42087-BE3D-4EDC-B188-F39AB9C6A2E3}" sibTransId="{0B139B05-3BEB-4032-B0B4-83370AB49681}"/>
    <dgm:cxn modelId="{A4C07930-D6F0-4ECB-AD76-CE54B1AF5295}" type="presOf" srcId="{4C1E95AE-942B-4019-8CC6-A4AA79077F6B}" destId="{DD27FBFE-2F27-45E2-AF0A-46BAE9F71781}" srcOrd="0" destOrd="0" presId="urn:microsoft.com/office/officeart/2005/8/layout/vProcess5"/>
    <dgm:cxn modelId="{AC2C3338-8540-48D1-AC77-2718BC671989}" type="presOf" srcId="{5A610D5C-7215-428C-BEF9-805C0C24D762}" destId="{17DF3C71-2DF7-4407-9BBA-9499E8A7B725}" srcOrd="0" destOrd="0" presId="urn:microsoft.com/office/officeart/2005/8/layout/vProcess5"/>
    <dgm:cxn modelId="{E11D875E-8640-4253-A3F0-595D97148D3E}" srcId="{8A80922A-C8F8-4525-8E26-1304E7FAFCEE}" destId="{E849A78B-1AE7-4150-8EF8-0CA4867577B7}" srcOrd="3" destOrd="0" parTransId="{B8643F2D-EC19-4180-8AF6-F8A2D7809753}" sibTransId="{41CF5257-71ED-480D-81D8-84C8FBF89B5F}"/>
    <dgm:cxn modelId="{CD700D7D-A602-4240-8B1C-6E053F3EB15C}" type="presOf" srcId="{84775AA3-40ED-483D-BCD5-077EEDDF4090}" destId="{43A1C2F8-D2E5-4FA1-A40E-8290B39E1F6C}" srcOrd="0" destOrd="0" presId="urn:microsoft.com/office/officeart/2005/8/layout/vProcess5"/>
    <dgm:cxn modelId="{FA1C0A81-2186-4370-ADBD-242CBF2D08B7}" type="presOf" srcId="{0E4A9F36-7335-4A86-8AB1-87297C5C488A}" destId="{FB0DA18E-7F74-44A7-9A0F-441554B9E90C}" srcOrd="0" destOrd="0" presId="urn:microsoft.com/office/officeart/2005/8/layout/vProcess5"/>
    <dgm:cxn modelId="{6C912887-C4CC-4AA8-A875-5B7FD3B08D5D}" type="presOf" srcId="{0B139B05-3BEB-4032-B0B4-83370AB49681}" destId="{761BB557-DDD6-4F17-9161-40F83DCEF4D3}" srcOrd="0" destOrd="0" presId="urn:microsoft.com/office/officeart/2005/8/layout/vProcess5"/>
    <dgm:cxn modelId="{7E53FD9C-93AD-4B7F-BB47-08BECBD8887B}" type="presOf" srcId="{E849A78B-1AE7-4150-8EF8-0CA4867577B7}" destId="{A48FBDEE-7A46-4FA4-B379-344DFB8FC99C}" srcOrd="1" destOrd="0" presId="urn:microsoft.com/office/officeart/2005/8/layout/vProcess5"/>
    <dgm:cxn modelId="{B94091A1-F585-4EC0-BA35-72F58BBB31BC}" type="presOf" srcId="{5A610D5C-7215-428C-BEF9-805C0C24D762}" destId="{6EC76B82-216A-4DDD-A511-7A924E6AD44D}" srcOrd="1" destOrd="0" presId="urn:microsoft.com/office/officeart/2005/8/layout/vProcess5"/>
    <dgm:cxn modelId="{AB0431C5-A672-415C-8694-0C241F9D2815}" type="presOf" srcId="{0E4A9F36-7335-4A86-8AB1-87297C5C488A}" destId="{AC0DFB30-AD7E-4F2B-B32E-A186D4B24ACF}" srcOrd="1" destOrd="0" presId="urn:microsoft.com/office/officeart/2005/8/layout/vProcess5"/>
    <dgm:cxn modelId="{8AB175C5-92FF-49AB-B9AE-FB8485E9048C}" type="presOf" srcId="{84775AA3-40ED-483D-BCD5-077EEDDF4090}" destId="{8B6E36D8-4F26-4CB1-BC62-E79A61558661}" srcOrd="1" destOrd="0" presId="urn:microsoft.com/office/officeart/2005/8/layout/vProcess5"/>
    <dgm:cxn modelId="{5AAE97C9-815A-40A3-BE0B-72F2E5238EDA}" type="presOf" srcId="{8A80922A-C8F8-4525-8E26-1304E7FAFCEE}" destId="{CA713930-9FEF-4A37-B178-00B73889622E}" srcOrd="0" destOrd="0" presId="urn:microsoft.com/office/officeart/2005/8/layout/vProcess5"/>
    <dgm:cxn modelId="{0DD70FEC-9D62-4F8C-9EB3-9D5BE811A1D3}" srcId="{8A80922A-C8F8-4525-8E26-1304E7FAFCEE}" destId="{0E4A9F36-7335-4A86-8AB1-87297C5C488A}" srcOrd="2" destOrd="0" parTransId="{A0AC41D0-E6C2-4E32-96C4-344AD0BA7420}" sibTransId="{1E9367F6-8971-412C-BAC0-29ABC56A1C50}"/>
    <dgm:cxn modelId="{BE815D94-C6D5-4FD6-A31B-81160D942E6F}" type="presParOf" srcId="{CA713930-9FEF-4A37-B178-00B73889622E}" destId="{0C2AD889-CA14-41C2-9F2C-A2C104D38A28}" srcOrd="0" destOrd="0" presId="urn:microsoft.com/office/officeart/2005/8/layout/vProcess5"/>
    <dgm:cxn modelId="{C1EB3843-2A04-427B-AC2E-487E0BF5B01D}" type="presParOf" srcId="{CA713930-9FEF-4A37-B178-00B73889622E}" destId="{17DF3C71-2DF7-4407-9BBA-9499E8A7B725}" srcOrd="1" destOrd="0" presId="urn:microsoft.com/office/officeart/2005/8/layout/vProcess5"/>
    <dgm:cxn modelId="{69E1E829-3415-4FEA-AC03-701F966A9224}" type="presParOf" srcId="{CA713930-9FEF-4A37-B178-00B73889622E}" destId="{43A1C2F8-D2E5-4FA1-A40E-8290B39E1F6C}" srcOrd="2" destOrd="0" presId="urn:microsoft.com/office/officeart/2005/8/layout/vProcess5"/>
    <dgm:cxn modelId="{461E306A-137F-4285-8B60-5546D7A647BD}" type="presParOf" srcId="{CA713930-9FEF-4A37-B178-00B73889622E}" destId="{FB0DA18E-7F74-44A7-9A0F-441554B9E90C}" srcOrd="3" destOrd="0" presId="urn:microsoft.com/office/officeart/2005/8/layout/vProcess5"/>
    <dgm:cxn modelId="{E872E24F-8E12-430D-BD35-7DE21745BDD2}" type="presParOf" srcId="{CA713930-9FEF-4A37-B178-00B73889622E}" destId="{27496591-234D-4E23-8E66-692088CBBDF6}" srcOrd="4" destOrd="0" presId="urn:microsoft.com/office/officeart/2005/8/layout/vProcess5"/>
    <dgm:cxn modelId="{BB9CCDB4-D7E0-41CE-BA82-339B26068F06}" type="presParOf" srcId="{CA713930-9FEF-4A37-B178-00B73889622E}" destId="{DD27FBFE-2F27-45E2-AF0A-46BAE9F71781}" srcOrd="5" destOrd="0" presId="urn:microsoft.com/office/officeart/2005/8/layout/vProcess5"/>
    <dgm:cxn modelId="{C340A84B-4929-4126-AAAF-23F8DEDDBAFA}" type="presParOf" srcId="{CA713930-9FEF-4A37-B178-00B73889622E}" destId="{761BB557-DDD6-4F17-9161-40F83DCEF4D3}" srcOrd="6" destOrd="0" presId="urn:microsoft.com/office/officeart/2005/8/layout/vProcess5"/>
    <dgm:cxn modelId="{147FD32A-E757-43CC-8FFE-4AA2744FEA5D}" type="presParOf" srcId="{CA713930-9FEF-4A37-B178-00B73889622E}" destId="{F005CB15-B3B1-4A31-A3E4-E7B7BEAAC2D4}" srcOrd="7" destOrd="0" presId="urn:microsoft.com/office/officeart/2005/8/layout/vProcess5"/>
    <dgm:cxn modelId="{CD8CE478-8FDE-4202-98EF-F480F93D2F6B}" type="presParOf" srcId="{CA713930-9FEF-4A37-B178-00B73889622E}" destId="{6EC76B82-216A-4DDD-A511-7A924E6AD44D}" srcOrd="8" destOrd="0" presId="urn:microsoft.com/office/officeart/2005/8/layout/vProcess5"/>
    <dgm:cxn modelId="{9DCF80F2-736C-48FE-96C8-7919A12AA3EC}" type="presParOf" srcId="{CA713930-9FEF-4A37-B178-00B73889622E}" destId="{8B6E36D8-4F26-4CB1-BC62-E79A61558661}" srcOrd="9" destOrd="0" presId="urn:microsoft.com/office/officeart/2005/8/layout/vProcess5"/>
    <dgm:cxn modelId="{52DBE3C5-1290-4EF5-9E87-8424C1CCDDAD}" type="presParOf" srcId="{CA713930-9FEF-4A37-B178-00B73889622E}" destId="{AC0DFB30-AD7E-4F2B-B32E-A186D4B24ACF}" srcOrd="10" destOrd="0" presId="urn:microsoft.com/office/officeart/2005/8/layout/vProcess5"/>
    <dgm:cxn modelId="{CBD7026C-8055-4940-BF59-ACEDE0E0FEA4}" type="presParOf" srcId="{CA713930-9FEF-4A37-B178-00B73889622E}" destId="{A48FBDEE-7A46-4FA4-B379-344DFB8FC99C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DF3C71-2DF7-4407-9BBA-9499E8A7B725}">
      <dsp:nvSpPr>
        <dsp:cNvPr id="0" name=""/>
        <dsp:cNvSpPr/>
      </dsp:nvSpPr>
      <dsp:spPr>
        <a:xfrm>
          <a:off x="0" y="0"/>
          <a:ext cx="7886552" cy="92432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400" kern="1200" dirty="0"/>
            <a:t>Hva et nettverk er for</a:t>
          </a:r>
          <a:r>
            <a:rPr lang="nb-NO" sz="2400" kern="1200" dirty="0">
              <a:solidFill>
                <a:schemeClr val="bg1"/>
              </a:solidFill>
            </a:rPr>
            <a:t> </a:t>
          </a:r>
          <a:r>
            <a:rPr lang="nb-NO" sz="2400" b="0" i="0" u="none" strike="noStrike" kern="1200" cap="none" baseline="0" noProof="0" dirty="0" err="1">
              <a:solidFill>
                <a:schemeClr val="bg1"/>
              </a:solidFill>
              <a:latin typeface="Century Schoolbook"/>
            </a:rPr>
            <a:t>no</a:t>
          </a:r>
          <a:r>
            <a:rPr lang="nb-NO" sz="2400" b="0" i="0" u="none" strike="noStrike" kern="1200" cap="none" baseline="0" noProof="0" dirty="0">
              <a:solidFill>
                <a:schemeClr val="bg1"/>
              </a:solidFill>
              <a:latin typeface="Century Schoolbook"/>
            </a:rPr>
            <a:t>'</a:t>
          </a:r>
          <a:endParaRPr lang="nb-NO" sz="2400" kern="1200" dirty="0">
            <a:solidFill>
              <a:schemeClr val="bg1"/>
            </a:solidFill>
          </a:endParaRPr>
        </a:p>
      </dsp:txBody>
      <dsp:txXfrm>
        <a:off x="27073" y="27073"/>
        <a:ext cx="6811027" cy="870179"/>
      </dsp:txXfrm>
    </dsp:sp>
    <dsp:sp modelId="{43A1C2F8-D2E5-4FA1-A40E-8290B39E1F6C}">
      <dsp:nvSpPr>
        <dsp:cNvPr id="0" name=""/>
        <dsp:cNvSpPr/>
      </dsp:nvSpPr>
      <dsp:spPr>
        <a:xfrm>
          <a:off x="660498" y="1092384"/>
          <a:ext cx="7886552" cy="92432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400" kern="1200" dirty="0"/>
            <a:t>Kort forklart, kabel, fiber, trådløst, hva skiller de ad?</a:t>
          </a:r>
          <a:endParaRPr lang="en-US" sz="2400" kern="1200" dirty="0"/>
        </a:p>
      </dsp:txBody>
      <dsp:txXfrm>
        <a:off x="687571" y="1119457"/>
        <a:ext cx="6571096" cy="870179"/>
      </dsp:txXfrm>
    </dsp:sp>
    <dsp:sp modelId="{FB0DA18E-7F74-44A7-9A0F-441554B9E90C}">
      <dsp:nvSpPr>
        <dsp:cNvPr id="0" name=""/>
        <dsp:cNvSpPr/>
      </dsp:nvSpPr>
      <dsp:spPr>
        <a:xfrm>
          <a:off x="1311139" y="2184768"/>
          <a:ext cx="7886552" cy="92432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400" kern="1200" dirty="0"/>
            <a:t>IP adresser og DNS</a:t>
          </a:r>
          <a:endParaRPr lang="en-US" sz="2400" kern="1200" dirty="0"/>
        </a:p>
      </dsp:txBody>
      <dsp:txXfrm>
        <a:off x="1338212" y="2211841"/>
        <a:ext cx="6580954" cy="870179"/>
      </dsp:txXfrm>
    </dsp:sp>
    <dsp:sp modelId="{27496591-234D-4E23-8E66-692088CBBDF6}">
      <dsp:nvSpPr>
        <dsp:cNvPr id="0" name=""/>
        <dsp:cNvSpPr/>
      </dsp:nvSpPr>
      <dsp:spPr>
        <a:xfrm>
          <a:off x="1971638" y="3277152"/>
          <a:ext cx="7886552" cy="92432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400" kern="1200" dirty="0"/>
            <a:t>Hva forventes av en nettverkstekniker</a:t>
          </a:r>
          <a:endParaRPr lang="en-US" sz="2400" kern="1200" dirty="0"/>
        </a:p>
      </dsp:txBody>
      <dsp:txXfrm>
        <a:off x="1998711" y="3304225"/>
        <a:ext cx="6571096" cy="870179"/>
      </dsp:txXfrm>
    </dsp:sp>
    <dsp:sp modelId="{DD27FBFE-2F27-45E2-AF0A-46BAE9F71781}">
      <dsp:nvSpPr>
        <dsp:cNvPr id="0" name=""/>
        <dsp:cNvSpPr/>
      </dsp:nvSpPr>
      <dsp:spPr>
        <a:xfrm>
          <a:off x="7285741" y="707949"/>
          <a:ext cx="600811" cy="600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7420923" y="707949"/>
        <a:ext cx="330447" cy="452110"/>
      </dsp:txXfrm>
    </dsp:sp>
    <dsp:sp modelId="{761BB557-DDD6-4F17-9161-40F83DCEF4D3}">
      <dsp:nvSpPr>
        <dsp:cNvPr id="0" name=""/>
        <dsp:cNvSpPr/>
      </dsp:nvSpPr>
      <dsp:spPr>
        <a:xfrm>
          <a:off x="7946240" y="1800333"/>
          <a:ext cx="600811" cy="600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8081422" y="1800333"/>
        <a:ext cx="330447" cy="452110"/>
      </dsp:txXfrm>
    </dsp:sp>
    <dsp:sp modelId="{F005CB15-B3B1-4A31-A3E4-E7B7BEAAC2D4}">
      <dsp:nvSpPr>
        <dsp:cNvPr id="0" name=""/>
        <dsp:cNvSpPr/>
      </dsp:nvSpPr>
      <dsp:spPr>
        <a:xfrm>
          <a:off x="8596880" y="2892717"/>
          <a:ext cx="600811" cy="600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8732062" y="2892717"/>
        <a:ext cx="330447" cy="4521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10/15/26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4930086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10/15/26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374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10/15/26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94649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10/15/26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715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10/15/26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872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10/15/26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6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10/15/26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005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10/15/26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514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10/15/26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06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10/15/26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88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10/15/26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14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O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10/15/26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574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Dxcc6ycZ73M?feature=oembed" TargetMode="External"/><Relationship Id="rId4" Type="http://schemas.openxmlformats.org/officeDocument/2006/relationships/hyperlink" Target="https://www.youtube.com/watch?v=Dxcc6ycZ73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S7MNX_UD7vY?feature=oembed" TargetMode="External"/><Relationship Id="rId4" Type="http://schemas.openxmlformats.org/officeDocument/2006/relationships/hyperlink" Target="https://www.youtube.com/watch?time_continue=1&amp;v=S7MNX_UD7vY&amp;feature=emb_logo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5o8CwafCxnU?feature=oembed" TargetMode="External"/><Relationship Id="rId4" Type="http://schemas.openxmlformats.org/officeDocument/2006/relationships/hyperlink" Target="https://www.youtube.com/watch?v=5o8CwafCxnU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ZhEf7e4kopM?feature=oembed" TargetMode="External"/><Relationship Id="rId4" Type="http://schemas.openxmlformats.org/officeDocument/2006/relationships/hyperlink" Target="https://www.youtube.com/watch?v=ZhEf7e4kop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1261872" y="1028699"/>
            <a:ext cx="9418320" cy="3862083"/>
          </a:xfrm>
        </p:spPr>
        <p:txBody>
          <a:bodyPr anchor="ctr">
            <a:normAutofit/>
          </a:bodyPr>
          <a:lstStyle/>
          <a:p>
            <a:pPr algn="ctr"/>
            <a:r>
              <a:rPr lang="en-US" sz="6000"/>
              <a:t>Nettverk</a:t>
            </a:r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1261872" y="5237670"/>
            <a:ext cx="9418320" cy="1183261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dirty="0" err="1"/>
              <a:t>Hva</a:t>
            </a:r>
            <a:r>
              <a:rPr lang="en-US" dirty="0"/>
              <a:t> er </a:t>
            </a:r>
            <a:r>
              <a:rPr lang="en-US" dirty="0" err="1"/>
              <a:t>nå</a:t>
            </a:r>
            <a:r>
              <a:rPr lang="en-US" dirty="0"/>
              <a:t> det for no, da?</a:t>
            </a:r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E8ECA2-60A0-4D39-817D-F1E982ED7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51500" y="5097592"/>
            <a:ext cx="59639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3124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hade val="98000"/>
                <a:satMod val="130000"/>
                <a:lumMod val="102000"/>
              </a:schemeClr>
            </a:gs>
            <a:gs pos="100000">
              <a:schemeClr val="bg1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99ED6D-365F-4CAE-942F-ECA78F74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O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B0F74F9-E373-4883-A533-C80C53DE6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65FFFB-1163-4DA7-83B0-B8677ABBC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08C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117A05-2F4F-4370-A926-6191A5C3D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Bilde 5">
            <a:hlinkClick r:id="" action="ppaction://media"/>
            <a:extLst>
              <a:ext uri="{FF2B5EF4-FFF2-40B4-BE49-F238E27FC236}">
                <a16:creationId xmlns:a16="http://schemas.microsoft.com/office/drawing/2014/main" id="{666B62CD-03EA-4BC8-AFE4-A199B20BB769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026131" y="1123527"/>
            <a:ext cx="6139733" cy="4604800"/>
          </a:xfrm>
          <a:prstGeom prst="rect">
            <a:avLst/>
          </a:prstGeom>
        </p:spPr>
      </p:pic>
      <p:sp>
        <p:nvSpPr>
          <p:cNvPr id="6" name="TekstSylinder 5">
            <a:extLst>
              <a:ext uri="{FF2B5EF4-FFF2-40B4-BE49-F238E27FC236}">
                <a16:creationId xmlns:a16="http://schemas.microsoft.com/office/drawing/2014/main" id="{D2E6DB46-B37B-41DB-8690-87614B333C44}"/>
              </a:ext>
            </a:extLst>
          </p:cNvPr>
          <p:cNvSpPr txBox="1"/>
          <p:nvPr/>
        </p:nvSpPr>
        <p:spPr>
          <a:xfrm>
            <a:off x="4904509" y="5832763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hlinkClick r:id="rId4"/>
              </a:rPr>
              <a:t>Lenke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447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76248C8-0720-48AB-91BA-5F530BB41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2209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73C9AEA5-C704-476A-B034-EA6634512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1" y="365760"/>
            <a:ext cx="9858383" cy="1325562"/>
          </a:xfrm>
        </p:spPr>
        <p:txBody>
          <a:bodyPr>
            <a:normAutofit/>
          </a:bodyPr>
          <a:lstStyle/>
          <a:p>
            <a:r>
              <a:rPr lang="nb-NO" dirty="0"/>
              <a:t>Denne økten skal vi se på: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3BEDA7-D0B8-4802-8168-92452653B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O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EFF34B-7B1A-4F9D-8CEE-A40962BC7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3724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O"/>
          </a:p>
        </p:txBody>
      </p:sp>
      <p:graphicFrame>
        <p:nvGraphicFramePr>
          <p:cNvPr id="5" name="Plassholder for innhold 2">
            <a:extLst>
              <a:ext uri="{FF2B5EF4-FFF2-40B4-BE49-F238E27FC236}">
                <a16:creationId xmlns:a16="http://schemas.microsoft.com/office/drawing/2014/main" id="{2582DAE6-5323-4B32-9BFA-ADFFE97A29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5642041"/>
              </p:ext>
            </p:extLst>
          </p:nvPr>
        </p:nvGraphicFramePr>
        <p:xfrm>
          <a:off x="1262063" y="2013055"/>
          <a:ext cx="9858191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9449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D5E0904-721C-4D68-9EB8-1C9752E3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O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EDA3B95A-7B4C-4413-AD4B-528FA5A06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0438" y="758952"/>
            <a:ext cx="2853005" cy="4041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6000" dirty="0"/>
              <a:t>Først, en video</a:t>
            </a:r>
          </a:p>
        </p:txBody>
      </p:sp>
      <p:pic>
        <p:nvPicPr>
          <p:cNvPr id="4" name="Bilde 4">
            <a:hlinkClick r:id="" action="ppaction://media"/>
            <a:extLst>
              <a:ext uri="{FF2B5EF4-FFF2-40B4-BE49-F238E27FC236}">
                <a16:creationId xmlns:a16="http://schemas.microsoft.com/office/drawing/2014/main" id="{DFC55680-D262-494C-A0A8-1C4B2D8BCA95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999601" y="693760"/>
            <a:ext cx="6616823" cy="4962617"/>
          </a:xfrm>
          <a:prstGeom prst="rect">
            <a:avLst/>
          </a:prstGeom>
        </p:spPr>
      </p:pic>
      <p:sp>
        <p:nvSpPr>
          <p:cNvPr id="3" name="TekstSylinder 2">
            <a:extLst>
              <a:ext uri="{FF2B5EF4-FFF2-40B4-BE49-F238E27FC236}">
                <a16:creationId xmlns:a16="http://schemas.microsoft.com/office/drawing/2014/main" id="{BE279920-25CB-402D-8650-3994C320E5DE}"/>
              </a:ext>
            </a:extLst>
          </p:cNvPr>
          <p:cNvSpPr txBox="1"/>
          <p:nvPr/>
        </p:nvSpPr>
        <p:spPr>
          <a:xfrm>
            <a:off x="2937164" y="592974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  <a:hlinkClick r:id="rId4"/>
              </a:rPr>
              <a:t>Lenke</a:t>
            </a:r>
            <a:endParaRPr lang="en-US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50716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53BE9BF-0CE4-4EBE-9C8B-83D0D63D4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874" y="677863"/>
            <a:ext cx="4534047" cy="1325562"/>
          </a:xfrm>
        </p:spPr>
        <p:txBody>
          <a:bodyPr>
            <a:normAutofit/>
          </a:bodyPr>
          <a:lstStyle/>
          <a:p>
            <a:r>
              <a:rPr lang="nb-NO"/>
              <a:t>World Wide Web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2071069-A910-4F92-A095-2621EBF70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874" y="2325158"/>
            <a:ext cx="4534048" cy="385497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nb-NO"/>
              <a:t>Alle enheter som har tilgang til internett, er en del av internettet.</a:t>
            </a:r>
          </a:p>
          <a:p>
            <a:r>
              <a:rPr lang="nb-NO"/>
              <a:t>Men, nettsiden vi har laget, ligger ikke på nett.</a:t>
            </a:r>
          </a:p>
          <a:p>
            <a:r>
              <a:rPr lang="nb-NO"/>
              <a:t>Internett fungerer på en lytter basis, men liker ikke å snakke ut med mindre den må</a:t>
            </a:r>
          </a:p>
          <a:p>
            <a:r>
              <a:rPr lang="nb-NO"/>
              <a:t>Sikkerhet er nøkkelordet. Alltid.</a:t>
            </a:r>
          </a:p>
        </p:txBody>
      </p:sp>
      <p:pic>
        <p:nvPicPr>
          <p:cNvPr id="4" name="Bilde 4" descr="Et bilde som inneholder tekst, kart&#10;&#10;Automatisk generert beskrivelse">
            <a:extLst>
              <a:ext uri="{FF2B5EF4-FFF2-40B4-BE49-F238E27FC236}">
                <a16:creationId xmlns:a16="http://schemas.microsoft.com/office/drawing/2014/main" id="{AABA6D2F-995A-4BCB-933E-EE347F9FF1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97" r="-2" b="8802"/>
          <a:stretch/>
        </p:blipFill>
        <p:spPr>
          <a:xfrm>
            <a:off x="5633157" y="1063686"/>
            <a:ext cx="5209989" cy="4730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731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CAAA638-5B5C-4D52-BF33-D8600F71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0464" y="677863"/>
            <a:ext cx="4534047" cy="1325562"/>
          </a:xfrm>
        </p:spPr>
        <p:txBody>
          <a:bodyPr>
            <a:normAutofit/>
          </a:bodyPr>
          <a:lstStyle/>
          <a:p>
            <a:r>
              <a:rPr lang="nb-NO" dirty="0"/>
              <a:t>IP-adresse</a:t>
            </a:r>
          </a:p>
        </p:txBody>
      </p:sp>
      <p:pic>
        <p:nvPicPr>
          <p:cNvPr id="4" name="Bilde 4" descr="Et bilde som inneholder tekst, telefon, bord&#10;&#10;Automatisk generert beskrivelse">
            <a:extLst>
              <a:ext uri="{FF2B5EF4-FFF2-40B4-BE49-F238E27FC236}">
                <a16:creationId xmlns:a16="http://schemas.microsoft.com/office/drawing/2014/main" id="{E46324B4-72B1-4E4E-9530-83BAC4A5A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91" y="873993"/>
            <a:ext cx="5451627" cy="5115838"/>
          </a:xfrm>
          <a:prstGeom prst="rect">
            <a:avLst/>
          </a:prstGeom>
        </p:spPr>
      </p:pic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05AFB06-A25B-440F-A504-B4369B72A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0463" y="1854104"/>
            <a:ext cx="4544293" cy="449965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nb-NO" dirty="0">
              <a:ea typeface="+mn-lt"/>
              <a:cs typeface="+mn-lt"/>
            </a:endParaRPr>
          </a:p>
          <a:p>
            <a:r>
              <a:rPr lang="nb-NO" dirty="0">
                <a:ea typeface="+mn-lt"/>
                <a:cs typeface="+mn-lt"/>
              </a:rPr>
              <a:t>Fungerer på flere lag, privat eller offentlig.</a:t>
            </a:r>
          </a:p>
          <a:p>
            <a:r>
              <a:rPr lang="nb-NO" dirty="0"/>
              <a:t>Som et telefonnummer, men med ulike maler.</a:t>
            </a:r>
            <a:endParaRPr lang="nb-NO"/>
          </a:p>
          <a:p>
            <a:r>
              <a:rPr lang="nb-NO" dirty="0"/>
              <a:t>WAN = </a:t>
            </a:r>
            <a:r>
              <a:rPr lang="nb-NO" dirty="0" err="1"/>
              <a:t>Wide</a:t>
            </a:r>
            <a:r>
              <a:rPr lang="nb-NO" dirty="0"/>
              <a:t> Area Network.</a:t>
            </a:r>
          </a:p>
          <a:p>
            <a:r>
              <a:rPr lang="nb-NO" dirty="0"/>
              <a:t>WAN IP finner man på: </a:t>
            </a:r>
            <a:r>
              <a:rPr lang="nb-NO" dirty="0">
                <a:ea typeface="+mn-lt"/>
                <a:cs typeface="+mn-lt"/>
              </a:rPr>
              <a:t>icanhazip.com</a:t>
            </a:r>
          </a:p>
          <a:p>
            <a:r>
              <a:rPr lang="nb-NO" dirty="0"/>
              <a:t>LAN = </a:t>
            </a:r>
            <a:r>
              <a:rPr lang="nb-NO" dirty="0" err="1"/>
              <a:t>Local</a:t>
            </a:r>
            <a:r>
              <a:rPr lang="nb-NO" dirty="0"/>
              <a:t> Area Network</a:t>
            </a:r>
          </a:p>
          <a:p>
            <a:r>
              <a:rPr lang="nb-NO" dirty="0"/>
              <a:t>LAN IP defineres av ruteren og kan finnes på maskinen</a:t>
            </a:r>
          </a:p>
          <a:p>
            <a:endParaRPr lang="nb-NO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95127050-0A3F-4ECA-B67B-DC86472DB465}"/>
              </a:ext>
            </a:extLst>
          </p:cNvPr>
          <p:cNvSpPr/>
          <p:nvPr/>
        </p:nvSpPr>
        <p:spPr>
          <a:xfrm>
            <a:off x="3111659" y="1717876"/>
            <a:ext cx="2941899" cy="9163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50346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F8E659B-9204-40DB-9EF3-B155F4F30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Lokal IP-adresse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D5D6A7E-F81C-434D-A605-14A483184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b-NO" dirty="0"/>
              <a:t>Standard for Lokal IP heter RFC1918, så vet dere det.</a:t>
            </a:r>
          </a:p>
          <a:p>
            <a:pPr marL="0" indent="0">
              <a:buNone/>
            </a:pPr>
            <a:endParaRPr lang="nb-NO" dirty="0"/>
          </a:p>
          <a:p>
            <a:r>
              <a:rPr lang="nb-NO" dirty="0"/>
              <a:t>Vanligste er Klasse C lengde.</a:t>
            </a:r>
          </a:p>
          <a:p>
            <a:r>
              <a:rPr lang="nb-NO" dirty="0"/>
              <a:t>192.168.0.0 - 192.168.255.255</a:t>
            </a:r>
          </a:p>
          <a:p>
            <a:r>
              <a:rPr lang="nb-NO" dirty="0"/>
              <a:t>Denne tillater 255 ulike subnett, som kan ha 255 ulike brukere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140465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210EC05-6408-4DC7-AA7A-D7DB8D33E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31" y="640080"/>
            <a:ext cx="3690425" cy="1363344"/>
          </a:xfrm>
        </p:spPr>
        <p:txBody>
          <a:bodyPr>
            <a:normAutofit/>
          </a:bodyPr>
          <a:lstStyle/>
          <a:p>
            <a:r>
              <a:rPr lang="nb-NO" sz="3200"/>
              <a:t>Offentlig IP-adresse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1E90309-7B42-48FE-B2EE-AF72A9C12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31" y="2325157"/>
            <a:ext cx="3690425" cy="385497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b-NO" sz="1600" dirty="0"/>
              <a:t>Blir utdelt av internett tjenesten du har (</a:t>
            </a:r>
            <a:r>
              <a:rPr lang="nb-NO" sz="1600" dirty="0" err="1"/>
              <a:t>Altibox</a:t>
            </a:r>
            <a:r>
              <a:rPr lang="nb-NO" sz="1600" dirty="0"/>
              <a:t>, </a:t>
            </a:r>
            <a:r>
              <a:rPr lang="nb-NO" sz="1600" dirty="0" err="1"/>
              <a:t>Get</a:t>
            </a:r>
            <a:r>
              <a:rPr lang="nb-NO" sz="1600" dirty="0"/>
              <a:t>, </a:t>
            </a:r>
            <a:r>
              <a:rPr lang="nb-NO" sz="1600" dirty="0" err="1"/>
              <a:t>etc</a:t>
            </a:r>
            <a:r>
              <a:rPr lang="nb-NO" sz="1600" dirty="0"/>
              <a:t>).</a:t>
            </a:r>
          </a:p>
          <a:p>
            <a:r>
              <a:rPr lang="nb-NO" sz="1600" dirty="0"/>
              <a:t>Fungerer som en gateadresse, og alle enheter på et nettverk deler denne offentlige adressen.</a:t>
            </a:r>
          </a:p>
          <a:p>
            <a:r>
              <a:rPr lang="nb-NO" sz="1600" dirty="0"/>
              <a:t>Offentlige IPv4 adresser holder på å gå tom. Vi er i en overgangsperiode til IPv6.</a:t>
            </a:r>
          </a:p>
        </p:txBody>
      </p:sp>
      <p:pic>
        <p:nvPicPr>
          <p:cNvPr id="4" name="Bilde 4">
            <a:hlinkClick r:id="" action="ppaction://media"/>
            <a:extLst>
              <a:ext uri="{FF2B5EF4-FFF2-40B4-BE49-F238E27FC236}">
                <a16:creationId xmlns:a16="http://schemas.microsoft.com/office/drawing/2014/main" id="{5F26F512-EB7D-48EB-9F61-4135B798077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709714" y="890202"/>
            <a:ext cx="6155736" cy="4616802"/>
          </a:xfrm>
          <a:prstGeom prst="rect">
            <a:avLst/>
          </a:prstGeom>
        </p:spPr>
      </p:pic>
      <p:sp>
        <p:nvSpPr>
          <p:cNvPr id="5" name="TekstSylinder 4">
            <a:extLst>
              <a:ext uri="{FF2B5EF4-FFF2-40B4-BE49-F238E27FC236}">
                <a16:creationId xmlns:a16="http://schemas.microsoft.com/office/drawing/2014/main" id="{47C0B302-A825-4BF1-AEC4-878CA96E9142}"/>
              </a:ext>
            </a:extLst>
          </p:cNvPr>
          <p:cNvSpPr txBox="1"/>
          <p:nvPr/>
        </p:nvSpPr>
        <p:spPr>
          <a:xfrm>
            <a:off x="6428510" y="5749636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hlinkClick r:id="rId4"/>
              </a:rPr>
              <a:t>Lenke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571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177FE4A-CD4A-4421-AA49-129809ECD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DNS – Navnetjener (</a:t>
            </a:r>
            <a:r>
              <a:rPr lang="nb-NO" dirty="0" err="1"/>
              <a:t>Domain</a:t>
            </a:r>
            <a:r>
              <a:rPr lang="nb-NO" dirty="0"/>
              <a:t> </a:t>
            </a:r>
            <a:r>
              <a:rPr lang="nb-NO" dirty="0" err="1"/>
              <a:t>Name</a:t>
            </a:r>
            <a:r>
              <a:rPr lang="nb-NO" dirty="0"/>
              <a:t> Server)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F981635-111F-49FA-B6C3-D426209BE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b-NO" dirty="0"/>
              <a:t>Internettets Gulesider.</a:t>
            </a:r>
          </a:p>
          <a:p>
            <a:r>
              <a:rPr lang="nb-NO" dirty="0"/>
              <a:t>Oversetter navn, som er registrert hos en domene distributør (</a:t>
            </a:r>
            <a:r>
              <a:rPr lang="nb-NO" dirty="0" err="1"/>
              <a:t>domene.shop</a:t>
            </a:r>
            <a:r>
              <a:rPr lang="nb-NO" dirty="0"/>
              <a:t>, domain.com eller lignende). Hvem som helst kan gjøre dette.</a:t>
            </a:r>
          </a:p>
          <a:p>
            <a:r>
              <a:rPr lang="nb-NO" dirty="0"/>
              <a:t>Google.com -&gt; 172.217.21.142</a:t>
            </a:r>
          </a:p>
          <a:p>
            <a:r>
              <a:rPr lang="nb-NO" dirty="0"/>
              <a:t>NRK.no -&gt; 104.89.124.26</a:t>
            </a:r>
          </a:p>
          <a:p>
            <a:r>
              <a:rPr lang="nb-NO" dirty="0"/>
              <a:t>Vaagen.vgs.no -&gt; 176.221.90.98</a:t>
            </a:r>
          </a:p>
          <a:p>
            <a:endParaRPr lang="nb-NO" dirty="0"/>
          </a:p>
          <a:p>
            <a:r>
              <a:rPr lang="nb-NO" dirty="0"/>
              <a:t>Hos adressene står en server (tjener) som er blitt åpnet opp for nettet (Port </a:t>
            </a:r>
            <a:r>
              <a:rPr lang="nb-NO" dirty="0" err="1"/>
              <a:t>Forwarding</a:t>
            </a:r>
            <a:r>
              <a:rPr lang="nb-NO" dirty="0"/>
              <a:t>, eller NAT), som har som oppgave å åpne HTML dokumenter, eller andre protokoller</a:t>
            </a:r>
          </a:p>
        </p:txBody>
      </p:sp>
    </p:spTree>
    <p:extLst>
      <p:ext uri="{BB962C8B-B14F-4D97-AF65-F5344CB8AC3E}">
        <p14:creationId xmlns:p14="http://schemas.microsoft.com/office/powerpoint/2010/main" val="2091002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3925054-3903-4939-8331-CAF47CC01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874" y="677863"/>
            <a:ext cx="4534047" cy="1325562"/>
          </a:xfrm>
        </p:spPr>
        <p:txBody>
          <a:bodyPr>
            <a:normAutofit/>
          </a:bodyPr>
          <a:lstStyle/>
          <a:p>
            <a:r>
              <a:rPr lang="nb-NO" dirty="0"/>
              <a:t>En IT manns jobb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6481665-D0CA-440E-9008-E17D68042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874" y="2325158"/>
            <a:ext cx="4534048" cy="385497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 err="1"/>
              <a:t>Sørge</a:t>
            </a:r>
            <a:r>
              <a:rPr lang="en-US" dirty="0"/>
              <a:t> for at:</a:t>
            </a:r>
          </a:p>
          <a:p>
            <a:pPr lvl="1"/>
            <a:r>
              <a:rPr lang="en-US" dirty="0"/>
              <a:t>At det </a:t>
            </a:r>
            <a:r>
              <a:rPr lang="en-US" dirty="0" err="1"/>
              <a:t>virker</a:t>
            </a:r>
          </a:p>
          <a:p>
            <a:pPr lvl="1"/>
            <a:r>
              <a:rPr lang="en-US" dirty="0" err="1"/>
              <a:t>Nettet</a:t>
            </a:r>
            <a:r>
              <a:rPr lang="en-US" dirty="0"/>
              <a:t> </a:t>
            </a:r>
            <a:r>
              <a:rPr lang="en-US" dirty="0" err="1"/>
              <a:t>oppleves</a:t>
            </a:r>
            <a:r>
              <a:rPr lang="en-US" dirty="0"/>
              <a:t> </a:t>
            </a:r>
            <a:r>
              <a:rPr lang="en-US" dirty="0" err="1"/>
              <a:t>raskt</a:t>
            </a:r>
            <a:endParaRPr lang="en-US" dirty="0"/>
          </a:p>
          <a:p>
            <a:pPr lvl="1"/>
            <a:r>
              <a:rPr lang="en-US" dirty="0" err="1"/>
              <a:t>Bryter</a:t>
            </a:r>
            <a:r>
              <a:rPr lang="en-US" dirty="0"/>
              <a:t> </a:t>
            </a:r>
            <a:r>
              <a:rPr lang="en-US" dirty="0" err="1"/>
              <a:t>ned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sårbarheter</a:t>
            </a:r>
            <a:endParaRPr lang="en-US" dirty="0"/>
          </a:p>
          <a:p>
            <a:pPr lvl="1"/>
            <a:r>
              <a:rPr lang="en-US" dirty="0" err="1"/>
              <a:t>Begrenser</a:t>
            </a:r>
            <a:r>
              <a:rPr lang="en-US" dirty="0"/>
              <a:t> </a:t>
            </a:r>
            <a:r>
              <a:rPr lang="en-US" dirty="0" err="1"/>
              <a:t>tilganger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lukkede</a:t>
            </a:r>
            <a:r>
              <a:rPr lang="en-US" dirty="0"/>
              <a:t> </a:t>
            </a:r>
            <a:r>
              <a:rPr lang="en-US" dirty="0" err="1"/>
              <a:t>systemer</a:t>
            </a:r>
            <a:endParaRPr lang="en-US" dirty="0"/>
          </a:p>
          <a:p>
            <a:pPr lvl="1"/>
            <a:r>
              <a:rPr lang="en-US" dirty="0" err="1"/>
              <a:t>Feilsøker</a:t>
            </a:r>
            <a:r>
              <a:rPr lang="en-US" dirty="0"/>
              <a:t>,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sørger</a:t>
            </a:r>
            <a:r>
              <a:rPr lang="en-US" dirty="0"/>
              <a:t> for å </a:t>
            </a:r>
            <a:r>
              <a:rPr lang="en-US" dirty="0" err="1"/>
              <a:t>kunne</a:t>
            </a:r>
            <a:r>
              <a:rPr lang="en-US" dirty="0"/>
              <a:t> </a:t>
            </a:r>
            <a:r>
              <a:rPr lang="en-US" dirty="0" err="1"/>
              <a:t>rette</a:t>
            </a:r>
            <a:r>
              <a:rPr lang="en-US" dirty="0"/>
              <a:t> </a:t>
            </a:r>
            <a:r>
              <a:rPr lang="en-US" dirty="0" err="1"/>
              <a:t>opp</a:t>
            </a:r>
            <a:r>
              <a:rPr lang="en-US" dirty="0"/>
              <a:t> </a:t>
            </a:r>
            <a:r>
              <a:rPr lang="en-US" dirty="0" err="1"/>
              <a:t>eventuelle</a:t>
            </a:r>
            <a:r>
              <a:rPr lang="en-US" dirty="0"/>
              <a:t> </a:t>
            </a:r>
            <a:r>
              <a:rPr lang="en-US" dirty="0" err="1"/>
              <a:t>feil</a:t>
            </a:r>
            <a:r>
              <a:rPr lang="en-US" dirty="0"/>
              <a:t> </a:t>
            </a:r>
            <a:r>
              <a:rPr lang="en-US" dirty="0" err="1"/>
              <a:t>enkelt</a:t>
            </a:r>
          </a:p>
          <a:p>
            <a:pPr lvl="1"/>
            <a:r>
              <a:rPr lang="en-US" dirty="0"/>
              <a:t>Holder </a:t>
            </a:r>
            <a:r>
              <a:rPr lang="en-US" dirty="0" err="1"/>
              <a:t>sikkerhetssystemer</a:t>
            </a:r>
            <a:r>
              <a:rPr lang="en-US" dirty="0"/>
              <a:t> </a:t>
            </a:r>
            <a:r>
              <a:rPr lang="en-US" dirty="0" err="1"/>
              <a:t>oppdatert</a:t>
            </a:r>
          </a:p>
          <a:p>
            <a:pPr lvl="1"/>
            <a:r>
              <a:rPr lang="en-US" dirty="0" err="1"/>
              <a:t>Tenker</a:t>
            </a:r>
            <a:r>
              <a:rPr lang="en-US" dirty="0"/>
              <a:t> </a:t>
            </a:r>
            <a:r>
              <a:rPr lang="en-US" dirty="0" err="1"/>
              <a:t>langsiktig</a:t>
            </a:r>
            <a:r>
              <a:rPr lang="en-US" dirty="0"/>
              <a:t>, har vi </a:t>
            </a:r>
            <a:r>
              <a:rPr lang="en-US" dirty="0" err="1"/>
              <a:t>nok</a:t>
            </a:r>
            <a:r>
              <a:rPr lang="en-US" dirty="0"/>
              <a:t> </a:t>
            </a:r>
            <a:r>
              <a:rPr lang="en-US" dirty="0" err="1"/>
              <a:t>hastighet</a:t>
            </a:r>
            <a:r>
              <a:rPr lang="en-US" dirty="0"/>
              <a:t> for </a:t>
            </a:r>
            <a:r>
              <a:rPr lang="en-US" dirty="0" err="1"/>
              <a:t>fremtiden</a:t>
            </a:r>
            <a:r>
              <a:rPr lang="en-US" dirty="0"/>
              <a:t>?</a:t>
            </a:r>
          </a:p>
          <a:p>
            <a:pPr lvl="1"/>
            <a:endParaRPr lang="en-US" dirty="0"/>
          </a:p>
          <a:p>
            <a:pPr marL="274320" lvl="1" indent="0">
              <a:buNone/>
            </a:pPr>
            <a:r>
              <a:rPr lang="en-US" dirty="0"/>
              <a:t>En god </a:t>
            </a:r>
            <a:r>
              <a:rPr lang="en-US" dirty="0" err="1"/>
              <a:t>dag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jobb</a:t>
            </a:r>
            <a:r>
              <a:rPr lang="en-US" dirty="0"/>
              <a:t> for en IT </a:t>
            </a:r>
            <a:r>
              <a:rPr lang="en-US" dirty="0" err="1"/>
              <a:t>mann</a:t>
            </a:r>
            <a:r>
              <a:rPr lang="en-US" dirty="0"/>
              <a:t>, er en </a:t>
            </a:r>
            <a:r>
              <a:rPr lang="en-US" dirty="0" err="1"/>
              <a:t>dag</a:t>
            </a:r>
            <a:r>
              <a:rPr lang="en-US" dirty="0"/>
              <a:t> man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trenger</a:t>
            </a:r>
            <a:r>
              <a:rPr lang="en-US" dirty="0"/>
              <a:t> </a:t>
            </a:r>
            <a:r>
              <a:rPr lang="en-US" dirty="0" err="1"/>
              <a:t>gjør</a:t>
            </a:r>
            <a:r>
              <a:rPr lang="en-US" dirty="0"/>
              <a:t> </a:t>
            </a:r>
            <a:r>
              <a:rPr lang="en-US" dirty="0" err="1"/>
              <a:t>noe</a:t>
            </a:r>
            <a:r>
              <a:rPr lang="en-US" dirty="0"/>
              <a:t>.</a:t>
            </a:r>
          </a:p>
        </p:txBody>
      </p:sp>
      <p:pic>
        <p:nvPicPr>
          <p:cNvPr id="4" name="Bilde 4" descr="Et bilde som inneholder person, mann, foran, ser&#10;&#10;Automatisk generert beskrivelse">
            <a:extLst>
              <a:ext uri="{FF2B5EF4-FFF2-40B4-BE49-F238E27FC236}">
                <a16:creationId xmlns:a16="http://schemas.microsoft.com/office/drawing/2014/main" id="{A2476EA0-13B8-49F0-A730-66C3CA183E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152" r="12374"/>
          <a:stretch/>
        </p:blipFill>
        <p:spPr>
          <a:xfrm>
            <a:off x="6135991" y="661484"/>
            <a:ext cx="4204321" cy="5535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631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8FE4190-99F9-4742-A0E8-6DCDC4924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rgbClr val="4646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O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C9F4B3-E048-4DF2-8375-37385E224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745838"/>
            <a:ext cx="11292840" cy="511216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O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7B0992-8632-4B33-A492-ACB465597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292841" cy="202149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O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A7F42EAC-8977-491D-B0E5-0D981812C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nb-NO">
                <a:solidFill>
                  <a:srgbClr val="FFFFFF"/>
                </a:solidFill>
              </a:rPr>
              <a:t>Det virker ikke!! Hva gjør man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42112F0-7212-402C-B734-759F6AAC6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326990"/>
            <a:ext cx="8595360" cy="3853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b-NO" dirty="0">
                <a:solidFill>
                  <a:srgbClr val="FFFFFF"/>
                </a:solidFill>
              </a:rPr>
              <a:t>Visste du at nettverksdistributører som </a:t>
            </a:r>
            <a:r>
              <a:rPr lang="nb-NO" dirty="0" err="1">
                <a:solidFill>
                  <a:srgbClr val="FFFFFF"/>
                </a:solidFill>
              </a:rPr>
              <a:t>Altibox</a:t>
            </a:r>
            <a:r>
              <a:rPr lang="nb-NO" dirty="0">
                <a:solidFill>
                  <a:srgbClr val="FFFFFF"/>
                </a:solidFill>
              </a:rPr>
              <a:t>, må betale millionbøter for hvert minutt nedetid?</a:t>
            </a:r>
          </a:p>
          <a:p>
            <a:r>
              <a:rPr lang="nb-NO" dirty="0">
                <a:solidFill>
                  <a:srgbClr val="FFFFFF"/>
                </a:solidFill>
              </a:rPr>
              <a:t>Når ting ikke virker, så flommer telefonene inn. Det er kjedelig.</a:t>
            </a:r>
          </a:p>
          <a:p>
            <a:r>
              <a:rPr lang="nb-NO" dirty="0">
                <a:solidFill>
                  <a:srgbClr val="FFFFFF"/>
                </a:solidFill>
              </a:rPr>
              <a:t>Frustrasjonen settes inn, og eneste målet blir: hvem får skylden?</a:t>
            </a:r>
          </a:p>
          <a:p>
            <a:r>
              <a:rPr lang="nb-NO" dirty="0">
                <a:solidFill>
                  <a:srgbClr val="FFFFFF"/>
                </a:solidFill>
              </a:rPr>
              <a:t>Husk at dette påvirker (vanligvis) alle, hjemme er man gjerne ikke så mange, men på en stor bedrift med over 1000 ansatte derimot...</a:t>
            </a:r>
          </a:p>
          <a:p>
            <a:endParaRPr lang="nb-NO" dirty="0">
              <a:solidFill>
                <a:srgbClr val="FFFFFF"/>
              </a:solidFill>
            </a:endParaRPr>
          </a:p>
          <a:p>
            <a:r>
              <a:rPr lang="nb-NO" dirty="0">
                <a:solidFill>
                  <a:srgbClr val="FFFFFF"/>
                </a:solidFill>
              </a:rPr>
              <a:t>Fra gammelt av brukte man utdatert utstyr som ikke kommuniserte like smart. Da kunne man for eksempel miste internett på en datamaskin dersom </a:t>
            </a:r>
            <a:r>
              <a:rPr lang="nb-NO" dirty="0" err="1">
                <a:solidFill>
                  <a:srgbClr val="FFFFFF"/>
                </a:solidFill>
              </a:rPr>
              <a:t>TVen</a:t>
            </a:r>
            <a:r>
              <a:rPr lang="nb-NO" dirty="0">
                <a:solidFill>
                  <a:srgbClr val="FFFFFF"/>
                </a:solidFill>
              </a:rPr>
              <a:t> stod på.</a:t>
            </a:r>
          </a:p>
        </p:txBody>
      </p:sp>
    </p:spTree>
    <p:extLst>
      <p:ext uri="{BB962C8B-B14F-4D97-AF65-F5344CB8AC3E}">
        <p14:creationId xmlns:p14="http://schemas.microsoft.com/office/powerpoint/2010/main" val="174531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2781DDF-FAC9-41BA-A2E2-B4F31ED73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O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FAE1C99-F9B1-4DA2-A8F4-7E2AC332F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1233B02F-C729-428D-9F0E-B46D11DC2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557" y="758952"/>
            <a:ext cx="2853005" cy="4041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4800"/>
              <a:t>Så. Hvordan ser et nettverk ut?</a:t>
            </a:r>
          </a:p>
        </p:txBody>
      </p:sp>
      <p:pic>
        <p:nvPicPr>
          <p:cNvPr id="4" name="Bilde 4" descr="Et bilde som inneholder innendørs, sitter, liten, datamaskin&#10;&#10;Automatisk generert beskrivelse">
            <a:extLst>
              <a:ext uri="{FF2B5EF4-FFF2-40B4-BE49-F238E27FC236}">
                <a16:creationId xmlns:a16="http://schemas.microsoft.com/office/drawing/2014/main" id="{F0B6EBFF-5EFF-4780-9864-9FD2425F1F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7771" r="14143"/>
          <a:stretch/>
        </p:blipFill>
        <p:spPr>
          <a:xfrm>
            <a:off x="4630994" y="10"/>
            <a:ext cx="3574517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84CBAFF-E5CD-4096-AD43-9E24C5E65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3480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O"/>
          </a:p>
        </p:txBody>
      </p:sp>
      <p:pic>
        <p:nvPicPr>
          <p:cNvPr id="7" name="Bilde 7" descr="Et bilde som inneholder innendørs, lever, rom, bord&#10;&#10;Automatisk generert beskrivelse">
            <a:extLst>
              <a:ext uri="{FF2B5EF4-FFF2-40B4-BE49-F238E27FC236}">
                <a16:creationId xmlns:a16="http://schemas.microsoft.com/office/drawing/2014/main" id="{4B23F4E6-8218-4C62-AC66-D9BA2D9758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255" r="6070"/>
          <a:stretch/>
        </p:blipFill>
        <p:spPr>
          <a:xfrm>
            <a:off x="8175031" y="10"/>
            <a:ext cx="357451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74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99ED6D-365F-4CAE-942F-ECA78F74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O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2F24F1-C1EF-471F-A19B-A340CE541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B50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6C425C-3C64-47BA-B583-94D39B9B7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6568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e 4" descr="Et bilde som inneholder innendørs, sitter, liten, mikrobølgeovn&#10;&#10;Automatisk generert beskrivelse">
            <a:extLst>
              <a:ext uri="{FF2B5EF4-FFF2-40B4-BE49-F238E27FC236}">
                <a16:creationId xmlns:a16="http://schemas.microsoft.com/office/drawing/2014/main" id="{A79CA84C-60EC-444E-AEDD-0A6DA9DBE5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6850" y="643467"/>
            <a:ext cx="417829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57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8FE4190-99F9-4742-A0E8-6DCDC4924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rgbClr val="4646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O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C9F4B3-E048-4DF2-8375-37385E224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745838"/>
            <a:ext cx="11292840" cy="511216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O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7B0992-8632-4B33-A492-ACB465597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292841" cy="202149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O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8CE2EE8E-F90C-4B59-931D-DE57A3913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nb-NO" sz="3700" dirty="0">
                <a:solidFill>
                  <a:srgbClr val="FFFFFF"/>
                </a:solidFill>
              </a:rPr>
              <a:t>Roma var ikke bygget på en dag. </a:t>
            </a:r>
            <a:br>
              <a:rPr lang="nb-NO" sz="3700" dirty="0"/>
            </a:br>
            <a:r>
              <a:rPr lang="nb-NO" sz="3700" dirty="0">
                <a:solidFill>
                  <a:srgbClr val="FFFFFF"/>
                </a:solidFill>
              </a:rPr>
              <a:t>Det blir ikke infrastrukturer heller.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94B8A20-D09D-49F9-A421-C7CB1035C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257718"/>
            <a:ext cx="9024850" cy="428263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nb-NO" dirty="0">
                <a:solidFill>
                  <a:srgbClr val="FFFFFF"/>
                </a:solidFill>
              </a:rPr>
              <a:t>Det finnes fellestrekk for alle nettverk. Dette er:</a:t>
            </a:r>
          </a:p>
          <a:p>
            <a:r>
              <a:rPr lang="nb-NO" dirty="0">
                <a:solidFill>
                  <a:srgbClr val="FFFFFF"/>
                </a:solidFill>
              </a:rPr>
              <a:t>- En hovedruter (Også kalt en </a:t>
            </a:r>
            <a:r>
              <a:rPr lang="nb-NO" dirty="0" err="1">
                <a:solidFill>
                  <a:srgbClr val="FFFFFF"/>
                </a:solidFill>
              </a:rPr>
              <a:t>controller</a:t>
            </a:r>
            <a:r>
              <a:rPr lang="nb-NO" dirty="0">
                <a:solidFill>
                  <a:srgbClr val="FFFFFF"/>
                </a:solidFill>
              </a:rPr>
              <a:t>, </a:t>
            </a:r>
            <a:r>
              <a:rPr lang="nb-NO" dirty="0" err="1">
                <a:solidFill>
                  <a:srgbClr val="FFFFFF"/>
                </a:solidFill>
              </a:rPr>
              <a:t>core</a:t>
            </a:r>
            <a:r>
              <a:rPr lang="nb-NO" dirty="0">
                <a:solidFill>
                  <a:srgbClr val="FFFFFF"/>
                </a:solidFill>
              </a:rPr>
              <a:t> </a:t>
            </a:r>
            <a:r>
              <a:rPr lang="nb-NO" dirty="0" err="1">
                <a:solidFill>
                  <a:srgbClr val="FFFFFF"/>
                </a:solidFill>
              </a:rPr>
              <a:t>router</a:t>
            </a:r>
            <a:r>
              <a:rPr lang="nb-NO" dirty="0">
                <a:solidFill>
                  <a:srgbClr val="FFFFFF"/>
                </a:solidFill>
              </a:rPr>
              <a:t>) - her gjør man alt av konfigurasjon</a:t>
            </a:r>
          </a:p>
          <a:p>
            <a:r>
              <a:rPr lang="nb-NO" dirty="0">
                <a:solidFill>
                  <a:srgbClr val="FFFFFF"/>
                </a:solidFill>
              </a:rPr>
              <a:t>- En bro fra lokal til offentlig, som regel koblet direkte i hovedruter. Fra </a:t>
            </a:r>
            <a:r>
              <a:rPr lang="nb-NO" dirty="0" err="1">
                <a:solidFill>
                  <a:srgbClr val="FFFFFF"/>
                </a:solidFill>
              </a:rPr>
              <a:t>Altibox</a:t>
            </a:r>
            <a:r>
              <a:rPr lang="nb-NO" dirty="0">
                <a:solidFill>
                  <a:srgbClr val="FFFFFF"/>
                </a:solidFill>
              </a:rPr>
              <a:t> er dette et fibermodem som kommer utenifra.</a:t>
            </a:r>
          </a:p>
          <a:p>
            <a:r>
              <a:rPr lang="nb-NO" dirty="0">
                <a:solidFill>
                  <a:srgbClr val="FFFFFF"/>
                </a:solidFill>
              </a:rPr>
              <a:t>- WAP, Wireless Access Points. I forbruksvare er dette som regel innebygget. En WAP eller AP, lager et trådløst signal for kobling mot nettverket.</a:t>
            </a:r>
          </a:p>
          <a:p>
            <a:r>
              <a:rPr lang="nb-NO" dirty="0">
                <a:solidFill>
                  <a:srgbClr val="FFFFFF"/>
                </a:solidFill>
              </a:rPr>
              <a:t>- </a:t>
            </a:r>
            <a:r>
              <a:rPr lang="nb-NO" dirty="0" err="1">
                <a:solidFill>
                  <a:srgbClr val="FFFFFF"/>
                </a:solidFill>
              </a:rPr>
              <a:t>WiFi</a:t>
            </a:r>
            <a:r>
              <a:rPr lang="nb-NO" dirty="0">
                <a:solidFill>
                  <a:srgbClr val="FFFFFF"/>
                </a:solidFill>
              </a:rPr>
              <a:t> har fysiske begrensinger, kabler har mindre. Derfor kobler man som regel alt som står fast til via kabel.</a:t>
            </a:r>
          </a:p>
          <a:p>
            <a:endParaRPr lang="nb-NO" dirty="0">
              <a:solidFill>
                <a:srgbClr val="FFFFFF"/>
              </a:solidFill>
            </a:endParaRPr>
          </a:p>
          <a:p>
            <a:r>
              <a:rPr lang="nb-NO" dirty="0">
                <a:solidFill>
                  <a:srgbClr val="FFFFFF"/>
                </a:solidFill>
              </a:rPr>
              <a:t>- Et ryddig nettverk, er et sunt nettverk.</a:t>
            </a:r>
          </a:p>
          <a:p>
            <a:r>
              <a:rPr lang="nb-NO" dirty="0">
                <a:solidFill>
                  <a:srgbClr val="FFFFFF"/>
                </a:solidFill>
              </a:rPr>
              <a:t>- Som regel er det egne rom eller bøttekott til nettverksformål</a:t>
            </a:r>
          </a:p>
        </p:txBody>
      </p:sp>
    </p:spTree>
    <p:extLst>
      <p:ext uri="{BB962C8B-B14F-4D97-AF65-F5344CB8AC3E}">
        <p14:creationId xmlns:p14="http://schemas.microsoft.com/office/powerpoint/2010/main" val="3394425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7">
            <a:extLst>
              <a:ext uri="{FF2B5EF4-FFF2-40B4-BE49-F238E27FC236}">
                <a16:creationId xmlns:a16="http://schemas.microsoft.com/office/drawing/2014/main" id="{323D50B8-1D27-420D-BA4A-249914120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O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FBB176-B6C1-4B5A-AADA-F930947E0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20400" cy="49499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O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18CDC34-0F26-409D-B10F-578D4DCC4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5105400"/>
            <a:ext cx="10835640" cy="1752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O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1D56346C-2DE8-4095-9141-3F4079522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183" y="5181600"/>
            <a:ext cx="10156435" cy="1076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5400"/>
              <a:t>Hvordan kommuniserer det da?</a:t>
            </a:r>
          </a:p>
        </p:txBody>
      </p:sp>
      <p:pic>
        <p:nvPicPr>
          <p:cNvPr id="6" name="Bilde 6" descr="Et bilde som inneholder klokke&#10;&#10;Automatisk generert beskrivelse">
            <a:extLst>
              <a:ext uri="{FF2B5EF4-FFF2-40B4-BE49-F238E27FC236}">
                <a16:creationId xmlns:a16="http://schemas.microsoft.com/office/drawing/2014/main" id="{E0D57536-A2C9-43F2-85DE-35DA13E8F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097" y="640081"/>
            <a:ext cx="3825240" cy="3825240"/>
          </a:xfrm>
          <a:prstGeom prst="rect">
            <a:avLst/>
          </a:prstGeom>
        </p:spPr>
      </p:pic>
      <p:pic>
        <p:nvPicPr>
          <p:cNvPr id="4" name="Bilde 4" descr="Et bilde som inneholder kobling, kabel, par, blå&#10;&#10;Automatisk generert beskrivelse">
            <a:extLst>
              <a:ext uri="{FF2B5EF4-FFF2-40B4-BE49-F238E27FC236}">
                <a16:creationId xmlns:a16="http://schemas.microsoft.com/office/drawing/2014/main" id="{87B38968-A9E0-47CC-8D76-5E0D62FD44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35886" y="988735"/>
            <a:ext cx="4616874" cy="312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8524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hade val="98000"/>
                <a:satMod val="130000"/>
                <a:lumMod val="102000"/>
              </a:schemeClr>
            </a:gs>
            <a:gs pos="100000">
              <a:schemeClr val="bg1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99ED6D-365F-4CAE-942F-ECA78F74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O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B0F74F9-E373-4883-A533-C80C53DE6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65FFFB-1163-4DA7-83B0-B8677ABBC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E5BD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117A05-2F4F-4370-A926-6191A5C3D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e 4">
            <a:hlinkClick r:id="" action="ppaction://media"/>
            <a:extLst>
              <a:ext uri="{FF2B5EF4-FFF2-40B4-BE49-F238E27FC236}">
                <a16:creationId xmlns:a16="http://schemas.microsoft.com/office/drawing/2014/main" id="{48595591-FD6B-4591-BF18-D1457CEF3351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026131" y="1123527"/>
            <a:ext cx="6139733" cy="4604800"/>
          </a:xfrm>
          <a:prstGeom prst="rect">
            <a:avLst/>
          </a:prstGeom>
        </p:spPr>
      </p:pic>
      <p:sp>
        <p:nvSpPr>
          <p:cNvPr id="5" name="TekstSylinder 4">
            <a:extLst>
              <a:ext uri="{FF2B5EF4-FFF2-40B4-BE49-F238E27FC236}">
                <a16:creationId xmlns:a16="http://schemas.microsoft.com/office/drawing/2014/main" id="{3BB5FE27-15A8-469E-B340-E3B1330091B7}"/>
              </a:ext>
            </a:extLst>
          </p:cNvPr>
          <p:cNvSpPr txBox="1"/>
          <p:nvPr/>
        </p:nvSpPr>
        <p:spPr>
          <a:xfrm>
            <a:off x="4724400" y="5823098"/>
            <a:ext cx="2743200" cy="655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hlinkClick r:id="rId4"/>
              </a:rPr>
              <a:t>Lenke</a:t>
            </a:r>
            <a:endParaRPr lang="en-US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3084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75fdb4-be9a-45d8-b51e-c805e05896f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9CA4F3D36C0645B224052DC06A9045" ma:contentTypeVersion="9" ma:contentTypeDescription="Create a new document." ma:contentTypeScope="" ma:versionID="5e2bb4fbb234664a9e963123cd91dad4">
  <xsd:schema xmlns:xsd="http://www.w3.org/2001/XMLSchema" xmlns:xs="http://www.w3.org/2001/XMLSchema" xmlns:p="http://schemas.microsoft.com/office/2006/metadata/properties" xmlns:ns2="0675fdb4-be9a-45d8-b51e-c805e05896f3" targetNamespace="http://schemas.microsoft.com/office/2006/metadata/properties" ma:root="true" ma:fieldsID="0c00363df6fe5b7a10baeaf53b4e465b" ns2:_="">
    <xsd:import namespace="0675fdb4-be9a-45d8-b51e-c805e05896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75fdb4-be9a-45d8-b51e-c805e05896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7bb5f2b-d4a0-4b54-bd97-63e1ab2bf3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7F12121-FB6F-47A1-9E3E-1F8DC243DC7B}">
  <ds:schemaRefs>
    <ds:schemaRef ds:uri="http://purl.org/dc/elements/1.1/"/>
    <ds:schemaRef ds:uri="http://schemas.microsoft.com/office/2006/documentManagement/types"/>
    <ds:schemaRef ds:uri="09dadffe-16ff-4818-8959-bdb694918b60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d0e8dc06-74ad-47d5-b071-fdb0cc7d52b3"/>
    <ds:schemaRef ds:uri="http://schemas.microsoft.com/office/2006/metadata/properties"/>
    <ds:schemaRef ds:uri="http://www.w3.org/XML/1998/namespace"/>
    <ds:schemaRef ds:uri="0675fdb4-be9a-45d8-b51e-c805e05896f3"/>
  </ds:schemaRefs>
</ds:datastoreItem>
</file>

<file path=customXml/itemProps2.xml><?xml version="1.0" encoding="utf-8"?>
<ds:datastoreItem xmlns:ds="http://schemas.openxmlformats.org/officeDocument/2006/customXml" ds:itemID="{E524A96D-0A4B-4368-A2B4-838D0001B3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75fdb4-be9a-45d8-b51e-c805e05896f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910EB41-AD72-406D-9320-3F01FCD1F4E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2af9dbb-aed9-4c75-94d9-8c097730bf57}" enabled="1" method="Standard" siteId="{026cbe1f-01c4-4698-a566-2fc43ebec73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657</Words>
  <Application>Microsoft Macintosh PowerPoint</Application>
  <PresentationFormat>Widescreen</PresentationFormat>
  <Paragraphs>72</Paragraphs>
  <Slides>16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Century Schoolbook</vt:lpstr>
      <vt:lpstr>Wingdings 2</vt:lpstr>
      <vt:lpstr>View</vt:lpstr>
      <vt:lpstr>Nettverk</vt:lpstr>
      <vt:lpstr>PowerPoint Presentation</vt:lpstr>
      <vt:lpstr>Denne økten skal vi se på:</vt:lpstr>
      <vt:lpstr>Først, en video</vt:lpstr>
      <vt:lpstr>World Wide Web</vt:lpstr>
      <vt:lpstr>IP-adresse</vt:lpstr>
      <vt:lpstr>Lokal IP-adresse</vt:lpstr>
      <vt:lpstr>Offentlig IP-adresse</vt:lpstr>
      <vt:lpstr>DNS – Navnetjener (Domain Name Server)</vt:lpstr>
      <vt:lpstr>En IT manns jobb</vt:lpstr>
      <vt:lpstr>Det virker ikke!! Hva gjør man</vt:lpstr>
      <vt:lpstr>Så. Hvordan ser et nettverk ut?</vt:lpstr>
      <vt:lpstr>PowerPoint Presentation</vt:lpstr>
      <vt:lpstr>Roma var ikke bygget på en dag.  Det blir ikke infrastrukturer heller.</vt:lpstr>
      <vt:lpstr>Hvordan kommuniserer det da?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PowerPoint-presentasjon</dc:title>
  <dc:creator>Sondre Grønås</dc:creator>
  <cp:lastModifiedBy>Sondre Grønås</cp:lastModifiedBy>
  <cp:revision>766</cp:revision>
  <dcterms:created xsi:type="dcterms:W3CDTF">2020-09-15T05:58:55Z</dcterms:created>
  <dcterms:modified xsi:type="dcterms:W3CDTF">2026-10-15T10:01:38Z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0x0101000C9CA4F3D36C0645B224052DC06A9045</vt:lpwstr>
  </property>
</Properties>
</file>