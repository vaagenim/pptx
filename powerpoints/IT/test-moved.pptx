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5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1BC37-E34B-FA3D-8605-7596E9C59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17DF3-DC6F-0E6F-F7C8-32A091432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C2F31-C5D6-8769-CEAA-22A390EDF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150B-457C-4700-965A-BD45FD8FBF45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914D3-C567-1EBF-B6BE-16C946E4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E8666-552A-21BC-7124-AFDD28C9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EDE3D-E3CC-4BCA-8E64-A8C2A9CC30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93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6571F-9495-8654-74BA-3E66E4E63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363A6-7DF3-F753-5ADE-7C6F407EC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B0DAD-10E9-3107-4A17-E10E2BE40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150B-457C-4700-965A-BD45FD8FBF45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41502-43F6-D4A9-0E4E-A3CB8D2DA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9A731-528D-5A03-7E13-7DA97EC93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EDE3D-E3CC-4BCA-8E64-A8C2A9CC30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1145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E0A52-3F7E-CF97-0493-8DE62014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8EFA8-6296-3DF0-4252-94956F6A1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8B0F1-384B-33F1-2676-7E97ED14A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150B-457C-4700-965A-BD45FD8FBF45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13D00-2EB5-601D-AB93-BA2F34A4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79ABD-BFD1-2C67-BCF8-7A31117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EDE3D-E3CC-4BCA-8E64-A8C2A9CC30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3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DEB02-AD28-2021-EA80-DC5C1A8F2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82E6C-4203-2F4A-077F-49091C136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71D06-39C8-2B98-12F3-356A5157A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9DFDD-5939-2B52-D070-1345049F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150B-457C-4700-965A-BD45FD8FBF45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B3957-FC56-9E97-B82E-1B169F20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9534B-A982-F987-777B-33D433B2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EDE3D-E3CC-4BCA-8E64-A8C2A9CC30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708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A0A0-6EF4-D6FD-4A30-B361E8632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42A85-947A-A3BF-8DEB-07B051B6C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3D0FB-0402-0890-C3F6-4792D98A2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6C2A2-B617-C95C-CE54-DFA90C3C8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6894B1-D6C6-3D36-1123-B126220BF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B8071-666B-9869-DC66-D8CE2535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150B-457C-4700-965A-BD45FD8FBF45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87EBEB-3AF8-248D-5C3A-B086A3F3B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B39E05-1702-F191-D26E-7C11FA479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EDE3D-E3CC-4BCA-8E64-A8C2A9CC30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B288-A7D6-6FEE-3D7C-12111426E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35968-8E94-1DD8-111F-2109E3D67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150B-457C-4700-965A-BD45FD8FBF45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8884B-370F-421D-9F99-BDE5FB4D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048C2-F1C9-6281-A1AD-88FAD6C08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EDE3D-E3CC-4BCA-8E64-A8C2A9CC30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194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B680AE-F3AC-143A-7860-A7E55CE16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150B-457C-4700-965A-BD45FD8FBF45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5223F7-252F-57FA-85E2-4C0399E0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B781A-4B41-2CAE-4253-FD4FCDF6F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EDE3D-E3CC-4BCA-8E64-A8C2A9CC30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0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3D0E-19FF-15A2-9AE1-2685539D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1EF1-0C8C-D2ED-AD8A-02F70C26B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8900A-9A10-5885-859B-AD593DFE2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8CD4A-6B01-7987-2799-7D6CC02F3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150B-457C-4700-965A-BD45FD8FBF45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BD8C5-DBC4-B117-9930-7500A810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77682-9D2A-4C15-A393-74591E1FD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EDE3D-E3CC-4BCA-8E64-A8C2A9CC30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007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2FF50-5884-54D4-622F-7F6E8DA3B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F2B53E-617D-1F60-CFB0-9187837C81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BE2F8-2B6D-B222-7A87-FA6C48296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ABD19-DCBD-ACF1-4450-BF8AEE72F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150B-457C-4700-965A-BD45FD8FBF45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ADDD0-7A44-663A-63E0-B757FDEF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C3135-CF29-2723-A52A-8A84E70A5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EDE3D-E3CC-4BCA-8E64-A8C2A9CC30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91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E0D84-92E1-A05D-9C76-4A4EF2F8A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F669E-849C-75E4-D549-49238E4F6E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F9ACC-55B7-9765-C864-3222FEBDD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150B-457C-4700-965A-BD45FD8FBF45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9A7A6-F479-ED0D-771C-F8A142076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AC1B3-2F6B-2EB3-6A45-03B94ED98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EDE3D-E3CC-4BCA-8E64-A8C2A9CC30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204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7A0480-2F26-DAF7-3BD2-0B58EED6A0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5162EF-55A1-585F-49E8-5F79A6586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41F36-0B67-0183-017A-D537304AF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150B-457C-4700-965A-BD45FD8FBF45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46AC6-55EB-6C23-6C14-FA5EB45EE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83B66-8FC0-CF45-D313-A75BBB84F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EDE3D-E3CC-4BCA-8E64-A8C2A9CC30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257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477386-B702-F62B-6EFB-E552FE8F5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ECA33-2194-1E57-32BE-2D902E942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C424F-9E9C-9AD3-1FF5-B2989B48A2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8150B-457C-4700-965A-BD45FD8FBF45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1B0BC-ED54-9556-BC8C-AF0A4CBB5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7DBA8-3CD1-D45C-F8F9-CEB4F3695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EDE3D-E3CC-4BCA-8E64-A8C2A9CC30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122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F306-4E4C-F364-FB4A-72C6011D98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00051-B1B8-5AB6-33D9-4FA5E8FECB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215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8E04-5D1B-3CDF-7CCC-3FE27B1C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Slide1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FD25B-A13F-5079-35F8-B585578D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123</a:t>
            </a:r>
          </a:p>
          <a:p>
            <a:r>
              <a:rPr lang="en-GB"/>
              <a:t>45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2537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2af9dbb-aed9-4c75-94d9-8c097730bf57}" enabled="1" method="Standard" siteId="{026cbe1f-01c4-4698-a566-2fc43ebec73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Test</vt:lpstr>
      <vt:lpstr>Slide1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Sondre Grønås</dc:creator>
  <cp:lastModifiedBy>Sondre Grønås</cp:lastModifiedBy>
  <cp:revision>1</cp:revision>
  <dcterms:created xsi:type="dcterms:W3CDTF">2026-09-15T16:16:45Z</dcterms:created>
  <dcterms:modified xsi:type="dcterms:W3CDTF">2026-09-15T16:17:00Z</dcterms:modified>
</cp:coreProperties>
</file>