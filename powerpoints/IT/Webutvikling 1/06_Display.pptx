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6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drawing4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60" r:id="rId3"/>
    <p:sldId id="257" r:id="rId4"/>
    <p:sldId id="263" r:id="rId5"/>
    <p:sldId id="264" r:id="rId6"/>
    <p:sldId id="267" r:id="rId7"/>
    <p:sldId id="265" r:id="rId8"/>
    <p:sldId id="270" r:id="rId9"/>
    <p:sldId id="266" r:id="rId10"/>
    <p:sldId id="268" r:id="rId11"/>
    <p:sldId id="269" r:id="rId12"/>
    <p:sldId id="272" r:id="rId13"/>
    <p:sldId id="273" r:id="rId14"/>
    <p:sldId id="271" r:id="rId15"/>
    <p:sldId id="277" r:id="rId16"/>
    <p:sldId id="278" r:id="rId17"/>
    <p:sldId id="275" r:id="rId18"/>
    <p:sldId id="274" r:id="rId19"/>
    <p:sldId id="27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9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8.png"/><Relationship Id="rId5" Type="http://schemas.openxmlformats.org/officeDocument/2006/relationships/hyperlink" Target="https://www.pinclipart.com/pindetail/ihJTmJb_think-thinking-emoji-emotions-ksenia0214-emojis-de/" TargetMode="External"/><Relationship Id="rId4" Type="http://schemas.microsoft.com/office/2007/relationships/hdphoto" Target="../media/hdphoto1.wdp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cssref/pr_class_display.php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9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8.png"/><Relationship Id="rId5" Type="http://schemas.openxmlformats.org/officeDocument/2006/relationships/hyperlink" Target="https://www.pinclipart.com/pindetail/ihJTmJb_think-thinking-emoji-emotions-ksenia0214-emojis-de/" TargetMode="External"/><Relationship Id="rId4" Type="http://schemas.microsoft.com/office/2007/relationships/hdphoto" Target="../media/hdphoto1.wdp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cssref/pr_class_display.php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73A6BD-0A56-44C5-B00C-EFC0A9B9E7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140C66-9EC5-41C6-A2FC-C48D4BD142BB}">
      <dgm:prSet/>
      <dgm:spPr/>
      <dgm:t>
        <a:bodyPr/>
        <a:lstStyle/>
        <a:p>
          <a:r>
            <a:rPr lang="nb-NO"/>
            <a:t>Hvordan et element skal bli vist på skjermen</a:t>
          </a:r>
          <a:endParaRPr lang="en-US"/>
        </a:p>
      </dgm:t>
    </dgm:pt>
    <dgm:pt modelId="{FBA65EAB-B022-4C64-89AE-38A732202686}" type="parTrans" cxnId="{E5949A76-40A7-4D57-B680-FBD2CBC24997}">
      <dgm:prSet/>
      <dgm:spPr/>
      <dgm:t>
        <a:bodyPr/>
        <a:lstStyle/>
        <a:p>
          <a:endParaRPr lang="en-US"/>
        </a:p>
      </dgm:t>
    </dgm:pt>
    <dgm:pt modelId="{C34410E3-9565-4E96-A7D0-FE4A12395BAA}" type="sibTrans" cxnId="{E5949A76-40A7-4D57-B680-FBD2CBC24997}">
      <dgm:prSet/>
      <dgm:spPr/>
      <dgm:t>
        <a:bodyPr/>
        <a:lstStyle/>
        <a:p>
          <a:endParaRPr lang="en-US"/>
        </a:p>
      </dgm:t>
    </dgm:pt>
    <dgm:pt modelId="{3DA36D87-CFA6-4916-B8A2-B3FCEFC15924}">
      <dgm:prSet/>
      <dgm:spPr/>
      <dgm:t>
        <a:bodyPr/>
        <a:lstStyle/>
        <a:p>
          <a:r>
            <a:rPr lang="nb-NO" dirty="0"/>
            <a:t>Veldig mange typer av display, men skal snakke om </a:t>
          </a:r>
          <a:r>
            <a:rPr lang="nb-NO" dirty="0" err="1"/>
            <a:t>inline</a:t>
          </a:r>
          <a:r>
            <a:rPr lang="nb-NO" dirty="0"/>
            <a:t>, </a:t>
          </a:r>
          <a:r>
            <a:rPr lang="nb-NO" dirty="0" err="1"/>
            <a:t>block</a:t>
          </a:r>
          <a:r>
            <a:rPr lang="nb-NO" dirty="0"/>
            <a:t>, </a:t>
          </a:r>
          <a:r>
            <a:rPr lang="nb-NO" dirty="0" err="1"/>
            <a:t>inline-block</a:t>
          </a:r>
          <a:r>
            <a:rPr lang="nb-NO" dirty="0"/>
            <a:t>, none</a:t>
          </a:r>
        </a:p>
      </dgm:t>
    </dgm:pt>
    <dgm:pt modelId="{7484BBDE-1516-4859-A219-4EEEB205705F}" type="parTrans" cxnId="{F88ABD21-20E0-4483-B2B3-45B1342A4052}">
      <dgm:prSet/>
      <dgm:spPr/>
      <dgm:t>
        <a:bodyPr/>
        <a:lstStyle/>
        <a:p>
          <a:endParaRPr lang="en-US"/>
        </a:p>
      </dgm:t>
    </dgm:pt>
    <dgm:pt modelId="{86D66582-AC86-4503-B8B7-06BBFE2844C8}" type="sibTrans" cxnId="{F88ABD21-20E0-4483-B2B3-45B1342A4052}">
      <dgm:prSet/>
      <dgm:spPr/>
      <dgm:t>
        <a:bodyPr/>
        <a:lstStyle/>
        <a:p>
          <a:endParaRPr lang="en-US"/>
        </a:p>
      </dgm:t>
    </dgm:pt>
    <dgm:pt modelId="{FECF4D09-6D9D-4A3F-B49C-9F78A7DC87FB}">
      <dgm:prSet/>
      <dgm:spPr/>
      <dgm:t>
        <a:bodyPr/>
        <a:lstStyle/>
        <a:p>
          <a:r>
            <a:rPr lang="nb-NO" b="1" dirty="0"/>
            <a:t>👉w3schools</a:t>
          </a:r>
          <a:r>
            <a:rPr lang="nb-NO" dirty="0"/>
            <a:t>: "Display </a:t>
          </a:r>
          <a:r>
            <a:rPr lang="nb-NO" dirty="0" err="1"/>
            <a:t>property</a:t>
          </a:r>
          <a:r>
            <a:rPr lang="nb-NO" dirty="0"/>
            <a:t>" hvis du vil vite mer!</a:t>
          </a:r>
          <a:endParaRPr lang="en-US" dirty="0"/>
        </a:p>
      </dgm:t>
    </dgm:pt>
    <dgm:pt modelId="{EE0292F4-5C79-48FA-9D26-BF2EAD1B8DB6}" type="parTrans" cxnId="{B91F01EF-A5D2-4FE0-8996-DB13534D877C}">
      <dgm:prSet/>
      <dgm:spPr/>
      <dgm:t>
        <a:bodyPr/>
        <a:lstStyle/>
        <a:p>
          <a:endParaRPr lang="en-US"/>
        </a:p>
      </dgm:t>
    </dgm:pt>
    <dgm:pt modelId="{D839210D-F1B0-47F0-8D36-D7959FCEA139}" type="sibTrans" cxnId="{B91F01EF-A5D2-4FE0-8996-DB13534D877C}">
      <dgm:prSet/>
      <dgm:spPr/>
      <dgm:t>
        <a:bodyPr/>
        <a:lstStyle/>
        <a:p>
          <a:endParaRPr lang="en-US"/>
        </a:p>
      </dgm:t>
    </dgm:pt>
    <dgm:pt modelId="{5B645212-6E2F-40E1-9DF3-6E08A03FBD84}">
      <dgm:prSet/>
      <dgm:spPr/>
      <dgm:t>
        <a:bodyPr/>
        <a:lstStyle/>
        <a:p>
          <a:r>
            <a:rPr lang="nb-NO"/>
            <a:t>Alle elementer har en type display</a:t>
          </a:r>
          <a:endParaRPr lang="en-US"/>
        </a:p>
      </dgm:t>
    </dgm:pt>
    <dgm:pt modelId="{1822011C-DAEE-4E10-8F30-3BA89AFB7122}" type="parTrans" cxnId="{D2F9093C-B7F4-40B2-B4A2-FBA404107DE7}">
      <dgm:prSet/>
      <dgm:spPr/>
      <dgm:t>
        <a:bodyPr/>
        <a:lstStyle/>
        <a:p>
          <a:endParaRPr lang="en-US"/>
        </a:p>
      </dgm:t>
    </dgm:pt>
    <dgm:pt modelId="{6A499311-B89F-4ECA-B504-5B395E56798F}" type="sibTrans" cxnId="{D2F9093C-B7F4-40B2-B4A2-FBA404107DE7}">
      <dgm:prSet/>
      <dgm:spPr/>
      <dgm:t>
        <a:bodyPr/>
        <a:lstStyle/>
        <a:p>
          <a:endParaRPr lang="en-US"/>
        </a:p>
      </dgm:t>
    </dgm:pt>
    <dgm:pt modelId="{2EB14B89-2984-444C-AB3F-0F3268008F82}" type="pres">
      <dgm:prSet presAssocID="{4073A6BD-0A56-44C5-B00C-EFC0A9B9E78B}" presName="vert0" presStyleCnt="0">
        <dgm:presLayoutVars>
          <dgm:dir/>
          <dgm:animOne val="branch"/>
          <dgm:animLvl val="lvl"/>
        </dgm:presLayoutVars>
      </dgm:prSet>
      <dgm:spPr/>
    </dgm:pt>
    <dgm:pt modelId="{8A7CD224-9923-4AD5-9584-2EC1AB7679D2}" type="pres">
      <dgm:prSet presAssocID="{99140C66-9EC5-41C6-A2FC-C48D4BD142BB}" presName="thickLine" presStyleLbl="alignNode1" presStyleIdx="0" presStyleCnt="4"/>
      <dgm:spPr/>
    </dgm:pt>
    <dgm:pt modelId="{2EB7EFE5-7CC8-42AC-AAA9-DC37A3386653}" type="pres">
      <dgm:prSet presAssocID="{99140C66-9EC5-41C6-A2FC-C48D4BD142BB}" presName="horz1" presStyleCnt="0"/>
      <dgm:spPr/>
    </dgm:pt>
    <dgm:pt modelId="{2FE59EB5-A681-4B34-AF91-05ADD364BA12}" type="pres">
      <dgm:prSet presAssocID="{99140C66-9EC5-41C6-A2FC-C48D4BD142BB}" presName="tx1" presStyleLbl="revTx" presStyleIdx="0" presStyleCnt="4"/>
      <dgm:spPr/>
    </dgm:pt>
    <dgm:pt modelId="{A4A463C3-57B1-4A6E-8444-94710A4B0273}" type="pres">
      <dgm:prSet presAssocID="{99140C66-9EC5-41C6-A2FC-C48D4BD142BB}" presName="vert1" presStyleCnt="0"/>
      <dgm:spPr/>
    </dgm:pt>
    <dgm:pt modelId="{1609E5DC-DE24-4E9B-AA04-10043A92804B}" type="pres">
      <dgm:prSet presAssocID="{3DA36D87-CFA6-4916-B8A2-B3FCEFC15924}" presName="thickLine" presStyleLbl="alignNode1" presStyleIdx="1" presStyleCnt="4"/>
      <dgm:spPr/>
    </dgm:pt>
    <dgm:pt modelId="{68EDB15E-EFF0-4D58-9F79-A25D2847EDB7}" type="pres">
      <dgm:prSet presAssocID="{3DA36D87-CFA6-4916-B8A2-B3FCEFC15924}" presName="horz1" presStyleCnt="0"/>
      <dgm:spPr/>
    </dgm:pt>
    <dgm:pt modelId="{41EA2326-D63F-42A3-9F5F-58EB5F77D59B}" type="pres">
      <dgm:prSet presAssocID="{3DA36D87-CFA6-4916-B8A2-B3FCEFC15924}" presName="tx1" presStyleLbl="revTx" presStyleIdx="1" presStyleCnt="4"/>
      <dgm:spPr/>
    </dgm:pt>
    <dgm:pt modelId="{2BB3C156-1063-4678-93F8-A782AA9C4078}" type="pres">
      <dgm:prSet presAssocID="{3DA36D87-CFA6-4916-B8A2-B3FCEFC15924}" presName="vert1" presStyleCnt="0"/>
      <dgm:spPr/>
    </dgm:pt>
    <dgm:pt modelId="{18EFCFA8-C66C-4779-8188-207FD17ADC28}" type="pres">
      <dgm:prSet presAssocID="{FECF4D09-6D9D-4A3F-B49C-9F78A7DC87FB}" presName="thickLine" presStyleLbl="alignNode1" presStyleIdx="2" presStyleCnt="4"/>
      <dgm:spPr/>
    </dgm:pt>
    <dgm:pt modelId="{61D0E53A-F97D-4C0A-A10D-BC999820DF83}" type="pres">
      <dgm:prSet presAssocID="{FECF4D09-6D9D-4A3F-B49C-9F78A7DC87FB}" presName="horz1" presStyleCnt="0"/>
      <dgm:spPr/>
    </dgm:pt>
    <dgm:pt modelId="{97BCFCC8-054B-4DDA-A6A4-31EFE44B9422}" type="pres">
      <dgm:prSet presAssocID="{FECF4D09-6D9D-4A3F-B49C-9F78A7DC87FB}" presName="tx1" presStyleLbl="revTx" presStyleIdx="2" presStyleCnt="4"/>
      <dgm:spPr/>
    </dgm:pt>
    <dgm:pt modelId="{E37A30AC-C52B-4BCB-A743-5494BE30D5F8}" type="pres">
      <dgm:prSet presAssocID="{FECF4D09-6D9D-4A3F-B49C-9F78A7DC87FB}" presName="vert1" presStyleCnt="0"/>
      <dgm:spPr/>
    </dgm:pt>
    <dgm:pt modelId="{87567E41-6534-4A69-ABA8-C5D26148B4B8}" type="pres">
      <dgm:prSet presAssocID="{5B645212-6E2F-40E1-9DF3-6E08A03FBD84}" presName="thickLine" presStyleLbl="alignNode1" presStyleIdx="3" presStyleCnt="4"/>
      <dgm:spPr/>
    </dgm:pt>
    <dgm:pt modelId="{437AF1E7-737D-4271-9A75-C321FB99D570}" type="pres">
      <dgm:prSet presAssocID="{5B645212-6E2F-40E1-9DF3-6E08A03FBD84}" presName="horz1" presStyleCnt="0"/>
      <dgm:spPr/>
    </dgm:pt>
    <dgm:pt modelId="{DE7ED666-ED18-4C73-B6F2-F16D707833B6}" type="pres">
      <dgm:prSet presAssocID="{5B645212-6E2F-40E1-9DF3-6E08A03FBD84}" presName="tx1" presStyleLbl="revTx" presStyleIdx="3" presStyleCnt="4"/>
      <dgm:spPr/>
    </dgm:pt>
    <dgm:pt modelId="{E7F7C8FA-F58A-438B-BAA6-59D6094CE535}" type="pres">
      <dgm:prSet presAssocID="{5B645212-6E2F-40E1-9DF3-6E08A03FBD84}" presName="vert1" presStyleCnt="0"/>
      <dgm:spPr/>
    </dgm:pt>
  </dgm:ptLst>
  <dgm:cxnLst>
    <dgm:cxn modelId="{F88ABD21-20E0-4483-B2B3-45B1342A4052}" srcId="{4073A6BD-0A56-44C5-B00C-EFC0A9B9E78B}" destId="{3DA36D87-CFA6-4916-B8A2-B3FCEFC15924}" srcOrd="1" destOrd="0" parTransId="{7484BBDE-1516-4859-A219-4EEEB205705F}" sibTransId="{86D66582-AC86-4503-B8B7-06BBFE2844C8}"/>
    <dgm:cxn modelId="{BF080D26-A423-4EBF-9D8C-D83FF0EF5EDB}" type="presOf" srcId="{4073A6BD-0A56-44C5-B00C-EFC0A9B9E78B}" destId="{2EB14B89-2984-444C-AB3F-0F3268008F82}" srcOrd="0" destOrd="0" presId="urn:microsoft.com/office/officeart/2008/layout/LinedList"/>
    <dgm:cxn modelId="{ED341B2E-64AB-400E-9F93-E79DB8DBF346}" type="presOf" srcId="{99140C66-9EC5-41C6-A2FC-C48D4BD142BB}" destId="{2FE59EB5-A681-4B34-AF91-05ADD364BA12}" srcOrd="0" destOrd="0" presId="urn:microsoft.com/office/officeart/2008/layout/LinedList"/>
    <dgm:cxn modelId="{D2F9093C-B7F4-40B2-B4A2-FBA404107DE7}" srcId="{4073A6BD-0A56-44C5-B00C-EFC0A9B9E78B}" destId="{5B645212-6E2F-40E1-9DF3-6E08A03FBD84}" srcOrd="3" destOrd="0" parTransId="{1822011C-DAEE-4E10-8F30-3BA89AFB7122}" sibTransId="{6A499311-B89F-4ECA-B504-5B395E56798F}"/>
    <dgm:cxn modelId="{7B0D5852-A00F-4914-B2BF-B751ED7D8D7F}" type="presOf" srcId="{FECF4D09-6D9D-4A3F-B49C-9F78A7DC87FB}" destId="{97BCFCC8-054B-4DDA-A6A4-31EFE44B9422}" srcOrd="0" destOrd="0" presId="urn:microsoft.com/office/officeart/2008/layout/LinedList"/>
    <dgm:cxn modelId="{E5949A76-40A7-4D57-B680-FBD2CBC24997}" srcId="{4073A6BD-0A56-44C5-B00C-EFC0A9B9E78B}" destId="{99140C66-9EC5-41C6-A2FC-C48D4BD142BB}" srcOrd="0" destOrd="0" parTransId="{FBA65EAB-B022-4C64-89AE-38A732202686}" sibTransId="{C34410E3-9565-4E96-A7D0-FE4A12395BAA}"/>
    <dgm:cxn modelId="{07C06FE3-620F-4F5B-845A-CB2C9B019022}" type="presOf" srcId="{5B645212-6E2F-40E1-9DF3-6E08A03FBD84}" destId="{DE7ED666-ED18-4C73-B6F2-F16D707833B6}" srcOrd="0" destOrd="0" presId="urn:microsoft.com/office/officeart/2008/layout/LinedList"/>
    <dgm:cxn modelId="{8772D6EA-C27E-4731-A42D-F04632688F4D}" type="presOf" srcId="{3DA36D87-CFA6-4916-B8A2-B3FCEFC15924}" destId="{41EA2326-D63F-42A3-9F5F-58EB5F77D59B}" srcOrd="0" destOrd="0" presId="urn:microsoft.com/office/officeart/2008/layout/LinedList"/>
    <dgm:cxn modelId="{B91F01EF-A5D2-4FE0-8996-DB13534D877C}" srcId="{4073A6BD-0A56-44C5-B00C-EFC0A9B9E78B}" destId="{FECF4D09-6D9D-4A3F-B49C-9F78A7DC87FB}" srcOrd="2" destOrd="0" parTransId="{EE0292F4-5C79-48FA-9D26-BF2EAD1B8DB6}" sibTransId="{D839210D-F1B0-47F0-8D36-D7959FCEA139}"/>
    <dgm:cxn modelId="{1AE548F1-E958-4A3B-A8AC-83BE038B45C8}" type="presParOf" srcId="{2EB14B89-2984-444C-AB3F-0F3268008F82}" destId="{8A7CD224-9923-4AD5-9584-2EC1AB7679D2}" srcOrd="0" destOrd="0" presId="urn:microsoft.com/office/officeart/2008/layout/LinedList"/>
    <dgm:cxn modelId="{D0BCB9E4-AC10-492C-902C-99A8DA96E139}" type="presParOf" srcId="{2EB14B89-2984-444C-AB3F-0F3268008F82}" destId="{2EB7EFE5-7CC8-42AC-AAA9-DC37A3386653}" srcOrd="1" destOrd="0" presId="urn:microsoft.com/office/officeart/2008/layout/LinedList"/>
    <dgm:cxn modelId="{A237A1D4-B41C-4591-9A39-B3D51CAB4F0E}" type="presParOf" srcId="{2EB7EFE5-7CC8-42AC-AAA9-DC37A3386653}" destId="{2FE59EB5-A681-4B34-AF91-05ADD364BA12}" srcOrd="0" destOrd="0" presId="urn:microsoft.com/office/officeart/2008/layout/LinedList"/>
    <dgm:cxn modelId="{D2278FE6-163C-421C-A612-FE5D195FBC2D}" type="presParOf" srcId="{2EB7EFE5-7CC8-42AC-AAA9-DC37A3386653}" destId="{A4A463C3-57B1-4A6E-8444-94710A4B0273}" srcOrd="1" destOrd="0" presId="urn:microsoft.com/office/officeart/2008/layout/LinedList"/>
    <dgm:cxn modelId="{B547B70D-5B52-4DD4-976D-F2AD994858BA}" type="presParOf" srcId="{2EB14B89-2984-444C-AB3F-0F3268008F82}" destId="{1609E5DC-DE24-4E9B-AA04-10043A92804B}" srcOrd="2" destOrd="0" presId="urn:microsoft.com/office/officeart/2008/layout/LinedList"/>
    <dgm:cxn modelId="{DAD612FE-99D5-48DC-BB6D-320812147425}" type="presParOf" srcId="{2EB14B89-2984-444C-AB3F-0F3268008F82}" destId="{68EDB15E-EFF0-4D58-9F79-A25D2847EDB7}" srcOrd="3" destOrd="0" presId="urn:microsoft.com/office/officeart/2008/layout/LinedList"/>
    <dgm:cxn modelId="{56E66BFB-489B-4050-BFE3-D4D5E0992EE9}" type="presParOf" srcId="{68EDB15E-EFF0-4D58-9F79-A25D2847EDB7}" destId="{41EA2326-D63F-42A3-9F5F-58EB5F77D59B}" srcOrd="0" destOrd="0" presId="urn:microsoft.com/office/officeart/2008/layout/LinedList"/>
    <dgm:cxn modelId="{7330A457-3903-4B8B-93DC-F03522A71ACF}" type="presParOf" srcId="{68EDB15E-EFF0-4D58-9F79-A25D2847EDB7}" destId="{2BB3C156-1063-4678-93F8-A782AA9C4078}" srcOrd="1" destOrd="0" presId="urn:microsoft.com/office/officeart/2008/layout/LinedList"/>
    <dgm:cxn modelId="{9C7B1C7A-943E-4DE3-B7C7-2CA5892007F1}" type="presParOf" srcId="{2EB14B89-2984-444C-AB3F-0F3268008F82}" destId="{18EFCFA8-C66C-4779-8188-207FD17ADC28}" srcOrd="4" destOrd="0" presId="urn:microsoft.com/office/officeart/2008/layout/LinedList"/>
    <dgm:cxn modelId="{E3C349B6-F93E-45A5-A6A7-D09FBE026EB9}" type="presParOf" srcId="{2EB14B89-2984-444C-AB3F-0F3268008F82}" destId="{61D0E53A-F97D-4C0A-A10D-BC999820DF83}" srcOrd="5" destOrd="0" presId="urn:microsoft.com/office/officeart/2008/layout/LinedList"/>
    <dgm:cxn modelId="{8783BC04-CB3A-4312-9D55-421D408A59E1}" type="presParOf" srcId="{61D0E53A-F97D-4C0A-A10D-BC999820DF83}" destId="{97BCFCC8-054B-4DDA-A6A4-31EFE44B9422}" srcOrd="0" destOrd="0" presId="urn:microsoft.com/office/officeart/2008/layout/LinedList"/>
    <dgm:cxn modelId="{60572488-A93C-4D96-B0FA-44E77F50AEC2}" type="presParOf" srcId="{61D0E53A-F97D-4C0A-A10D-BC999820DF83}" destId="{E37A30AC-C52B-4BCB-A743-5494BE30D5F8}" srcOrd="1" destOrd="0" presId="urn:microsoft.com/office/officeart/2008/layout/LinedList"/>
    <dgm:cxn modelId="{00B913EC-E641-49D3-9C69-8669C6CC1147}" type="presParOf" srcId="{2EB14B89-2984-444C-AB3F-0F3268008F82}" destId="{87567E41-6534-4A69-ABA8-C5D26148B4B8}" srcOrd="6" destOrd="0" presId="urn:microsoft.com/office/officeart/2008/layout/LinedList"/>
    <dgm:cxn modelId="{ECC80A11-DBE8-4DFD-810A-7F4E230C609C}" type="presParOf" srcId="{2EB14B89-2984-444C-AB3F-0F3268008F82}" destId="{437AF1E7-737D-4271-9A75-C321FB99D570}" srcOrd="7" destOrd="0" presId="urn:microsoft.com/office/officeart/2008/layout/LinedList"/>
    <dgm:cxn modelId="{AC815F6A-18ED-4E4B-9273-C735D5AA914A}" type="presParOf" srcId="{437AF1E7-737D-4271-9A75-C321FB99D570}" destId="{DE7ED666-ED18-4C73-B6F2-F16D707833B6}" srcOrd="0" destOrd="0" presId="urn:microsoft.com/office/officeart/2008/layout/LinedList"/>
    <dgm:cxn modelId="{6A8E1008-D5E8-4735-B490-FDD80F4D57E2}" type="presParOf" srcId="{437AF1E7-737D-4271-9A75-C321FB99D570}" destId="{E7F7C8FA-F58A-438B-BAA6-59D6094CE5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45C7FE-EAC4-4A98-AA46-E704A4E3D7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5A075DD1-CA7F-46F9-A2AB-EF244CAD0624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Er noe som ligger "i linja" </a:t>
          </a:r>
          <a:r>
            <a:rPr lang="nb-NO" dirty="0">
              <a:sym typeface="Wingdings" panose="05000000000000000000" pitchFamily="2" charset="2"/>
            </a:rPr>
            <a:t></a:t>
          </a:r>
          <a:r>
            <a:rPr lang="nb-NO" dirty="0"/>
            <a:t> "</a:t>
          </a:r>
          <a:r>
            <a:rPr lang="nb-NO" dirty="0" err="1"/>
            <a:t>inline</a:t>
          </a:r>
          <a:r>
            <a:rPr lang="nb-NO" dirty="0"/>
            <a:t>"</a:t>
          </a:r>
          <a:endParaRPr lang="en-US" dirty="0"/>
        </a:p>
      </dgm:t>
    </dgm:pt>
    <dgm:pt modelId="{F219F5B6-FED8-4380-9126-4ED947D4702D}" type="parTrans" cxnId="{AB90294B-DD9C-4CBD-BC2F-0532BA657E71}">
      <dgm:prSet/>
      <dgm:spPr/>
      <dgm:t>
        <a:bodyPr/>
        <a:lstStyle/>
        <a:p>
          <a:endParaRPr lang="en-US"/>
        </a:p>
      </dgm:t>
    </dgm:pt>
    <dgm:pt modelId="{491F539E-01C3-4148-AF37-B95857176BB2}" type="sibTrans" cxnId="{AB90294B-DD9C-4CBD-BC2F-0532BA657E71}">
      <dgm:prSet/>
      <dgm:spPr/>
      <dgm:t>
        <a:bodyPr/>
        <a:lstStyle/>
        <a:p>
          <a:endParaRPr lang="en-US"/>
        </a:p>
      </dgm:t>
    </dgm:pt>
    <dgm:pt modelId="{7A9322C7-722D-4266-8520-8D63A8EEDC20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Har vi sett noen eksempler før?</a:t>
          </a:r>
          <a:endParaRPr lang="en-US" dirty="0"/>
        </a:p>
      </dgm:t>
    </dgm:pt>
    <dgm:pt modelId="{341A4AFD-4169-4F99-8479-C336744D4F7E}" type="parTrans" cxnId="{9DDB6166-7CA7-462B-8B6E-A52EAC989444}">
      <dgm:prSet/>
      <dgm:spPr/>
      <dgm:t>
        <a:bodyPr/>
        <a:lstStyle/>
        <a:p>
          <a:endParaRPr lang="en-US"/>
        </a:p>
      </dgm:t>
    </dgm:pt>
    <dgm:pt modelId="{390A2388-DA84-4F19-85A0-817724DC8EEF}" type="sibTrans" cxnId="{9DDB6166-7CA7-462B-8B6E-A52EAC989444}">
      <dgm:prSet/>
      <dgm:spPr/>
      <dgm:t>
        <a:bodyPr/>
        <a:lstStyle/>
        <a:p>
          <a:endParaRPr lang="en-US"/>
        </a:p>
      </dgm:t>
    </dgm:pt>
    <dgm:pt modelId="{5B169FC7-CB17-4DEF-82BC-D16219F54B62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>
              <a:latin typeface="Consolas" panose="020B0609020204030204" pitchFamily="49" charset="0"/>
            </a:rPr>
            <a:t>&lt;a&gt;, &lt;b&gt;, &lt;i&gt;, &lt;span&gt; </a:t>
          </a:r>
          <a:r>
            <a:rPr lang="nb-NO" dirty="0"/>
            <a:t>er </a:t>
          </a:r>
          <a:r>
            <a:rPr lang="nb-NO" dirty="0" err="1"/>
            <a:t>inline</a:t>
          </a:r>
          <a:endParaRPr lang="en-US" dirty="0"/>
        </a:p>
      </dgm:t>
    </dgm:pt>
    <dgm:pt modelId="{376EC4EC-C9C1-4986-B747-AEE9A1362D5A}" type="parTrans" cxnId="{A58432FF-477E-4453-B4B7-19D499D1A9A3}">
      <dgm:prSet/>
      <dgm:spPr/>
      <dgm:t>
        <a:bodyPr/>
        <a:lstStyle/>
        <a:p>
          <a:endParaRPr lang="en-US"/>
        </a:p>
      </dgm:t>
    </dgm:pt>
    <dgm:pt modelId="{EA4A2782-4D71-46D2-B760-2F040C0AF8E2}" type="sibTrans" cxnId="{A58432FF-477E-4453-B4B7-19D499D1A9A3}">
      <dgm:prSet/>
      <dgm:spPr/>
      <dgm:t>
        <a:bodyPr/>
        <a:lstStyle/>
        <a:p>
          <a:endParaRPr lang="en-US"/>
        </a:p>
      </dgm:t>
    </dgm:pt>
    <dgm:pt modelId="{45058760-0A78-4655-AAA5-E6BA3B4A3D14}" type="pres">
      <dgm:prSet presAssocID="{C345C7FE-EAC4-4A98-AA46-E704A4E3D78C}" presName="root" presStyleCnt="0">
        <dgm:presLayoutVars>
          <dgm:dir/>
          <dgm:resizeHandles val="exact"/>
        </dgm:presLayoutVars>
      </dgm:prSet>
      <dgm:spPr/>
    </dgm:pt>
    <dgm:pt modelId="{6825D4CB-A1AE-4489-B660-55EDE40A6B13}" type="pres">
      <dgm:prSet presAssocID="{5A075DD1-CA7F-46F9-A2AB-EF244CAD0624}" presName="compNode" presStyleCnt="0"/>
      <dgm:spPr/>
    </dgm:pt>
    <dgm:pt modelId="{CD621FBB-D186-4FBC-B83A-5C533E31B369}" type="pres">
      <dgm:prSet presAssocID="{5A075DD1-CA7F-46F9-A2AB-EF244CAD0624}" presName="bgRect" presStyleLbl="bgShp" presStyleIdx="0" presStyleCnt="3"/>
      <dgm:spPr/>
    </dgm:pt>
    <dgm:pt modelId="{F4461996-78AC-421A-A7C4-D0B5191DAC75}" type="pres">
      <dgm:prSet presAssocID="{5A075DD1-CA7F-46F9-A2AB-EF244CAD06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BC8BEEE8-349E-482B-8FF1-A55774139F25}" type="pres">
      <dgm:prSet presAssocID="{5A075DD1-CA7F-46F9-A2AB-EF244CAD0624}" presName="spaceRect" presStyleCnt="0"/>
      <dgm:spPr/>
    </dgm:pt>
    <dgm:pt modelId="{74A6FA42-2DD9-45D8-83F5-D226CAA42028}" type="pres">
      <dgm:prSet presAssocID="{5A075DD1-CA7F-46F9-A2AB-EF244CAD0624}" presName="parTx" presStyleLbl="revTx" presStyleIdx="0" presStyleCnt="3">
        <dgm:presLayoutVars>
          <dgm:chMax val="0"/>
          <dgm:chPref val="0"/>
        </dgm:presLayoutVars>
      </dgm:prSet>
      <dgm:spPr/>
    </dgm:pt>
    <dgm:pt modelId="{5E2E7968-A424-4435-9482-B45F19853FDF}" type="pres">
      <dgm:prSet presAssocID="{491F539E-01C3-4148-AF37-B95857176BB2}" presName="sibTrans" presStyleCnt="0"/>
      <dgm:spPr/>
    </dgm:pt>
    <dgm:pt modelId="{2C33C2EA-796E-4E30-AC5A-100CDDC2ECFB}" type="pres">
      <dgm:prSet presAssocID="{7A9322C7-722D-4266-8520-8D63A8EEDC20}" presName="compNode" presStyleCnt="0"/>
      <dgm:spPr/>
    </dgm:pt>
    <dgm:pt modelId="{17BC613A-C632-4BC0-B0A4-44255DE4E1D7}" type="pres">
      <dgm:prSet presAssocID="{7A9322C7-722D-4266-8520-8D63A8EEDC20}" presName="bgRect" presStyleLbl="bgShp" presStyleIdx="1" presStyleCnt="3"/>
      <dgm:spPr/>
    </dgm:pt>
    <dgm:pt modelId="{CA5E8EB1-DE7C-448D-A984-BED4B2897A2E}" type="pres">
      <dgm:prSet presAssocID="{7A9322C7-722D-4266-8520-8D63A8EEDC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58E113A4-7321-492D-8ADF-FEE8C7C86C41}" type="pres">
      <dgm:prSet presAssocID="{7A9322C7-722D-4266-8520-8D63A8EEDC20}" presName="spaceRect" presStyleCnt="0"/>
      <dgm:spPr/>
    </dgm:pt>
    <dgm:pt modelId="{97B61AFC-8ED7-4311-B20A-A324A1A19115}" type="pres">
      <dgm:prSet presAssocID="{7A9322C7-722D-4266-8520-8D63A8EEDC20}" presName="parTx" presStyleLbl="revTx" presStyleIdx="1" presStyleCnt="3">
        <dgm:presLayoutVars>
          <dgm:chMax val="0"/>
          <dgm:chPref val="0"/>
        </dgm:presLayoutVars>
      </dgm:prSet>
      <dgm:spPr/>
    </dgm:pt>
    <dgm:pt modelId="{348C4BCB-8A67-46CB-A43C-DA66B47209FC}" type="pres">
      <dgm:prSet presAssocID="{390A2388-DA84-4F19-85A0-817724DC8EEF}" presName="sibTrans" presStyleCnt="0"/>
      <dgm:spPr/>
    </dgm:pt>
    <dgm:pt modelId="{EB257760-7AFC-4AC9-AF2E-7ACE43E463B5}" type="pres">
      <dgm:prSet presAssocID="{5B169FC7-CB17-4DEF-82BC-D16219F54B62}" presName="compNode" presStyleCnt="0"/>
      <dgm:spPr/>
    </dgm:pt>
    <dgm:pt modelId="{ED4FFB7B-3EA6-4A25-99A3-9850E9B0AAF5}" type="pres">
      <dgm:prSet presAssocID="{5B169FC7-CB17-4DEF-82BC-D16219F54B62}" presName="bgRect" presStyleLbl="bgShp" presStyleIdx="2" presStyleCnt="3"/>
      <dgm:spPr/>
    </dgm:pt>
    <dgm:pt modelId="{B8367742-3537-4711-A93B-CB1E3B8C03AC}" type="pres">
      <dgm:prSet presAssocID="{5B169FC7-CB17-4DEF-82BC-D16219F54B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F0161D-A262-4E5A-B826-9E94217F59C6}" type="pres">
      <dgm:prSet presAssocID="{5B169FC7-CB17-4DEF-82BC-D16219F54B62}" presName="spaceRect" presStyleCnt="0"/>
      <dgm:spPr/>
    </dgm:pt>
    <dgm:pt modelId="{9CE04A47-CBB3-455C-B27A-E1500A3A9D9A}" type="pres">
      <dgm:prSet presAssocID="{5B169FC7-CB17-4DEF-82BC-D16219F54B6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DB6166-7CA7-462B-8B6E-A52EAC989444}" srcId="{C345C7FE-EAC4-4A98-AA46-E704A4E3D78C}" destId="{7A9322C7-722D-4266-8520-8D63A8EEDC20}" srcOrd="1" destOrd="0" parTransId="{341A4AFD-4169-4F99-8479-C336744D4F7E}" sibTransId="{390A2388-DA84-4F19-85A0-817724DC8EEF}"/>
    <dgm:cxn modelId="{AB90294B-DD9C-4CBD-BC2F-0532BA657E71}" srcId="{C345C7FE-EAC4-4A98-AA46-E704A4E3D78C}" destId="{5A075DD1-CA7F-46F9-A2AB-EF244CAD0624}" srcOrd="0" destOrd="0" parTransId="{F219F5B6-FED8-4380-9126-4ED947D4702D}" sibTransId="{491F539E-01C3-4148-AF37-B95857176BB2}"/>
    <dgm:cxn modelId="{909C3E6F-C568-4B5E-B33E-BCA5497CD9C0}" type="presOf" srcId="{7A9322C7-722D-4266-8520-8D63A8EEDC20}" destId="{97B61AFC-8ED7-4311-B20A-A324A1A19115}" srcOrd="0" destOrd="0" presId="urn:microsoft.com/office/officeart/2018/2/layout/IconVerticalSolidList"/>
    <dgm:cxn modelId="{E1CBDD92-B414-4138-9298-95010A4E27E8}" type="presOf" srcId="{5A075DD1-CA7F-46F9-A2AB-EF244CAD0624}" destId="{74A6FA42-2DD9-45D8-83F5-D226CAA42028}" srcOrd="0" destOrd="0" presId="urn:microsoft.com/office/officeart/2018/2/layout/IconVerticalSolidList"/>
    <dgm:cxn modelId="{47BFFE99-7C57-438D-A33F-B9E678166D13}" type="presOf" srcId="{5B169FC7-CB17-4DEF-82BC-D16219F54B62}" destId="{9CE04A47-CBB3-455C-B27A-E1500A3A9D9A}" srcOrd="0" destOrd="0" presId="urn:microsoft.com/office/officeart/2018/2/layout/IconVerticalSolidList"/>
    <dgm:cxn modelId="{5DD3FEF2-45AA-4204-BD47-C8547E294DAE}" type="presOf" srcId="{C345C7FE-EAC4-4A98-AA46-E704A4E3D78C}" destId="{45058760-0A78-4655-AAA5-E6BA3B4A3D14}" srcOrd="0" destOrd="0" presId="urn:microsoft.com/office/officeart/2018/2/layout/IconVerticalSolidList"/>
    <dgm:cxn modelId="{A58432FF-477E-4453-B4B7-19D499D1A9A3}" srcId="{C345C7FE-EAC4-4A98-AA46-E704A4E3D78C}" destId="{5B169FC7-CB17-4DEF-82BC-D16219F54B62}" srcOrd="2" destOrd="0" parTransId="{376EC4EC-C9C1-4986-B747-AEE9A1362D5A}" sibTransId="{EA4A2782-4D71-46D2-B760-2F040C0AF8E2}"/>
    <dgm:cxn modelId="{AC3CAA00-B6EF-43B3-B3DA-C6CB52027C2F}" type="presParOf" srcId="{45058760-0A78-4655-AAA5-E6BA3B4A3D14}" destId="{6825D4CB-A1AE-4489-B660-55EDE40A6B13}" srcOrd="0" destOrd="0" presId="urn:microsoft.com/office/officeart/2018/2/layout/IconVerticalSolidList"/>
    <dgm:cxn modelId="{11E46600-5F96-46DE-AEF1-C1E630D4DCB5}" type="presParOf" srcId="{6825D4CB-A1AE-4489-B660-55EDE40A6B13}" destId="{CD621FBB-D186-4FBC-B83A-5C533E31B369}" srcOrd="0" destOrd="0" presId="urn:microsoft.com/office/officeart/2018/2/layout/IconVerticalSolidList"/>
    <dgm:cxn modelId="{2688FF09-2022-449E-9F3F-A56852FD69B0}" type="presParOf" srcId="{6825D4CB-A1AE-4489-B660-55EDE40A6B13}" destId="{F4461996-78AC-421A-A7C4-D0B5191DAC75}" srcOrd="1" destOrd="0" presId="urn:microsoft.com/office/officeart/2018/2/layout/IconVerticalSolidList"/>
    <dgm:cxn modelId="{42D0732F-0C08-4459-AE8A-61198C506BF7}" type="presParOf" srcId="{6825D4CB-A1AE-4489-B660-55EDE40A6B13}" destId="{BC8BEEE8-349E-482B-8FF1-A55774139F25}" srcOrd="2" destOrd="0" presId="urn:microsoft.com/office/officeart/2018/2/layout/IconVerticalSolidList"/>
    <dgm:cxn modelId="{9F3E077C-D611-436C-9EC7-E45A7C467F26}" type="presParOf" srcId="{6825D4CB-A1AE-4489-B660-55EDE40A6B13}" destId="{74A6FA42-2DD9-45D8-83F5-D226CAA42028}" srcOrd="3" destOrd="0" presId="urn:microsoft.com/office/officeart/2018/2/layout/IconVerticalSolidList"/>
    <dgm:cxn modelId="{6515319C-26DF-4158-A7BE-8A19D5BE76A7}" type="presParOf" srcId="{45058760-0A78-4655-AAA5-E6BA3B4A3D14}" destId="{5E2E7968-A424-4435-9482-B45F19853FDF}" srcOrd="1" destOrd="0" presId="urn:microsoft.com/office/officeart/2018/2/layout/IconVerticalSolidList"/>
    <dgm:cxn modelId="{7033C895-566C-4D9B-BFFB-3C0A1E2C086A}" type="presParOf" srcId="{45058760-0A78-4655-AAA5-E6BA3B4A3D14}" destId="{2C33C2EA-796E-4E30-AC5A-100CDDC2ECFB}" srcOrd="2" destOrd="0" presId="urn:microsoft.com/office/officeart/2018/2/layout/IconVerticalSolidList"/>
    <dgm:cxn modelId="{D9FBE8FF-35E0-4E10-A1CF-C8CB402574FE}" type="presParOf" srcId="{2C33C2EA-796E-4E30-AC5A-100CDDC2ECFB}" destId="{17BC613A-C632-4BC0-B0A4-44255DE4E1D7}" srcOrd="0" destOrd="0" presId="urn:microsoft.com/office/officeart/2018/2/layout/IconVerticalSolidList"/>
    <dgm:cxn modelId="{DA921375-1BA3-4E38-AC15-F12745169C9B}" type="presParOf" srcId="{2C33C2EA-796E-4E30-AC5A-100CDDC2ECFB}" destId="{CA5E8EB1-DE7C-448D-A984-BED4B2897A2E}" srcOrd="1" destOrd="0" presId="urn:microsoft.com/office/officeart/2018/2/layout/IconVerticalSolidList"/>
    <dgm:cxn modelId="{6FE5BF45-366F-4999-B2A4-1ED002679538}" type="presParOf" srcId="{2C33C2EA-796E-4E30-AC5A-100CDDC2ECFB}" destId="{58E113A4-7321-492D-8ADF-FEE8C7C86C41}" srcOrd="2" destOrd="0" presId="urn:microsoft.com/office/officeart/2018/2/layout/IconVerticalSolidList"/>
    <dgm:cxn modelId="{D8A5E5E7-E697-4B30-BDC6-0FBE7EDB755F}" type="presParOf" srcId="{2C33C2EA-796E-4E30-AC5A-100CDDC2ECFB}" destId="{97B61AFC-8ED7-4311-B20A-A324A1A19115}" srcOrd="3" destOrd="0" presId="urn:microsoft.com/office/officeart/2018/2/layout/IconVerticalSolidList"/>
    <dgm:cxn modelId="{1DB9ADD8-D448-4FB1-8041-C3A343DFF940}" type="presParOf" srcId="{45058760-0A78-4655-AAA5-E6BA3B4A3D14}" destId="{348C4BCB-8A67-46CB-A43C-DA66B47209FC}" srcOrd="3" destOrd="0" presId="urn:microsoft.com/office/officeart/2018/2/layout/IconVerticalSolidList"/>
    <dgm:cxn modelId="{4E59DF6F-1665-446C-8726-7F282F2CB1F3}" type="presParOf" srcId="{45058760-0A78-4655-AAA5-E6BA3B4A3D14}" destId="{EB257760-7AFC-4AC9-AF2E-7ACE43E463B5}" srcOrd="4" destOrd="0" presId="urn:microsoft.com/office/officeart/2018/2/layout/IconVerticalSolidList"/>
    <dgm:cxn modelId="{5A04E77E-AA43-458D-B8F1-E4275BB05C46}" type="presParOf" srcId="{EB257760-7AFC-4AC9-AF2E-7ACE43E463B5}" destId="{ED4FFB7B-3EA6-4A25-99A3-9850E9B0AAF5}" srcOrd="0" destOrd="0" presId="urn:microsoft.com/office/officeart/2018/2/layout/IconVerticalSolidList"/>
    <dgm:cxn modelId="{06CF94B4-FA31-4E1C-B8F7-45CC96EB3771}" type="presParOf" srcId="{EB257760-7AFC-4AC9-AF2E-7ACE43E463B5}" destId="{B8367742-3537-4711-A93B-CB1E3B8C03AC}" srcOrd="1" destOrd="0" presId="urn:microsoft.com/office/officeart/2018/2/layout/IconVerticalSolidList"/>
    <dgm:cxn modelId="{15DE5E68-E6F6-4CE4-A370-E5D75EB4A2D8}" type="presParOf" srcId="{EB257760-7AFC-4AC9-AF2E-7ACE43E463B5}" destId="{88F0161D-A262-4E5A-B826-9E94217F59C6}" srcOrd="2" destOrd="0" presId="urn:microsoft.com/office/officeart/2018/2/layout/IconVerticalSolidList"/>
    <dgm:cxn modelId="{54CFF423-285E-4015-A8C3-6D53C6CD8BBC}" type="presParOf" srcId="{EB257760-7AFC-4AC9-AF2E-7ACE43E463B5}" destId="{9CE04A47-CBB3-455C-B27A-E1500A3A9D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45C7FE-EAC4-4A98-AA46-E704A4E3D7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5A075DD1-CA7F-46F9-A2AB-EF244CAD06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Tar </a:t>
          </a:r>
          <a:r>
            <a:rPr lang="en-US" dirty="0" err="1"/>
            <a:t>opp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egen</a:t>
          </a:r>
          <a:r>
            <a:rPr lang="en-US" dirty="0"/>
            <a:t> </a:t>
          </a:r>
          <a:r>
            <a:rPr lang="en-US" dirty="0" err="1"/>
            <a:t>linje</a:t>
          </a:r>
          <a:r>
            <a:rPr lang="en-US" dirty="0"/>
            <a:t>, lager </a:t>
          </a:r>
          <a:r>
            <a:rPr lang="en-US" dirty="0" err="1"/>
            <a:t>en</a:t>
          </a:r>
          <a:r>
            <a:rPr lang="en-US" dirty="0"/>
            <a:t> "</a:t>
          </a:r>
          <a:r>
            <a:rPr lang="en-US" dirty="0" err="1"/>
            <a:t>blokk</a:t>
          </a:r>
          <a:r>
            <a:rPr lang="en-US" dirty="0"/>
            <a:t>" over hele </a:t>
          </a:r>
          <a:r>
            <a:rPr lang="en-US" dirty="0" err="1"/>
            <a:t>siden</a:t>
          </a:r>
          <a:endParaRPr lang="en-US" dirty="0"/>
        </a:p>
      </dgm:t>
    </dgm:pt>
    <dgm:pt modelId="{F219F5B6-FED8-4380-9126-4ED947D4702D}" type="parTrans" cxnId="{AB90294B-DD9C-4CBD-BC2F-0532BA657E71}">
      <dgm:prSet/>
      <dgm:spPr/>
      <dgm:t>
        <a:bodyPr/>
        <a:lstStyle/>
        <a:p>
          <a:endParaRPr lang="en-US"/>
        </a:p>
      </dgm:t>
    </dgm:pt>
    <dgm:pt modelId="{491F539E-01C3-4148-AF37-B95857176BB2}" type="sibTrans" cxnId="{AB90294B-DD9C-4CBD-BC2F-0532BA657E71}">
      <dgm:prSet/>
      <dgm:spPr/>
      <dgm:t>
        <a:bodyPr/>
        <a:lstStyle/>
        <a:p>
          <a:endParaRPr lang="en-US"/>
        </a:p>
      </dgm:t>
    </dgm:pt>
    <dgm:pt modelId="{7A9322C7-722D-4266-8520-8D63A8EEDC20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Har vi sett noen eksempler?</a:t>
          </a:r>
          <a:endParaRPr lang="en-US" dirty="0"/>
        </a:p>
      </dgm:t>
    </dgm:pt>
    <dgm:pt modelId="{341A4AFD-4169-4F99-8479-C336744D4F7E}" type="parTrans" cxnId="{9DDB6166-7CA7-462B-8B6E-A52EAC989444}">
      <dgm:prSet/>
      <dgm:spPr/>
      <dgm:t>
        <a:bodyPr/>
        <a:lstStyle/>
        <a:p>
          <a:endParaRPr lang="en-US"/>
        </a:p>
      </dgm:t>
    </dgm:pt>
    <dgm:pt modelId="{390A2388-DA84-4F19-85A0-817724DC8EEF}" type="sibTrans" cxnId="{9DDB6166-7CA7-462B-8B6E-A52EAC989444}">
      <dgm:prSet/>
      <dgm:spPr/>
      <dgm:t>
        <a:bodyPr/>
        <a:lstStyle/>
        <a:p>
          <a:endParaRPr lang="en-US"/>
        </a:p>
      </dgm:t>
    </dgm:pt>
    <dgm:pt modelId="{5B169FC7-CB17-4DEF-82BC-D16219F54B62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>
              <a:latin typeface="Consolas" panose="020B0609020204030204" pitchFamily="49" charset="0"/>
            </a:rPr>
            <a:t>&lt;p&gt;, &lt;div&gt;, &lt;li&gt; </a:t>
          </a:r>
          <a:r>
            <a:rPr lang="nb-NO" dirty="0"/>
            <a:t>er </a:t>
          </a:r>
          <a:r>
            <a:rPr lang="nb-NO" dirty="0" err="1"/>
            <a:t>block</a:t>
          </a:r>
          <a:endParaRPr lang="en-US" dirty="0"/>
        </a:p>
      </dgm:t>
    </dgm:pt>
    <dgm:pt modelId="{376EC4EC-C9C1-4986-B747-AEE9A1362D5A}" type="parTrans" cxnId="{A58432FF-477E-4453-B4B7-19D499D1A9A3}">
      <dgm:prSet/>
      <dgm:spPr/>
      <dgm:t>
        <a:bodyPr/>
        <a:lstStyle/>
        <a:p>
          <a:endParaRPr lang="en-US"/>
        </a:p>
      </dgm:t>
    </dgm:pt>
    <dgm:pt modelId="{EA4A2782-4D71-46D2-B760-2F040C0AF8E2}" type="sibTrans" cxnId="{A58432FF-477E-4453-B4B7-19D499D1A9A3}">
      <dgm:prSet/>
      <dgm:spPr/>
      <dgm:t>
        <a:bodyPr/>
        <a:lstStyle/>
        <a:p>
          <a:endParaRPr lang="en-US"/>
        </a:p>
      </dgm:t>
    </dgm:pt>
    <dgm:pt modelId="{CAFECE43-714E-4BC9-A4A6-0CBE9EBCC6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Et "inline" element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ikke</a:t>
          </a:r>
          <a:r>
            <a:rPr lang="en-US" dirty="0"/>
            <a:t> </a:t>
          </a:r>
          <a:r>
            <a:rPr lang="en-US" dirty="0" err="1"/>
            <a:t>inneholde</a:t>
          </a:r>
          <a:r>
            <a:rPr lang="en-US" dirty="0"/>
            <a:t> et "block" element</a:t>
          </a:r>
        </a:p>
      </dgm:t>
    </dgm:pt>
    <dgm:pt modelId="{BE97275B-0BE1-4838-B01D-A91ADA7C362E}" type="parTrans" cxnId="{33A3A4D4-2BDA-4A83-BF4D-E38FFB88A649}">
      <dgm:prSet/>
      <dgm:spPr/>
      <dgm:t>
        <a:bodyPr/>
        <a:lstStyle/>
        <a:p>
          <a:endParaRPr lang="nb-NO"/>
        </a:p>
      </dgm:t>
    </dgm:pt>
    <dgm:pt modelId="{2A87E3CB-EBB5-4AE4-AEE0-DF352D67ED77}" type="sibTrans" cxnId="{33A3A4D4-2BDA-4A83-BF4D-E38FFB88A649}">
      <dgm:prSet/>
      <dgm:spPr/>
      <dgm:t>
        <a:bodyPr/>
        <a:lstStyle/>
        <a:p>
          <a:endParaRPr lang="nb-NO"/>
        </a:p>
      </dgm:t>
    </dgm:pt>
    <dgm:pt modelId="{45058760-0A78-4655-AAA5-E6BA3B4A3D14}" type="pres">
      <dgm:prSet presAssocID="{C345C7FE-EAC4-4A98-AA46-E704A4E3D78C}" presName="root" presStyleCnt="0">
        <dgm:presLayoutVars>
          <dgm:dir/>
          <dgm:resizeHandles val="exact"/>
        </dgm:presLayoutVars>
      </dgm:prSet>
      <dgm:spPr/>
    </dgm:pt>
    <dgm:pt modelId="{6825D4CB-A1AE-4489-B660-55EDE40A6B13}" type="pres">
      <dgm:prSet presAssocID="{5A075DD1-CA7F-46F9-A2AB-EF244CAD0624}" presName="compNode" presStyleCnt="0"/>
      <dgm:spPr/>
    </dgm:pt>
    <dgm:pt modelId="{CD621FBB-D186-4FBC-B83A-5C533E31B369}" type="pres">
      <dgm:prSet presAssocID="{5A075DD1-CA7F-46F9-A2AB-EF244CAD0624}" presName="bgRect" presStyleLbl="bgShp" presStyleIdx="0" presStyleCnt="4"/>
      <dgm:spPr/>
    </dgm:pt>
    <dgm:pt modelId="{F4461996-78AC-421A-A7C4-D0B5191DAC75}" type="pres">
      <dgm:prSet presAssocID="{5A075DD1-CA7F-46F9-A2AB-EF244CAD06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Down with solid fill"/>
        </a:ext>
      </dgm:extLst>
    </dgm:pt>
    <dgm:pt modelId="{BC8BEEE8-349E-482B-8FF1-A55774139F25}" type="pres">
      <dgm:prSet presAssocID="{5A075DD1-CA7F-46F9-A2AB-EF244CAD0624}" presName="spaceRect" presStyleCnt="0"/>
      <dgm:spPr/>
    </dgm:pt>
    <dgm:pt modelId="{74A6FA42-2DD9-45D8-83F5-D226CAA42028}" type="pres">
      <dgm:prSet presAssocID="{5A075DD1-CA7F-46F9-A2AB-EF244CAD0624}" presName="parTx" presStyleLbl="revTx" presStyleIdx="0" presStyleCnt="4">
        <dgm:presLayoutVars>
          <dgm:chMax val="0"/>
          <dgm:chPref val="0"/>
        </dgm:presLayoutVars>
      </dgm:prSet>
      <dgm:spPr/>
    </dgm:pt>
    <dgm:pt modelId="{5E2E7968-A424-4435-9482-B45F19853FDF}" type="pres">
      <dgm:prSet presAssocID="{491F539E-01C3-4148-AF37-B95857176BB2}" presName="sibTrans" presStyleCnt="0"/>
      <dgm:spPr/>
    </dgm:pt>
    <dgm:pt modelId="{2C33C2EA-796E-4E30-AC5A-100CDDC2ECFB}" type="pres">
      <dgm:prSet presAssocID="{7A9322C7-722D-4266-8520-8D63A8EEDC20}" presName="compNode" presStyleCnt="0"/>
      <dgm:spPr/>
    </dgm:pt>
    <dgm:pt modelId="{17BC613A-C632-4BC0-B0A4-44255DE4E1D7}" type="pres">
      <dgm:prSet presAssocID="{7A9322C7-722D-4266-8520-8D63A8EEDC20}" presName="bgRect" presStyleLbl="bgShp" presStyleIdx="1" presStyleCnt="4"/>
      <dgm:spPr/>
    </dgm:pt>
    <dgm:pt modelId="{CA5E8EB1-DE7C-448D-A984-BED4B2897A2E}" type="pres">
      <dgm:prSet presAssocID="{7A9322C7-722D-4266-8520-8D63A8EEDC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58E113A4-7321-492D-8ADF-FEE8C7C86C41}" type="pres">
      <dgm:prSet presAssocID="{7A9322C7-722D-4266-8520-8D63A8EEDC20}" presName="spaceRect" presStyleCnt="0"/>
      <dgm:spPr/>
    </dgm:pt>
    <dgm:pt modelId="{97B61AFC-8ED7-4311-B20A-A324A1A19115}" type="pres">
      <dgm:prSet presAssocID="{7A9322C7-722D-4266-8520-8D63A8EEDC20}" presName="parTx" presStyleLbl="revTx" presStyleIdx="1" presStyleCnt="4">
        <dgm:presLayoutVars>
          <dgm:chMax val="0"/>
          <dgm:chPref val="0"/>
        </dgm:presLayoutVars>
      </dgm:prSet>
      <dgm:spPr/>
    </dgm:pt>
    <dgm:pt modelId="{348C4BCB-8A67-46CB-A43C-DA66B47209FC}" type="pres">
      <dgm:prSet presAssocID="{390A2388-DA84-4F19-85A0-817724DC8EEF}" presName="sibTrans" presStyleCnt="0"/>
      <dgm:spPr/>
    </dgm:pt>
    <dgm:pt modelId="{EB257760-7AFC-4AC9-AF2E-7ACE43E463B5}" type="pres">
      <dgm:prSet presAssocID="{5B169FC7-CB17-4DEF-82BC-D16219F54B62}" presName="compNode" presStyleCnt="0"/>
      <dgm:spPr/>
    </dgm:pt>
    <dgm:pt modelId="{ED4FFB7B-3EA6-4A25-99A3-9850E9B0AAF5}" type="pres">
      <dgm:prSet presAssocID="{5B169FC7-CB17-4DEF-82BC-D16219F54B62}" presName="bgRect" presStyleLbl="bgShp" presStyleIdx="2" presStyleCnt="4"/>
      <dgm:spPr/>
    </dgm:pt>
    <dgm:pt modelId="{B8367742-3537-4711-A93B-CB1E3B8C03AC}" type="pres">
      <dgm:prSet presAssocID="{5B169FC7-CB17-4DEF-82BC-D16219F54B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F0161D-A262-4E5A-B826-9E94217F59C6}" type="pres">
      <dgm:prSet presAssocID="{5B169FC7-CB17-4DEF-82BC-D16219F54B62}" presName="spaceRect" presStyleCnt="0"/>
      <dgm:spPr/>
    </dgm:pt>
    <dgm:pt modelId="{9CE04A47-CBB3-455C-B27A-E1500A3A9D9A}" type="pres">
      <dgm:prSet presAssocID="{5B169FC7-CB17-4DEF-82BC-D16219F54B62}" presName="parTx" presStyleLbl="revTx" presStyleIdx="2" presStyleCnt="4">
        <dgm:presLayoutVars>
          <dgm:chMax val="0"/>
          <dgm:chPref val="0"/>
        </dgm:presLayoutVars>
      </dgm:prSet>
      <dgm:spPr/>
    </dgm:pt>
    <dgm:pt modelId="{DD26CAC2-B291-4625-9D2B-BD41A6AD0740}" type="pres">
      <dgm:prSet presAssocID="{EA4A2782-4D71-46D2-B760-2F040C0AF8E2}" presName="sibTrans" presStyleCnt="0"/>
      <dgm:spPr/>
    </dgm:pt>
    <dgm:pt modelId="{CED6D7E1-D068-4BDF-B5CE-A4A4A9029E1A}" type="pres">
      <dgm:prSet presAssocID="{CAFECE43-714E-4BC9-A4A6-0CBE9EBCC637}" presName="compNode" presStyleCnt="0"/>
      <dgm:spPr/>
    </dgm:pt>
    <dgm:pt modelId="{F04E75F3-53CC-4FB3-B513-EBFBB72427E4}" type="pres">
      <dgm:prSet presAssocID="{CAFECE43-714E-4BC9-A4A6-0CBE9EBCC637}" presName="bgRect" presStyleLbl="bgShp" presStyleIdx="3" presStyleCnt="4"/>
      <dgm:spPr/>
    </dgm:pt>
    <dgm:pt modelId="{2055C6BA-E877-4D82-A5A0-A6E8CCDDD253}" type="pres">
      <dgm:prSet presAssocID="{CAFECE43-714E-4BC9-A4A6-0CBE9EBCC637}" presName="iconRect" presStyleLbl="node1" presStyleIdx="3" presStyleCnt="4" custScaleX="153409" custScaleY="15034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box Crossed with solid fill"/>
        </a:ext>
      </dgm:extLst>
    </dgm:pt>
    <dgm:pt modelId="{78754E6E-3E55-4CDA-A93A-21923AAAD2C3}" type="pres">
      <dgm:prSet presAssocID="{CAFECE43-714E-4BC9-A4A6-0CBE9EBCC637}" presName="spaceRect" presStyleCnt="0"/>
      <dgm:spPr/>
    </dgm:pt>
    <dgm:pt modelId="{4E55EB39-74ED-4AAF-9C89-7936D951C854}" type="pres">
      <dgm:prSet presAssocID="{CAFECE43-714E-4BC9-A4A6-0CBE9EBCC6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DB6166-7CA7-462B-8B6E-A52EAC989444}" srcId="{C345C7FE-EAC4-4A98-AA46-E704A4E3D78C}" destId="{7A9322C7-722D-4266-8520-8D63A8EEDC20}" srcOrd="1" destOrd="0" parTransId="{341A4AFD-4169-4F99-8479-C336744D4F7E}" sibTransId="{390A2388-DA84-4F19-85A0-817724DC8EEF}"/>
    <dgm:cxn modelId="{AB90294B-DD9C-4CBD-BC2F-0532BA657E71}" srcId="{C345C7FE-EAC4-4A98-AA46-E704A4E3D78C}" destId="{5A075DD1-CA7F-46F9-A2AB-EF244CAD0624}" srcOrd="0" destOrd="0" parTransId="{F219F5B6-FED8-4380-9126-4ED947D4702D}" sibTransId="{491F539E-01C3-4148-AF37-B95857176BB2}"/>
    <dgm:cxn modelId="{909C3E6F-C568-4B5E-B33E-BCA5497CD9C0}" type="presOf" srcId="{7A9322C7-722D-4266-8520-8D63A8EEDC20}" destId="{97B61AFC-8ED7-4311-B20A-A324A1A19115}" srcOrd="0" destOrd="0" presId="urn:microsoft.com/office/officeart/2018/2/layout/IconVerticalSolidList"/>
    <dgm:cxn modelId="{E1CBDD92-B414-4138-9298-95010A4E27E8}" type="presOf" srcId="{5A075DD1-CA7F-46F9-A2AB-EF244CAD0624}" destId="{74A6FA42-2DD9-45D8-83F5-D226CAA42028}" srcOrd="0" destOrd="0" presId="urn:microsoft.com/office/officeart/2018/2/layout/IconVerticalSolidList"/>
    <dgm:cxn modelId="{47BFFE99-7C57-438D-A33F-B9E678166D13}" type="presOf" srcId="{5B169FC7-CB17-4DEF-82BC-D16219F54B62}" destId="{9CE04A47-CBB3-455C-B27A-E1500A3A9D9A}" srcOrd="0" destOrd="0" presId="urn:microsoft.com/office/officeart/2018/2/layout/IconVerticalSolidList"/>
    <dgm:cxn modelId="{33A3A4D4-2BDA-4A83-BF4D-E38FFB88A649}" srcId="{C345C7FE-EAC4-4A98-AA46-E704A4E3D78C}" destId="{CAFECE43-714E-4BC9-A4A6-0CBE9EBCC637}" srcOrd="3" destOrd="0" parTransId="{BE97275B-0BE1-4838-B01D-A91ADA7C362E}" sibTransId="{2A87E3CB-EBB5-4AE4-AEE0-DF352D67ED77}"/>
    <dgm:cxn modelId="{E43799DB-193A-40F8-8D7E-A17B5535DB7E}" type="presOf" srcId="{CAFECE43-714E-4BC9-A4A6-0CBE9EBCC637}" destId="{4E55EB39-74ED-4AAF-9C89-7936D951C854}" srcOrd="0" destOrd="0" presId="urn:microsoft.com/office/officeart/2018/2/layout/IconVerticalSolidList"/>
    <dgm:cxn modelId="{5DD3FEF2-45AA-4204-BD47-C8547E294DAE}" type="presOf" srcId="{C345C7FE-EAC4-4A98-AA46-E704A4E3D78C}" destId="{45058760-0A78-4655-AAA5-E6BA3B4A3D14}" srcOrd="0" destOrd="0" presId="urn:microsoft.com/office/officeart/2018/2/layout/IconVerticalSolidList"/>
    <dgm:cxn modelId="{A58432FF-477E-4453-B4B7-19D499D1A9A3}" srcId="{C345C7FE-EAC4-4A98-AA46-E704A4E3D78C}" destId="{5B169FC7-CB17-4DEF-82BC-D16219F54B62}" srcOrd="2" destOrd="0" parTransId="{376EC4EC-C9C1-4986-B747-AEE9A1362D5A}" sibTransId="{EA4A2782-4D71-46D2-B760-2F040C0AF8E2}"/>
    <dgm:cxn modelId="{AC3CAA00-B6EF-43B3-B3DA-C6CB52027C2F}" type="presParOf" srcId="{45058760-0A78-4655-AAA5-E6BA3B4A3D14}" destId="{6825D4CB-A1AE-4489-B660-55EDE40A6B13}" srcOrd="0" destOrd="0" presId="urn:microsoft.com/office/officeart/2018/2/layout/IconVerticalSolidList"/>
    <dgm:cxn modelId="{11E46600-5F96-46DE-AEF1-C1E630D4DCB5}" type="presParOf" srcId="{6825D4CB-A1AE-4489-B660-55EDE40A6B13}" destId="{CD621FBB-D186-4FBC-B83A-5C533E31B369}" srcOrd="0" destOrd="0" presId="urn:microsoft.com/office/officeart/2018/2/layout/IconVerticalSolidList"/>
    <dgm:cxn modelId="{2688FF09-2022-449E-9F3F-A56852FD69B0}" type="presParOf" srcId="{6825D4CB-A1AE-4489-B660-55EDE40A6B13}" destId="{F4461996-78AC-421A-A7C4-D0B5191DAC75}" srcOrd="1" destOrd="0" presId="urn:microsoft.com/office/officeart/2018/2/layout/IconVerticalSolidList"/>
    <dgm:cxn modelId="{42D0732F-0C08-4459-AE8A-61198C506BF7}" type="presParOf" srcId="{6825D4CB-A1AE-4489-B660-55EDE40A6B13}" destId="{BC8BEEE8-349E-482B-8FF1-A55774139F25}" srcOrd="2" destOrd="0" presId="urn:microsoft.com/office/officeart/2018/2/layout/IconVerticalSolidList"/>
    <dgm:cxn modelId="{9F3E077C-D611-436C-9EC7-E45A7C467F26}" type="presParOf" srcId="{6825D4CB-A1AE-4489-B660-55EDE40A6B13}" destId="{74A6FA42-2DD9-45D8-83F5-D226CAA42028}" srcOrd="3" destOrd="0" presId="urn:microsoft.com/office/officeart/2018/2/layout/IconVerticalSolidList"/>
    <dgm:cxn modelId="{6515319C-26DF-4158-A7BE-8A19D5BE76A7}" type="presParOf" srcId="{45058760-0A78-4655-AAA5-E6BA3B4A3D14}" destId="{5E2E7968-A424-4435-9482-B45F19853FDF}" srcOrd="1" destOrd="0" presId="urn:microsoft.com/office/officeart/2018/2/layout/IconVerticalSolidList"/>
    <dgm:cxn modelId="{7033C895-566C-4D9B-BFFB-3C0A1E2C086A}" type="presParOf" srcId="{45058760-0A78-4655-AAA5-E6BA3B4A3D14}" destId="{2C33C2EA-796E-4E30-AC5A-100CDDC2ECFB}" srcOrd="2" destOrd="0" presId="urn:microsoft.com/office/officeart/2018/2/layout/IconVerticalSolidList"/>
    <dgm:cxn modelId="{D9FBE8FF-35E0-4E10-A1CF-C8CB402574FE}" type="presParOf" srcId="{2C33C2EA-796E-4E30-AC5A-100CDDC2ECFB}" destId="{17BC613A-C632-4BC0-B0A4-44255DE4E1D7}" srcOrd="0" destOrd="0" presId="urn:microsoft.com/office/officeart/2018/2/layout/IconVerticalSolidList"/>
    <dgm:cxn modelId="{DA921375-1BA3-4E38-AC15-F12745169C9B}" type="presParOf" srcId="{2C33C2EA-796E-4E30-AC5A-100CDDC2ECFB}" destId="{CA5E8EB1-DE7C-448D-A984-BED4B2897A2E}" srcOrd="1" destOrd="0" presId="urn:microsoft.com/office/officeart/2018/2/layout/IconVerticalSolidList"/>
    <dgm:cxn modelId="{6FE5BF45-366F-4999-B2A4-1ED002679538}" type="presParOf" srcId="{2C33C2EA-796E-4E30-AC5A-100CDDC2ECFB}" destId="{58E113A4-7321-492D-8ADF-FEE8C7C86C41}" srcOrd="2" destOrd="0" presId="urn:microsoft.com/office/officeart/2018/2/layout/IconVerticalSolidList"/>
    <dgm:cxn modelId="{D8A5E5E7-E697-4B30-BDC6-0FBE7EDB755F}" type="presParOf" srcId="{2C33C2EA-796E-4E30-AC5A-100CDDC2ECFB}" destId="{97B61AFC-8ED7-4311-B20A-A324A1A19115}" srcOrd="3" destOrd="0" presId="urn:microsoft.com/office/officeart/2018/2/layout/IconVerticalSolidList"/>
    <dgm:cxn modelId="{1DB9ADD8-D448-4FB1-8041-C3A343DFF940}" type="presParOf" srcId="{45058760-0A78-4655-AAA5-E6BA3B4A3D14}" destId="{348C4BCB-8A67-46CB-A43C-DA66B47209FC}" srcOrd="3" destOrd="0" presId="urn:microsoft.com/office/officeart/2018/2/layout/IconVerticalSolidList"/>
    <dgm:cxn modelId="{4E59DF6F-1665-446C-8726-7F282F2CB1F3}" type="presParOf" srcId="{45058760-0A78-4655-AAA5-E6BA3B4A3D14}" destId="{EB257760-7AFC-4AC9-AF2E-7ACE43E463B5}" srcOrd="4" destOrd="0" presId="urn:microsoft.com/office/officeart/2018/2/layout/IconVerticalSolidList"/>
    <dgm:cxn modelId="{5A04E77E-AA43-458D-B8F1-E4275BB05C46}" type="presParOf" srcId="{EB257760-7AFC-4AC9-AF2E-7ACE43E463B5}" destId="{ED4FFB7B-3EA6-4A25-99A3-9850E9B0AAF5}" srcOrd="0" destOrd="0" presId="urn:microsoft.com/office/officeart/2018/2/layout/IconVerticalSolidList"/>
    <dgm:cxn modelId="{06CF94B4-FA31-4E1C-B8F7-45CC96EB3771}" type="presParOf" srcId="{EB257760-7AFC-4AC9-AF2E-7ACE43E463B5}" destId="{B8367742-3537-4711-A93B-CB1E3B8C03AC}" srcOrd="1" destOrd="0" presId="urn:microsoft.com/office/officeart/2018/2/layout/IconVerticalSolidList"/>
    <dgm:cxn modelId="{15DE5E68-E6F6-4CE4-A370-E5D75EB4A2D8}" type="presParOf" srcId="{EB257760-7AFC-4AC9-AF2E-7ACE43E463B5}" destId="{88F0161D-A262-4E5A-B826-9E94217F59C6}" srcOrd="2" destOrd="0" presId="urn:microsoft.com/office/officeart/2018/2/layout/IconVerticalSolidList"/>
    <dgm:cxn modelId="{54CFF423-285E-4015-A8C3-6D53C6CD8BBC}" type="presParOf" srcId="{EB257760-7AFC-4AC9-AF2E-7ACE43E463B5}" destId="{9CE04A47-CBB3-455C-B27A-E1500A3A9D9A}" srcOrd="3" destOrd="0" presId="urn:microsoft.com/office/officeart/2018/2/layout/IconVerticalSolidList"/>
    <dgm:cxn modelId="{3CDCDC9D-4ABC-4B82-A8D7-5E469B06D70D}" type="presParOf" srcId="{45058760-0A78-4655-AAA5-E6BA3B4A3D14}" destId="{DD26CAC2-B291-4625-9D2B-BD41A6AD0740}" srcOrd="5" destOrd="0" presId="urn:microsoft.com/office/officeart/2018/2/layout/IconVerticalSolidList"/>
    <dgm:cxn modelId="{94B3C715-0AC8-42D7-89A0-7D85AC76945B}" type="presParOf" srcId="{45058760-0A78-4655-AAA5-E6BA3B4A3D14}" destId="{CED6D7E1-D068-4BDF-B5CE-A4A4A9029E1A}" srcOrd="6" destOrd="0" presId="urn:microsoft.com/office/officeart/2018/2/layout/IconVerticalSolidList"/>
    <dgm:cxn modelId="{5E9A5C1E-11DC-463D-BA4B-C71FC5953CF6}" type="presParOf" srcId="{CED6D7E1-D068-4BDF-B5CE-A4A4A9029E1A}" destId="{F04E75F3-53CC-4FB3-B513-EBFBB72427E4}" srcOrd="0" destOrd="0" presId="urn:microsoft.com/office/officeart/2018/2/layout/IconVerticalSolidList"/>
    <dgm:cxn modelId="{B3574736-F954-4847-953A-1933EB0510BE}" type="presParOf" srcId="{CED6D7E1-D068-4BDF-B5CE-A4A4A9029E1A}" destId="{2055C6BA-E877-4D82-A5A0-A6E8CCDDD253}" srcOrd="1" destOrd="0" presId="urn:microsoft.com/office/officeart/2018/2/layout/IconVerticalSolidList"/>
    <dgm:cxn modelId="{F03E263F-C20A-4747-8972-F7594847359C}" type="presParOf" srcId="{CED6D7E1-D068-4BDF-B5CE-A4A4A9029E1A}" destId="{78754E6E-3E55-4CDA-A93A-21923AAAD2C3}" srcOrd="2" destOrd="0" presId="urn:microsoft.com/office/officeart/2018/2/layout/IconVerticalSolidList"/>
    <dgm:cxn modelId="{B6120DBF-0E58-4DAB-B211-8EEDD6322A62}" type="presParOf" srcId="{CED6D7E1-D068-4BDF-B5CE-A4A4A9029E1A}" destId="{4E55EB39-74ED-4AAF-9C89-7936D951C8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45C7FE-EAC4-4A98-AA46-E704A4E3D7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5A075DD1-CA7F-46F9-A2AB-EF244CAD0624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Er noe som ligger "i linja" som "</a:t>
          </a:r>
          <a:r>
            <a:rPr lang="nb-NO" dirty="0" err="1"/>
            <a:t>inline</a:t>
          </a:r>
          <a:r>
            <a:rPr lang="nb-NO" dirty="0"/>
            <a:t>"</a:t>
          </a:r>
          <a:endParaRPr lang="en-US" dirty="0"/>
        </a:p>
      </dgm:t>
    </dgm:pt>
    <dgm:pt modelId="{F219F5B6-FED8-4380-9126-4ED947D4702D}" type="parTrans" cxnId="{AB90294B-DD9C-4CBD-BC2F-0532BA657E71}">
      <dgm:prSet/>
      <dgm:spPr/>
      <dgm:t>
        <a:bodyPr/>
        <a:lstStyle/>
        <a:p>
          <a:endParaRPr lang="en-US"/>
        </a:p>
      </dgm:t>
    </dgm:pt>
    <dgm:pt modelId="{491F539E-01C3-4148-AF37-B95857176BB2}" type="sibTrans" cxnId="{AB90294B-DD9C-4CBD-BC2F-0532BA657E71}">
      <dgm:prSet/>
      <dgm:spPr/>
      <dgm:t>
        <a:bodyPr/>
        <a:lstStyle/>
        <a:p>
          <a:endParaRPr lang="en-US"/>
        </a:p>
      </dgm:t>
    </dgm:pt>
    <dgm:pt modelId="{7A9322C7-722D-4266-8520-8D63A8EEDC20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Har vi sett noen eksempler før?</a:t>
          </a:r>
          <a:endParaRPr lang="en-US" dirty="0"/>
        </a:p>
      </dgm:t>
    </dgm:pt>
    <dgm:pt modelId="{341A4AFD-4169-4F99-8479-C336744D4F7E}" type="parTrans" cxnId="{9DDB6166-7CA7-462B-8B6E-A52EAC989444}">
      <dgm:prSet/>
      <dgm:spPr/>
      <dgm:t>
        <a:bodyPr/>
        <a:lstStyle/>
        <a:p>
          <a:endParaRPr lang="en-US"/>
        </a:p>
      </dgm:t>
    </dgm:pt>
    <dgm:pt modelId="{390A2388-DA84-4F19-85A0-817724DC8EEF}" type="sibTrans" cxnId="{9DDB6166-7CA7-462B-8B6E-A52EAC989444}">
      <dgm:prSet/>
      <dgm:spPr/>
      <dgm:t>
        <a:bodyPr/>
        <a:lstStyle/>
        <a:p>
          <a:endParaRPr lang="en-US"/>
        </a:p>
      </dgm:t>
    </dgm:pt>
    <dgm:pt modelId="{5B169FC7-CB17-4DEF-82BC-D16219F54B62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>
              <a:latin typeface="Consolas" panose="020B0609020204030204" pitchFamily="49" charset="0"/>
            </a:rPr>
            <a:t>&lt;</a:t>
          </a:r>
          <a:r>
            <a:rPr lang="nb-NO" dirty="0" err="1">
              <a:latin typeface="Consolas" panose="020B0609020204030204" pitchFamily="49" charset="0"/>
            </a:rPr>
            <a:t>img</a:t>
          </a:r>
          <a:r>
            <a:rPr lang="nb-NO" dirty="0">
              <a:latin typeface="Consolas" panose="020B0609020204030204" pitchFamily="49" charset="0"/>
            </a:rPr>
            <a:t>&gt;</a:t>
          </a:r>
          <a:r>
            <a:rPr lang="nb-NO" dirty="0">
              <a:latin typeface="+mj-lt"/>
            </a:rPr>
            <a:t> </a:t>
          </a:r>
          <a:r>
            <a:rPr lang="nb-NO" dirty="0"/>
            <a:t>er </a:t>
          </a:r>
          <a:r>
            <a:rPr lang="nb-NO" dirty="0" err="1"/>
            <a:t>inline-block</a:t>
          </a:r>
          <a:endParaRPr lang="en-US" dirty="0"/>
        </a:p>
      </dgm:t>
    </dgm:pt>
    <dgm:pt modelId="{376EC4EC-C9C1-4986-B747-AEE9A1362D5A}" type="parTrans" cxnId="{A58432FF-477E-4453-B4B7-19D499D1A9A3}">
      <dgm:prSet/>
      <dgm:spPr/>
      <dgm:t>
        <a:bodyPr/>
        <a:lstStyle/>
        <a:p>
          <a:endParaRPr lang="en-US"/>
        </a:p>
      </dgm:t>
    </dgm:pt>
    <dgm:pt modelId="{EA4A2782-4D71-46D2-B760-2F040C0AF8E2}" type="sibTrans" cxnId="{A58432FF-477E-4453-B4B7-19D499D1A9A3}">
      <dgm:prSet/>
      <dgm:spPr/>
      <dgm:t>
        <a:bodyPr/>
        <a:lstStyle/>
        <a:p>
          <a:endParaRPr lang="en-US"/>
        </a:p>
      </dgm:t>
    </dgm:pt>
    <dgm:pt modelId="{C878E3EF-6E5A-48BA-B35D-FA45A5BB04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Men! Vi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gi</a:t>
          </a:r>
          <a:r>
            <a:rPr lang="en-US" dirty="0"/>
            <a:t> den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størreslse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et "block" element!</a:t>
          </a:r>
        </a:p>
      </dgm:t>
    </dgm:pt>
    <dgm:pt modelId="{145CB131-41CB-413F-BCBA-4FE86BDEF30D}" type="parTrans" cxnId="{34E1C1E4-BA2C-44FA-A1CB-8040B22FB64E}">
      <dgm:prSet/>
      <dgm:spPr/>
      <dgm:t>
        <a:bodyPr/>
        <a:lstStyle/>
        <a:p>
          <a:endParaRPr lang="nb-NO"/>
        </a:p>
      </dgm:t>
    </dgm:pt>
    <dgm:pt modelId="{0EE1E187-29EB-4084-B8C0-795DF67DE17F}" type="sibTrans" cxnId="{34E1C1E4-BA2C-44FA-A1CB-8040B22FB64E}">
      <dgm:prSet/>
      <dgm:spPr/>
      <dgm:t>
        <a:bodyPr/>
        <a:lstStyle/>
        <a:p>
          <a:endParaRPr lang="nb-NO"/>
        </a:p>
      </dgm:t>
    </dgm:pt>
    <dgm:pt modelId="{45058760-0A78-4655-AAA5-E6BA3B4A3D14}" type="pres">
      <dgm:prSet presAssocID="{C345C7FE-EAC4-4A98-AA46-E704A4E3D78C}" presName="root" presStyleCnt="0">
        <dgm:presLayoutVars>
          <dgm:dir/>
          <dgm:resizeHandles val="exact"/>
        </dgm:presLayoutVars>
      </dgm:prSet>
      <dgm:spPr/>
    </dgm:pt>
    <dgm:pt modelId="{6825D4CB-A1AE-4489-B660-55EDE40A6B13}" type="pres">
      <dgm:prSet presAssocID="{5A075DD1-CA7F-46F9-A2AB-EF244CAD0624}" presName="compNode" presStyleCnt="0"/>
      <dgm:spPr/>
    </dgm:pt>
    <dgm:pt modelId="{CD621FBB-D186-4FBC-B83A-5C533E31B369}" type="pres">
      <dgm:prSet presAssocID="{5A075DD1-CA7F-46F9-A2AB-EF244CAD0624}" presName="bgRect" presStyleLbl="bgShp" presStyleIdx="0" presStyleCnt="4"/>
      <dgm:spPr/>
    </dgm:pt>
    <dgm:pt modelId="{F4461996-78AC-421A-A7C4-D0B5191DAC75}" type="pres">
      <dgm:prSet presAssocID="{5A075DD1-CA7F-46F9-A2AB-EF244CAD06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BC8BEEE8-349E-482B-8FF1-A55774139F25}" type="pres">
      <dgm:prSet presAssocID="{5A075DD1-CA7F-46F9-A2AB-EF244CAD0624}" presName="spaceRect" presStyleCnt="0"/>
      <dgm:spPr/>
    </dgm:pt>
    <dgm:pt modelId="{74A6FA42-2DD9-45D8-83F5-D226CAA42028}" type="pres">
      <dgm:prSet presAssocID="{5A075DD1-CA7F-46F9-A2AB-EF244CAD0624}" presName="parTx" presStyleLbl="revTx" presStyleIdx="0" presStyleCnt="4">
        <dgm:presLayoutVars>
          <dgm:chMax val="0"/>
          <dgm:chPref val="0"/>
        </dgm:presLayoutVars>
      </dgm:prSet>
      <dgm:spPr/>
    </dgm:pt>
    <dgm:pt modelId="{5E2E7968-A424-4435-9482-B45F19853FDF}" type="pres">
      <dgm:prSet presAssocID="{491F539E-01C3-4148-AF37-B95857176BB2}" presName="sibTrans" presStyleCnt="0"/>
      <dgm:spPr/>
    </dgm:pt>
    <dgm:pt modelId="{AEEFF533-5EE5-4D04-A463-03ED74884B74}" type="pres">
      <dgm:prSet presAssocID="{C878E3EF-6E5A-48BA-B35D-FA45A5BB04AB}" presName="compNode" presStyleCnt="0"/>
      <dgm:spPr/>
    </dgm:pt>
    <dgm:pt modelId="{0CF16581-3B59-48E0-84A7-21BE2EC6E2CE}" type="pres">
      <dgm:prSet presAssocID="{C878E3EF-6E5A-48BA-B35D-FA45A5BB04AB}" presName="bgRect" presStyleLbl="bgShp" presStyleIdx="1" presStyleCnt="4"/>
      <dgm:spPr/>
    </dgm:pt>
    <dgm:pt modelId="{9974F1C2-2C72-4697-8E75-2EDE02489516}" type="pres">
      <dgm:prSet presAssocID="{C878E3EF-6E5A-48BA-B35D-FA45A5BB04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 with solid fill"/>
        </a:ext>
      </dgm:extLst>
    </dgm:pt>
    <dgm:pt modelId="{60D68D28-FEF3-4D9A-98B0-E015933E80C7}" type="pres">
      <dgm:prSet presAssocID="{C878E3EF-6E5A-48BA-B35D-FA45A5BB04AB}" presName="spaceRect" presStyleCnt="0"/>
      <dgm:spPr/>
    </dgm:pt>
    <dgm:pt modelId="{15373278-D1D6-4285-849D-8A5DBD45C09C}" type="pres">
      <dgm:prSet presAssocID="{C878E3EF-6E5A-48BA-B35D-FA45A5BB04AB}" presName="parTx" presStyleLbl="revTx" presStyleIdx="1" presStyleCnt="4">
        <dgm:presLayoutVars>
          <dgm:chMax val="0"/>
          <dgm:chPref val="0"/>
        </dgm:presLayoutVars>
      </dgm:prSet>
      <dgm:spPr/>
    </dgm:pt>
    <dgm:pt modelId="{8FD59030-E4FF-47A2-85C7-E4418F9976A7}" type="pres">
      <dgm:prSet presAssocID="{0EE1E187-29EB-4084-B8C0-795DF67DE17F}" presName="sibTrans" presStyleCnt="0"/>
      <dgm:spPr/>
    </dgm:pt>
    <dgm:pt modelId="{2C33C2EA-796E-4E30-AC5A-100CDDC2ECFB}" type="pres">
      <dgm:prSet presAssocID="{7A9322C7-722D-4266-8520-8D63A8EEDC20}" presName="compNode" presStyleCnt="0"/>
      <dgm:spPr/>
    </dgm:pt>
    <dgm:pt modelId="{17BC613A-C632-4BC0-B0A4-44255DE4E1D7}" type="pres">
      <dgm:prSet presAssocID="{7A9322C7-722D-4266-8520-8D63A8EEDC20}" presName="bgRect" presStyleLbl="bgShp" presStyleIdx="2" presStyleCnt="4"/>
      <dgm:spPr/>
    </dgm:pt>
    <dgm:pt modelId="{CA5E8EB1-DE7C-448D-A984-BED4B2897A2E}" type="pres">
      <dgm:prSet presAssocID="{7A9322C7-722D-4266-8520-8D63A8EEDC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58E113A4-7321-492D-8ADF-FEE8C7C86C41}" type="pres">
      <dgm:prSet presAssocID="{7A9322C7-722D-4266-8520-8D63A8EEDC20}" presName="spaceRect" presStyleCnt="0"/>
      <dgm:spPr/>
    </dgm:pt>
    <dgm:pt modelId="{97B61AFC-8ED7-4311-B20A-A324A1A19115}" type="pres">
      <dgm:prSet presAssocID="{7A9322C7-722D-4266-8520-8D63A8EEDC20}" presName="parTx" presStyleLbl="revTx" presStyleIdx="2" presStyleCnt="4">
        <dgm:presLayoutVars>
          <dgm:chMax val="0"/>
          <dgm:chPref val="0"/>
        </dgm:presLayoutVars>
      </dgm:prSet>
      <dgm:spPr/>
    </dgm:pt>
    <dgm:pt modelId="{348C4BCB-8A67-46CB-A43C-DA66B47209FC}" type="pres">
      <dgm:prSet presAssocID="{390A2388-DA84-4F19-85A0-817724DC8EEF}" presName="sibTrans" presStyleCnt="0"/>
      <dgm:spPr/>
    </dgm:pt>
    <dgm:pt modelId="{EB257760-7AFC-4AC9-AF2E-7ACE43E463B5}" type="pres">
      <dgm:prSet presAssocID="{5B169FC7-CB17-4DEF-82BC-D16219F54B62}" presName="compNode" presStyleCnt="0"/>
      <dgm:spPr/>
    </dgm:pt>
    <dgm:pt modelId="{ED4FFB7B-3EA6-4A25-99A3-9850E9B0AAF5}" type="pres">
      <dgm:prSet presAssocID="{5B169FC7-CB17-4DEF-82BC-D16219F54B62}" presName="bgRect" presStyleLbl="bgShp" presStyleIdx="3" presStyleCnt="4"/>
      <dgm:spPr/>
    </dgm:pt>
    <dgm:pt modelId="{B8367742-3537-4711-A93B-CB1E3B8C03AC}" type="pres">
      <dgm:prSet presAssocID="{5B169FC7-CB17-4DEF-82BC-D16219F54B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F0161D-A262-4E5A-B826-9E94217F59C6}" type="pres">
      <dgm:prSet presAssocID="{5B169FC7-CB17-4DEF-82BC-D16219F54B62}" presName="spaceRect" presStyleCnt="0"/>
      <dgm:spPr/>
    </dgm:pt>
    <dgm:pt modelId="{9CE04A47-CBB3-455C-B27A-E1500A3A9D9A}" type="pres">
      <dgm:prSet presAssocID="{5B169FC7-CB17-4DEF-82BC-D16219F54B6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DB6166-7CA7-462B-8B6E-A52EAC989444}" srcId="{C345C7FE-EAC4-4A98-AA46-E704A4E3D78C}" destId="{7A9322C7-722D-4266-8520-8D63A8EEDC20}" srcOrd="2" destOrd="0" parTransId="{341A4AFD-4169-4F99-8479-C336744D4F7E}" sibTransId="{390A2388-DA84-4F19-85A0-817724DC8EEF}"/>
    <dgm:cxn modelId="{AB90294B-DD9C-4CBD-BC2F-0532BA657E71}" srcId="{C345C7FE-EAC4-4A98-AA46-E704A4E3D78C}" destId="{5A075DD1-CA7F-46F9-A2AB-EF244CAD0624}" srcOrd="0" destOrd="0" parTransId="{F219F5B6-FED8-4380-9126-4ED947D4702D}" sibTransId="{491F539E-01C3-4148-AF37-B95857176BB2}"/>
    <dgm:cxn modelId="{909C3E6F-C568-4B5E-B33E-BCA5497CD9C0}" type="presOf" srcId="{7A9322C7-722D-4266-8520-8D63A8EEDC20}" destId="{97B61AFC-8ED7-4311-B20A-A324A1A19115}" srcOrd="0" destOrd="0" presId="urn:microsoft.com/office/officeart/2018/2/layout/IconVerticalSolidList"/>
    <dgm:cxn modelId="{E1CBDD92-B414-4138-9298-95010A4E27E8}" type="presOf" srcId="{5A075DD1-CA7F-46F9-A2AB-EF244CAD0624}" destId="{74A6FA42-2DD9-45D8-83F5-D226CAA42028}" srcOrd="0" destOrd="0" presId="urn:microsoft.com/office/officeart/2018/2/layout/IconVerticalSolidList"/>
    <dgm:cxn modelId="{47BFFE99-7C57-438D-A33F-B9E678166D13}" type="presOf" srcId="{5B169FC7-CB17-4DEF-82BC-D16219F54B62}" destId="{9CE04A47-CBB3-455C-B27A-E1500A3A9D9A}" srcOrd="0" destOrd="0" presId="urn:microsoft.com/office/officeart/2018/2/layout/IconVerticalSolidList"/>
    <dgm:cxn modelId="{06D473C5-CBEE-4B5F-8E0F-5F8D80FC3A8F}" type="presOf" srcId="{C878E3EF-6E5A-48BA-B35D-FA45A5BB04AB}" destId="{15373278-D1D6-4285-849D-8A5DBD45C09C}" srcOrd="0" destOrd="0" presId="urn:microsoft.com/office/officeart/2018/2/layout/IconVerticalSolidList"/>
    <dgm:cxn modelId="{34E1C1E4-BA2C-44FA-A1CB-8040B22FB64E}" srcId="{C345C7FE-EAC4-4A98-AA46-E704A4E3D78C}" destId="{C878E3EF-6E5A-48BA-B35D-FA45A5BB04AB}" srcOrd="1" destOrd="0" parTransId="{145CB131-41CB-413F-BCBA-4FE86BDEF30D}" sibTransId="{0EE1E187-29EB-4084-B8C0-795DF67DE17F}"/>
    <dgm:cxn modelId="{5DD3FEF2-45AA-4204-BD47-C8547E294DAE}" type="presOf" srcId="{C345C7FE-EAC4-4A98-AA46-E704A4E3D78C}" destId="{45058760-0A78-4655-AAA5-E6BA3B4A3D14}" srcOrd="0" destOrd="0" presId="urn:microsoft.com/office/officeart/2018/2/layout/IconVerticalSolidList"/>
    <dgm:cxn modelId="{A58432FF-477E-4453-B4B7-19D499D1A9A3}" srcId="{C345C7FE-EAC4-4A98-AA46-E704A4E3D78C}" destId="{5B169FC7-CB17-4DEF-82BC-D16219F54B62}" srcOrd="3" destOrd="0" parTransId="{376EC4EC-C9C1-4986-B747-AEE9A1362D5A}" sibTransId="{EA4A2782-4D71-46D2-B760-2F040C0AF8E2}"/>
    <dgm:cxn modelId="{AC3CAA00-B6EF-43B3-B3DA-C6CB52027C2F}" type="presParOf" srcId="{45058760-0A78-4655-AAA5-E6BA3B4A3D14}" destId="{6825D4CB-A1AE-4489-B660-55EDE40A6B13}" srcOrd="0" destOrd="0" presId="urn:microsoft.com/office/officeart/2018/2/layout/IconVerticalSolidList"/>
    <dgm:cxn modelId="{11E46600-5F96-46DE-AEF1-C1E630D4DCB5}" type="presParOf" srcId="{6825D4CB-A1AE-4489-B660-55EDE40A6B13}" destId="{CD621FBB-D186-4FBC-B83A-5C533E31B369}" srcOrd="0" destOrd="0" presId="urn:microsoft.com/office/officeart/2018/2/layout/IconVerticalSolidList"/>
    <dgm:cxn modelId="{2688FF09-2022-449E-9F3F-A56852FD69B0}" type="presParOf" srcId="{6825D4CB-A1AE-4489-B660-55EDE40A6B13}" destId="{F4461996-78AC-421A-A7C4-D0B5191DAC75}" srcOrd="1" destOrd="0" presId="urn:microsoft.com/office/officeart/2018/2/layout/IconVerticalSolidList"/>
    <dgm:cxn modelId="{42D0732F-0C08-4459-AE8A-61198C506BF7}" type="presParOf" srcId="{6825D4CB-A1AE-4489-B660-55EDE40A6B13}" destId="{BC8BEEE8-349E-482B-8FF1-A55774139F25}" srcOrd="2" destOrd="0" presId="urn:microsoft.com/office/officeart/2018/2/layout/IconVerticalSolidList"/>
    <dgm:cxn modelId="{9F3E077C-D611-436C-9EC7-E45A7C467F26}" type="presParOf" srcId="{6825D4CB-A1AE-4489-B660-55EDE40A6B13}" destId="{74A6FA42-2DD9-45D8-83F5-D226CAA42028}" srcOrd="3" destOrd="0" presId="urn:microsoft.com/office/officeart/2018/2/layout/IconVerticalSolidList"/>
    <dgm:cxn modelId="{6515319C-26DF-4158-A7BE-8A19D5BE76A7}" type="presParOf" srcId="{45058760-0A78-4655-AAA5-E6BA3B4A3D14}" destId="{5E2E7968-A424-4435-9482-B45F19853FDF}" srcOrd="1" destOrd="0" presId="urn:microsoft.com/office/officeart/2018/2/layout/IconVerticalSolidList"/>
    <dgm:cxn modelId="{A408E44F-B966-4297-89A2-07E7F706A838}" type="presParOf" srcId="{45058760-0A78-4655-AAA5-E6BA3B4A3D14}" destId="{AEEFF533-5EE5-4D04-A463-03ED74884B74}" srcOrd="2" destOrd="0" presId="urn:microsoft.com/office/officeart/2018/2/layout/IconVerticalSolidList"/>
    <dgm:cxn modelId="{2AE03445-FCC5-4843-9D08-6F228E9881C3}" type="presParOf" srcId="{AEEFF533-5EE5-4D04-A463-03ED74884B74}" destId="{0CF16581-3B59-48E0-84A7-21BE2EC6E2CE}" srcOrd="0" destOrd="0" presId="urn:microsoft.com/office/officeart/2018/2/layout/IconVerticalSolidList"/>
    <dgm:cxn modelId="{7C48B254-73FA-45D0-A117-48F4A32C3048}" type="presParOf" srcId="{AEEFF533-5EE5-4D04-A463-03ED74884B74}" destId="{9974F1C2-2C72-4697-8E75-2EDE02489516}" srcOrd="1" destOrd="0" presId="urn:microsoft.com/office/officeart/2018/2/layout/IconVerticalSolidList"/>
    <dgm:cxn modelId="{4DADC976-7BEA-4265-94F3-909B99ED3757}" type="presParOf" srcId="{AEEFF533-5EE5-4D04-A463-03ED74884B74}" destId="{60D68D28-FEF3-4D9A-98B0-E015933E80C7}" srcOrd="2" destOrd="0" presId="urn:microsoft.com/office/officeart/2018/2/layout/IconVerticalSolidList"/>
    <dgm:cxn modelId="{69A32CD1-99F6-402F-8D9C-5CFA1C08A64D}" type="presParOf" srcId="{AEEFF533-5EE5-4D04-A463-03ED74884B74}" destId="{15373278-D1D6-4285-849D-8A5DBD45C09C}" srcOrd="3" destOrd="0" presId="urn:microsoft.com/office/officeart/2018/2/layout/IconVerticalSolidList"/>
    <dgm:cxn modelId="{DFC33795-0455-49F0-A68B-AF3AD370B825}" type="presParOf" srcId="{45058760-0A78-4655-AAA5-E6BA3B4A3D14}" destId="{8FD59030-E4FF-47A2-85C7-E4418F9976A7}" srcOrd="3" destOrd="0" presId="urn:microsoft.com/office/officeart/2018/2/layout/IconVerticalSolidList"/>
    <dgm:cxn modelId="{7033C895-566C-4D9B-BFFB-3C0A1E2C086A}" type="presParOf" srcId="{45058760-0A78-4655-AAA5-E6BA3B4A3D14}" destId="{2C33C2EA-796E-4E30-AC5A-100CDDC2ECFB}" srcOrd="4" destOrd="0" presId="urn:microsoft.com/office/officeart/2018/2/layout/IconVerticalSolidList"/>
    <dgm:cxn modelId="{D9FBE8FF-35E0-4E10-A1CF-C8CB402574FE}" type="presParOf" srcId="{2C33C2EA-796E-4E30-AC5A-100CDDC2ECFB}" destId="{17BC613A-C632-4BC0-B0A4-44255DE4E1D7}" srcOrd="0" destOrd="0" presId="urn:microsoft.com/office/officeart/2018/2/layout/IconVerticalSolidList"/>
    <dgm:cxn modelId="{DA921375-1BA3-4E38-AC15-F12745169C9B}" type="presParOf" srcId="{2C33C2EA-796E-4E30-AC5A-100CDDC2ECFB}" destId="{CA5E8EB1-DE7C-448D-A984-BED4B2897A2E}" srcOrd="1" destOrd="0" presId="urn:microsoft.com/office/officeart/2018/2/layout/IconVerticalSolidList"/>
    <dgm:cxn modelId="{6FE5BF45-366F-4999-B2A4-1ED002679538}" type="presParOf" srcId="{2C33C2EA-796E-4E30-AC5A-100CDDC2ECFB}" destId="{58E113A4-7321-492D-8ADF-FEE8C7C86C41}" srcOrd="2" destOrd="0" presId="urn:microsoft.com/office/officeart/2018/2/layout/IconVerticalSolidList"/>
    <dgm:cxn modelId="{D8A5E5E7-E697-4B30-BDC6-0FBE7EDB755F}" type="presParOf" srcId="{2C33C2EA-796E-4E30-AC5A-100CDDC2ECFB}" destId="{97B61AFC-8ED7-4311-B20A-A324A1A19115}" srcOrd="3" destOrd="0" presId="urn:microsoft.com/office/officeart/2018/2/layout/IconVerticalSolidList"/>
    <dgm:cxn modelId="{1DB9ADD8-D448-4FB1-8041-C3A343DFF940}" type="presParOf" srcId="{45058760-0A78-4655-AAA5-E6BA3B4A3D14}" destId="{348C4BCB-8A67-46CB-A43C-DA66B47209FC}" srcOrd="5" destOrd="0" presId="urn:microsoft.com/office/officeart/2018/2/layout/IconVerticalSolidList"/>
    <dgm:cxn modelId="{4E59DF6F-1665-446C-8726-7F282F2CB1F3}" type="presParOf" srcId="{45058760-0A78-4655-AAA5-E6BA3B4A3D14}" destId="{EB257760-7AFC-4AC9-AF2E-7ACE43E463B5}" srcOrd="6" destOrd="0" presId="urn:microsoft.com/office/officeart/2018/2/layout/IconVerticalSolidList"/>
    <dgm:cxn modelId="{5A04E77E-AA43-458D-B8F1-E4275BB05C46}" type="presParOf" srcId="{EB257760-7AFC-4AC9-AF2E-7ACE43E463B5}" destId="{ED4FFB7B-3EA6-4A25-99A3-9850E9B0AAF5}" srcOrd="0" destOrd="0" presId="urn:microsoft.com/office/officeart/2018/2/layout/IconVerticalSolidList"/>
    <dgm:cxn modelId="{06CF94B4-FA31-4E1C-B8F7-45CC96EB3771}" type="presParOf" srcId="{EB257760-7AFC-4AC9-AF2E-7ACE43E463B5}" destId="{B8367742-3537-4711-A93B-CB1E3B8C03AC}" srcOrd="1" destOrd="0" presId="urn:microsoft.com/office/officeart/2018/2/layout/IconVerticalSolidList"/>
    <dgm:cxn modelId="{15DE5E68-E6F6-4CE4-A370-E5D75EB4A2D8}" type="presParOf" srcId="{EB257760-7AFC-4AC9-AF2E-7ACE43E463B5}" destId="{88F0161D-A262-4E5A-B826-9E94217F59C6}" srcOrd="2" destOrd="0" presId="urn:microsoft.com/office/officeart/2018/2/layout/IconVerticalSolidList"/>
    <dgm:cxn modelId="{54CFF423-285E-4015-A8C3-6D53C6CD8BBC}" type="presParOf" srcId="{EB257760-7AFC-4AC9-AF2E-7ACE43E463B5}" destId="{9CE04A47-CBB3-455C-B27A-E1500A3A9D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45C7FE-EAC4-4A98-AA46-E704A4E3D7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5A075DD1-CA7F-46F9-A2AB-EF244CAD0624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Gjør elementer helt usynlige</a:t>
          </a:r>
          <a:endParaRPr lang="en-US" dirty="0"/>
        </a:p>
      </dgm:t>
    </dgm:pt>
    <dgm:pt modelId="{F219F5B6-FED8-4380-9126-4ED947D4702D}" type="parTrans" cxnId="{AB90294B-DD9C-4CBD-BC2F-0532BA657E71}">
      <dgm:prSet/>
      <dgm:spPr/>
      <dgm:t>
        <a:bodyPr/>
        <a:lstStyle/>
        <a:p>
          <a:endParaRPr lang="en-US"/>
        </a:p>
      </dgm:t>
    </dgm:pt>
    <dgm:pt modelId="{491F539E-01C3-4148-AF37-B95857176BB2}" type="sibTrans" cxnId="{AB90294B-DD9C-4CBD-BC2F-0532BA657E71}">
      <dgm:prSet/>
      <dgm:spPr/>
      <dgm:t>
        <a:bodyPr/>
        <a:lstStyle/>
        <a:p>
          <a:endParaRPr lang="en-US"/>
        </a:p>
      </dgm:t>
    </dgm:pt>
    <dgm:pt modelId="{5B169FC7-CB17-4DEF-82BC-D16219F54B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Det </a:t>
          </a:r>
          <a:r>
            <a:rPr lang="en-US" dirty="0" err="1">
              <a:latin typeface="+mj-lt"/>
            </a:rPr>
            <a:t>finner</a:t>
          </a:r>
          <a:r>
            <a:rPr lang="en-US" dirty="0">
              <a:latin typeface="+mj-lt"/>
            </a:rPr>
            <a:t> vi </a:t>
          </a:r>
          <a:r>
            <a:rPr lang="en-US" dirty="0" err="1">
              <a:latin typeface="+mj-lt"/>
            </a:rPr>
            <a:t>ut</a:t>
          </a:r>
          <a:r>
            <a:rPr lang="en-US" dirty="0">
              <a:latin typeface="+mj-lt"/>
            </a:rPr>
            <a:t> av </a:t>
          </a:r>
          <a:r>
            <a:rPr lang="en-US" dirty="0" err="1">
              <a:latin typeface="+mj-lt"/>
            </a:rPr>
            <a:t>når</a:t>
          </a:r>
          <a:r>
            <a:rPr lang="en-US" dirty="0">
              <a:latin typeface="+mj-lt"/>
            </a:rPr>
            <a:t> vi </a:t>
          </a:r>
          <a:r>
            <a:rPr lang="en-US" dirty="0" err="1">
              <a:latin typeface="+mj-lt"/>
            </a:rPr>
            <a:t>kommer</a:t>
          </a:r>
          <a:r>
            <a:rPr lang="en-US" dirty="0">
              <a:latin typeface="+mj-lt"/>
            </a:rPr>
            <a:t> </a:t>
          </a:r>
          <a:r>
            <a:rPr lang="en-US" dirty="0" err="1">
              <a:latin typeface="+mj-lt"/>
            </a:rPr>
            <a:t>til</a:t>
          </a:r>
          <a:r>
            <a:rPr lang="en-US" dirty="0">
              <a:latin typeface="+mj-lt"/>
            </a:rPr>
            <a:t> JavaScript!</a:t>
          </a:r>
        </a:p>
      </dgm:t>
    </dgm:pt>
    <dgm:pt modelId="{376EC4EC-C9C1-4986-B747-AEE9A1362D5A}" type="parTrans" cxnId="{A58432FF-477E-4453-B4B7-19D499D1A9A3}">
      <dgm:prSet/>
      <dgm:spPr/>
      <dgm:t>
        <a:bodyPr/>
        <a:lstStyle/>
        <a:p>
          <a:endParaRPr lang="en-US"/>
        </a:p>
      </dgm:t>
    </dgm:pt>
    <dgm:pt modelId="{EA4A2782-4D71-46D2-B760-2F040C0AF8E2}" type="sibTrans" cxnId="{A58432FF-477E-4453-B4B7-19D499D1A9A3}">
      <dgm:prSet/>
      <dgm:spPr/>
      <dgm:t>
        <a:bodyPr/>
        <a:lstStyle/>
        <a:p>
          <a:endParaRPr lang="en-US"/>
        </a:p>
      </dgm:t>
    </dgm:pt>
    <dgm:pt modelId="{C878E3EF-6E5A-48BA-B35D-FA45A5BB04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Hvordan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dirty="0"/>
            <a:t> alle </a:t>
          </a:r>
          <a:r>
            <a:rPr lang="en-US" dirty="0" err="1"/>
            <a:t>dager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dette</a:t>
          </a:r>
          <a:r>
            <a:rPr lang="en-US" dirty="0"/>
            <a:t> </a:t>
          </a:r>
          <a:r>
            <a:rPr lang="en-US" dirty="0" err="1"/>
            <a:t>være</a:t>
          </a:r>
          <a:r>
            <a:rPr lang="en-US" dirty="0"/>
            <a:t> </a:t>
          </a:r>
          <a:r>
            <a:rPr lang="en-US" dirty="0" err="1"/>
            <a:t>nyttig</a:t>
          </a:r>
          <a:r>
            <a:rPr lang="en-US" dirty="0"/>
            <a:t> da?</a:t>
          </a:r>
        </a:p>
      </dgm:t>
    </dgm:pt>
    <dgm:pt modelId="{145CB131-41CB-413F-BCBA-4FE86BDEF30D}" type="parTrans" cxnId="{34E1C1E4-BA2C-44FA-A1CB-8040B22FB64E}">
      <dgm:prSet/>
      <dgm:spPr/>
      <dgm:t>
        <a:bodyPr/>
        <a:lstStyle/>
        <a:p>
          <a:endParaRPr lang="nb-NO"/>
        </a:p>
      </dgm:t>
    </dgm:pt>
    <dgm:pt modelId="{0EE1E187-29EB-4084-B8C0-795DF67DE17F}" type="sibTrans" cxnId="{34E1C1E4-BA2C-44FA-A1CB-8040B22FB64E}">
      <dgm:prSet/>
      <dgm:spPr/>
      <dgm:t>
        <a:bodyPr/>
        <a:lstStyle/>
        <a:p>
          <a:endParaRPr lang="nb-NO"/>
        </a:p>
      </dgm:t>
    </dgm:pt>
    <dgm:pt modelId="{45058760-0A78-4655-AAA5-E6BA3B4A3D14}" type="pres">
      <dgm:prSet presAssocID="{C345C7FE-EAC4-4A98-AA46-E704A4E3D78C}" presName="root" presStyleCnt="0">
        <dgm:presLayoutVars>
          <dgm:dir/>
          <dgm:resizeHandles val="exact"/>
        </dgm:presLayoutVars>
      </dgm:prSet>
      <dgm:spPr/>
    </dgm:pt>
    <dgm:pt modelId="{6825D4CB-A1AE-4489-B660-55EDE40A6B13}" type="pres">
      <dgm:prSet presAssocID="{5A075DD1-CA7F-46F9-A2AB-EF244CAD0624}" presName="compNode" presStyleCnt="0"/>
      <dgm:spPr/>
    </dgm:pt>
    <dgm:pt modelId="{CD621FBB-D186-4FBC-B83A-5C533E31B369}" type="pres">
      <dgm:prSet presAssocID="{5A075DD1-CA7F-46F9-A2AB-EF244CAD0624}" presName="bgRect" presStyleLbl="bgShp" presStyleIdx="0" presStyleCnt="3"/>
      <dgm:spPr/>
    </dgm:pt>
    <dgm:pt modelId="{F4461996-78AC-421A-A7C4-D0B5191DAC75}" type="pres">
      <dgm:prSet presAssocID="{5A075DD1-CA7F-46F9-A2AB-EF244CAD06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BC8BEEE8-349E-482B-8FF1-A55774139F25}" type="pres">
      <dgm:prSet presAssocID="{5A075DD1-CA7F-46F9-A2AB-EF244CAD0624}" presName="spaceRect" presStyleCnt="0"/>
      <dgm:spPr/>
    </dgm:pt>
    <dgm:pt modelId="{74A6FA42-2DD9-45D8-83F5-D226CAA42028}" type="pres">
      <dgm:prSet presAssocID="{5A075DD1-CA7F-46F9-A2AB-EF244CAD0624}" presName="parTx" presStyleLbl="revTx" presStyleIdx="0" presStyleCnt="3">
        <dgm:presLayoutVars>
          <dgm:chMax val="0"/>
          <dgm:chPref val="0"/>
        </dgm:presLayoutVars>
      </dgm:prSet>
      <dgm:spPr/>
    </dgm:pt>
    <dgm:pt modelId="{5E2E7968-A424-4435-9482-B45F19853FDF}" type="pres">
      <dgm:prSet presAssocID="{491F539E-01C3-4148-AF37-B95857176BB2}" presName="sibTrans" presStyleCnt="0"/>
      <dgm:spPr/>
    </dgm:pt>
    <dgm:pt modelId="{AEEFF533-5EE5-4D04-A463-03ED74884B74}" type="pres">
      <dgm:prSet presAssocID="{C878E3EF-6E5A-48BA-B35D-FA45A5BB04AB}" presName="compNode" presStyleCnt="0"/>
      <dgm:spPr/>
    </dgm:pt>
    <dgm:pt modelId="{0CF16581-3B59-48E0-84A7-21BE2EC6E2CE}" type="pres">
      <dgm:prSet presAssocID="{C878E3EF-6E5A-48BA-B35D-FA45A5BB04AB}" presName="bgRect" presStyleLbl="bgShp" presStyleIdx="1" presStyleCnt="3"/>
      <dgm:spPr/>
    </dgm:pt>
    <dgm:pt modelId="{9974F1C2-2C72-4697-8E75-2EDE02489516}" type="pres">
      <dgm:prSet presAssocID="{C878E3EF-6E5A-48BA-B35D-FA45A5BB04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48" b="87473" l="10000" r="90000">
                        <a14:foregroundMark x1="58750" y1="29512" x2="37273" y2="9554"/>
                        <a14:foregroundMark x1="54886" y1="82059" x2="60682" y2="25902"/>
                        <a14:foregroundMark x1="78295" y1="72930" x2="35227" y2="4140"/>
                        <a14:foregroundMark x1="35227" y1="4140" x2="11818" y2="87473"/>
                        <a14:foregroundMark x1="11818" y1="87473" x2="58750" y2="49363"/>
                        <a14:backgroundMark x1="80227" y1="85669" x2="80227" y2="85669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t="-4000" b="-4000"/>
          </a:stretch>
        </a:blipFill>
      </dgm:spPr>
    </dgm:pt>
    <dgm:pt modelId="{60D68D28-FEF3-4D9A-98B0-E015933E80C7}" type="pres">
      <dgm:prSet presAssocID="{C878E3EF-6E5A-48BA-B35D-FA45A5BB04AB}" presName="spaceRect" presStyleCnt="0"/>
      <dgm:spPr/>
    </dgm:pt>
    <dgm:pt modelId="{15373278-D1D6-4285-849D-8A5DBD45C09C}" type="pres">
      <dgm:prSet presAssocID="{C878E3EF-6E5A-48BA-B35D-FA45A5BB04AB}" presName="parTx" presStyleLbl="revTx" presStyleIdx="1" presStyleCnt="3">
        <dgm:presLayoutVars>
          <dgm:chMax val="0"/>
          <dgm:chPref val="0"/>
        </dgm:presLayoutVars>
      </dgm:prSet>
      <dgm:spPr/>
    </dgm:pt>
    <dgm:pt modelId="{8FD59030-E4FF-47A2-85C7-E4418F9976A7}" type="pres">
      <dgm:prSet presAssocID="{0EE1E187-29EB-4084-B8C0-795DF67DE17F}" presName="sibTrans" presStyleCnt="0"/>
      <dgm:spPr/>
    </dgm:pt>
    <dgm:pt modelId="{EB257760-7AFC-4AC9-AF2E-7ACE43E463B5}" type="pres">
      <dgm:prSet presAssocID="{5B169FC7-CB17-4DEF-82BC-D16219F54B62}" presName="compNode" presStyleCnt="0"/>
      <dgm:spPr/>
    </dgm:pt>
    <dgm:pt modelId="{ED4FFB7B-3EA6-4A25-99A3-9850E9B0AAF5}" type="pres">
      <dgm:prSet presAssocID="{5B169FC7-CB17-4DEF-82BC-D16219F54B62}" presName="bgRect" presStyleLbl="bgShp" presStyleIdx="2" presStyleCnt="3"/>
      <dgm:spPr/>
    </dgm:pt>
    <dgm:pt modelId="{B8367742-3537-4711-A93B-CB1E3B8C03AC}" type="pres">
      <dgm:prSet presAssocID="{5B169FC7-CB17-4DEF-82BC-D16219F54B62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F0161D-A262-4E5A-B826-9E94217F59C6}" type="pres">
      <dgm:prSet presAssocID="{5B169FC7-CB17-4DEF-82BC-D16219F54B62}" presName="spaceRect" presStyleCnt="0"/>
      <dgm:spPr/>
    </dgm:pt>
    <dgm:pt modelId="{9CE04A47-CBB3-455C-B27A-E1500A3A9D9A}" type="pres">
      <dgm:prSet presAssocID="{5B169FC7-CB17-4DEF-82BC-D16219F54B6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B90294B-DD9C-4CBD-BC2F-0532BA657E71}" srcId="{C345C7FE-EAC4-4A98-AA46-E704A4E3D78C}" destId="{5A075DD1-CA7F-46F9-A2AB-EF244CAD0624}" srcOrd="0" destOrd="0" parTransId="{F219F5B6-FED8-4380-9126-4ED947D4702D}" sibTransId="{491F539E-01C3-4148-AF37-B95857176BB2}"/>
    <dgm:cxn modelId="{E1CBDD92-B414-4138-9298-95010A4E27E8}" type="presOf" srcId="{5A075DD1-CA7F-46F9-A2AB-EF244CAD0624}" destId="{74A6FA42-2DD9-45D8-83F5-D226CAA42028}" srcOrd="0" destOrd="0" presId="urn:microsoft.com/office/officeart/2018/2/layout/IconVerticalSolidList"/>
    <dgm:cxn modelId="{47BFFE99-7C57-438D-A33F-B9E678166D13}" type="presOf" srcId="{5B169FC7-CB17-4DEF-82BC-D16219F54B62}" destId="{9CE04A47-CBB3-455C-B27A-E1500A3A9D9A}" srcOrd="0" destOrd="0" presId="urn:microsoft.com/office/officeart/2018/2/layout/IconVerticalSolidList"/>
    <dgm:cxn modelId="{06D473C5-CBEE-4B5F-8E0F-5F8D80FC3A8F}" type="presOf" srcId="{C878E3EF-6E5A-48BA-B35D-FA45A5BB04AB}" destId="{15373278-D1D6-4285-849D-8A5DBD45C09C}" srcOrd="0" destOrd="0" presId="urn:microsoft.com/office/officeart/2018/2/layout/IconVerticalSolidList"/>
    <dgm:cxn modelId="{34E1C1E4-BA2C-44FA-A1CB-8040B22FB64E}" srcId="{C345C7FE-EAC4-4A98-AA46-E704A4E3D78C}" destId="{C878E3EF-6E5A-48BA-B35D-FA45A5BB04AB}" srcOrd="1" destOrd="0" parTransId="{145CB131-41CB-413F-BCBA-4FE86BDEF30D}" sibTransId="{0EE1E187-29EB-4084-B8C0-795DF67DE17F}"/>
    <dgm:cxn modelId="{5DD3FEF2-45AA-4204-BD47-C8547E294DAE}" type="presOf" srcId="{C345C7FE-EAC4-4A98-AA46-E704A4E3D78C}" destId="{45058760-0A78-4655-AAA5-E6BA3B4A3D14}" srcOrd="0" destOrd="0" presId="urn:microsoft.com/office/officeart/2018/2/layout/IconVerticalSolidList"/>
    <dgm:cxn modelId="{A58432FF-477E-4453-B4B7-19D499D1A9A3}" srcId="{C345C7FE-EAC4-4A98-AA46-E704A4E3D78C}" destId="{5B169FC7-CB17-4DEF-82BC-D16219F54B62}" srcOrd="2" destOrd="0" parTransId="{376EC4EC-C9C1-4986-B747-AEE9A1362D5A}" sibTransId="{EA4A2782-4D71-46D2-B760-2F040C0AF8E2}"/>
    <dgm:cxn modelId="{AC3CAA00-B6EF-43B3-B3DA-C6CB52027C2F}" type="presParOf" srcId="{45058760-0A78-4655-AAA5-E6BA3B4A3D14}" destId="{6825D4CB-A1AE-4489-B660-55EDE40A6B13}" srcOrd="0" destOrd="0" presId="urn:microsoft.com/office/officeart/2018/2/layout/IconVerticalSolidList"/>
    <dgm:cxn modelId="{11E46600-5F96-46DE-AEF1-C1E630D4DCB5}" type="presParOf" srcId="{6825D4CB-A1AE-4489-B660-55EDE40A6B13}" destId="{CD621FBB-D186-4FBC-B83A-5C533E31B369}" srcOrd="0" destOrd="0" presId="urn:microsoft.com/office/officeart/2018/2/layout/IconVerticalSolidList"/>
    <dgm:cxn modelId="{2688FF09-2022-449E-9F3F-A56852FD69B0}" type="presParOf" srcId="{6825D4CB-A1AE-4489-B660-55EDE40A6B13}" destId="{F4461996-78AC-421A-A7C4-D0B5191DAC75}" srcOrd="1" destOrd="0" presId="urn:microsoft.com/office/officeart/2018/2/layout/IconVerticalSolidList"/>
    <dgm:cxn modelId="{42D0732F-0C08-4459-AE8A-61198C506BF7}" type="presParOf" srcId="{6825D4CB-A1AE-4489-B660-55EDE40A6B13}" destId="{BC8BEEE8-349E-482B-8FF1-A55774139F25}" srcOrd="2" destOrd="0" presId="urn:microsoft.com/office/officeart/2018/2/layout/IconVerticalSolidList"/>
    <dgm:cxn modelId="{9F3E077C-D611-436C-9EC7-E45A7C467F26}" type="presParOf" srcId="{6825D4CB-A1AE-4489-B660-55EDE40A6B13}" destId="{74A6FA42-2DD9-45D8-83F5-D226CAA42028}" srcOrd="3" destOrd="0" presId="urn:microsoft.com/office/officeart/2018/2/layout/IconVerticalSolidList"/>
    <dgm:cxn modelId="{6515319C-26DF-4158-A7BE-8A19D5BE76A7}" type="presParOf" srcId="{45058760-0A78-4655-AAA5-E6BA3B4A3D14}" destId="{5E2E7968-A424-4435-9482-B45F19853FDF}" srcOrd="1" destOrd="0" presId="urn:microsoft.com/office/officeart/2018/2/layout/IconVerticalSolidList"/>
    <dgm:cxn modelId="{A408E44F-B966-4297-89A2-07E7F706A838}" type="presParOf" srcId="{45058760-0A78-4655-AAA5-E6BA3B4A3D14}" destId="{AEEFF533-5EE5-4D04-A463-03ED74884B74}" srcOrd="2" destOrd="0" presId="urn:microsoft.com/office/officeart/2018/2/layout/IconVerticalSolidList"/>
    <dgm:cxn modelId="{2AE03445-FCC5-4843-9D08-6F228E9881C3}" type="presParOf" srcId="{AEEFF533-5EE5-4D04-A463-03ED74884B74}" destId="{0CF16581-3B59-48E0-84A7-21BE2EC6E2CE}" srcOrd="0" destOrd="0" presId="urn:microsoft.com/office/officeart/2018/2/layout/IconVerticalSolidList"/>
    <dgm:cxn modelId="{7C48B254-73FA-45D0-A117-48F4A32C3048}" type="presParOf" srcId="{AEEFF533-5EE5-4D04-A463-03ED74884B74}" destId="{9974F1C2-2C72-4697-8E75-2EDE02489516}" srcOrd="1" destOrd="0" presId="urn:microsoft.com/office/officeart/2018/2/layout/IconVerticalSolidList"/>
    <dgm:cxn modelId="{4DADC976-7BEA-4265-94F3-909B99ED3757}" type="presParOf" srcId="{AEEFF533-5EE5-4D04-A463-03ED74884B74}" destId="{60D68D28-FEF3-4D9A-98B0-E015933E80C7}" srcOrd="2" destOrd="0" presId="urn:microsoft.com/office/officeart/2018/2/layout/IconVerticalSolidList"/>
    <dgm:cxn modelId="{69A32CD1-99F6-402F-8D9C-5CFA1C08A64D}" type="presParOf" srcId="{AEEFF533-5EE5-4D04-A463-03ED74884B74}" destId="{15373278-D1D6-4285-849D-8A5DBD45C09C}" srcOrd="3" destOrd="0" presId="urn:microsoft.com/office/officeart/2018/2/layout/IconVerticalSolidList"/>
    <dgm:cxn modelId="{DFC33795-0455-49F0-A68B-AF3AD370B825}" type="presParOf" srcId="{45058760-0A78-4655-AAA5-E6BA3B4A3D14}" destId="{8FD59030-E4FF-47A2-85C7-E4418F9976A7}" srcOrd="3" destOrd="0" presId="urn:microsoft.com/office/officeart/2018/2/layout/IconVerticalSolidList"/>
    <dgm:cxn modelId="{4E59DF6F-1665-446C-8726-7F282F2CB1F3}" type="presParOf" srcId="{45058760-0A78-4655-AAA5-E6BA3B4A3D14}" destId="{EB257760-7AFC-4AC9-AF2E-7ACE43E463B5}" srcOrd="4" destOrd="0" presId="urn:microsoft.com/office/officeart/2018/2/layout/IconVerticalSolidList"/>
    <dgm:cxn modelId="{5A04E77E-AA43-458D-B8F1-E4275BB05C46}" type="presParOf" srcId="{EB257760-7AFC-4AC9-AF2E-7ACE43E463B5}" destId="{ED4FFB7B-3EA6-4A25-99A3-9850E9B0AAF5}" srcOrd="0" destOrd="0" presId="urn:microsoft.com/office/officeart/2018/2/layout/IconVerticalSolidList"/>
    <dgm:cxn modelId="{06CF94B4-FA31-4E1C-B8F7-45CC96EB3771}" type="presParOf" srcId="{EB257760-7AFC-4AC9-AF2E-7ACE43E463B5}" destId="{B8367742-3537-4711-A93B-CB1E3B8C03AC}" srcOrd="1" destOrd="0" presId="urn:microsoft.com/office/officeart/2018/2/layout/IconVerticalSolidList"/>
    <dgm:cxn modelId="{15DE5E68-E6F6-4CE4-A370-E5D75EB4A2D8}" type="presParOf" srcId="{EB257760-7AFC-4AC9-AF2E-7ACE43E463B5}" destId="{88F0161D-A262-4E5A-B826-9E94217F59C6}" srcOrd="2" destOrd="0" presId="urn:microsoft.com/office/officeart/2018/2/layout/IconVerticalSolidList"/>
    <dgm:cxn modelId="{54CFF423-285E-4015-A8C3-6D53C6CD8BBC}" type="presParOf" srcId="{EB257760-7AFC-4AC9-AF2E-7ACE43E463B5}" destId="{9CE04A47-CBB3-455C-B27A-E1500A3A9D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73A6BD-0A56-44C5-B00C-EFC0A9B9E7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140C66-9EC5-41C6-A2FC-C48D4BD142BB}">
      <dgm:prSet/>
      <dgm:spPr/>
      <dgm:t>
        <a:bodyPr/>
        <a:lstStyle/>
        <a:p>
          <a:r>
            <a:rPr lang="en-US" dirty="0">
              <a:latin typeface="Consolas" panose="020B0609020204030204" pitchFamily="49" charset="0"/>
            </a:rPr>
            <a:t>flex</a:t>
          </a:r>
          <a:r>
            <a:rPr lang="en-US" dirty="0"/>
            <a:t>: tar bruk </a:t>
          </a:r>
          <a:r>
            <a:rPr lang="en-US" dirty="0" err="1"/>
            <a:t>en</a:t>
          </a:r>
          <a:r>
            <a:rPr lang="en-US" dirty="0"/>
            <a:t> type </a:t>
          </a:r>
          <a:r>
            <a:rPr lang="en-US" dirty="0" err="1"/>
            <a:t>boks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heter</a:t>
          </a:r>
          <a:r>
            <a:rPr lang="en-US" dirty="0"/>
            <a:t> “flexbox”, </a:t>
          </a:r>
          <a:r>
            <a:rPr lang="en-US" dirty="0" err="1"/>
            <a:t>kommer</a:t>
          </a:r>
          <a:r>
            <a:rPr lang="en-US" dirty="0"/>
            <a:t> </a:t>
          </a:r>
          <a:r>
            <a:rPr lang="en-US" dirty="0" err="1"/>
            <a:t>ikke</a:t>
          </a:r>
          <a:r>
            <a:rPr lang="en-US" dirty="0"/>
            <a:t> </a:t>
          </a:r>
          <a:r>
            <a:rPr lang="en-US" dirty="0" err="1"/>
            <a:t>til</a:t>
          </a:r>
          <a:r>
            <a:rPr lang="en-US" dirty="0"/>
            <a:t> å </a:t>
          </a:r>
          <a:r>
            <a:rPr lang="en-US" dirty="0" err="1"/>
            <a:t>gå</a:t>
          </a:r>
          <a:r>
            <a:rPr lang="en-US" dirty="0"/>
            <a:t> </a:t>
          </a:r>
          <a:r>
            <a:rPr lang="en-US" dirty="0" err="1"/>
            <a:t>innom</a:t>
          </a:r>
          <a:r>
            <a:rPr lang="en-US" dirty="0"/>
            <a:t> </a:t>
          </a:r>
          <a:r>
            <a:rPr lang="en-US" dirty="0" err="1"/>
            <a:t>dette</a:t>
          </a:r>
          <a:r>
            <a:rPr lang="en-US" dirty="0"/>
            <a:t> </a:t>
          </a:r>
          <a:r>
            <a:rPr lang="en-US" dirty="0" err="1"/>
            <a:t>nå</a:t>
          </a:r>
          <a:r>
            <a:rPr lang="en-US" dirty="0"/>
            <a:t> </a:t>
          </a:r>
        </a:p>
      </dgm:t>
    </dgm:pt>
    <dgm:pt modelId="{FBA65EAB-B022-4C64-89AE-38A732202686}" type="parTrans" cxnId="{E5949A76-40A7-4D57-B680-FBD2CBC24997}">
      <dgm:prSet/>
      <dgm:spPr/>
      <dgm:t>
        <a:bodyPr/>
        <a:lstStyle/>
        <a:p>
          <a:endParaRPr lang="en-US"/>
        </a:p>
      </dgm:t>
    </dgm:pt>
    <dgm:pt modelId="{C34410E3-9565-4E96-A7D0-FE4A12395BAA}" type="sibTrans" cxnId="{E5949A76-40A7-4D57-B680-FBD2CBC24997}">
      <dgm:prSet/>
      <dgm:spPr/>
      <dgm:t>
        <a:bodyPr/>
        <a:lstStyle/>
        <a:p>
          <a:endParaRPr lang="en-US"/>
        </a:p>
      </dgm:t>
    </dgm:pt>
    <dgm:pt modelId="{3DA36D87-CFA6-4916-B8A2-B3FCEFC15924}">
      <dgm:prSet/>
      <dgm:spPr/>
      <dgm:t>
        <a:bodyPr/>
        <a:lstStyle/>
        <a:p>
          <a:r>
            <a:rPr lang="nb-NO" dirty="0">
              <a:latin typeface="Consolas" panose="020B0609020204030204" pitchFamily="49" charset="0"/>
            </a:rPr>
            <a:t>grid</a:t>
          </a:r>
          <a:r>
            <a:rPr lang="nb-NO" dirty="0"/>
            <a:t>: kan spesifisere et «grid» for elementer</a:t>
          </a:r>
        </a:p>
      </dgm:t>
    </dgm:pt>
    <dgm:pt modelId="{7484BBDE-1516-4859-A219-4EEEB205705F}" type="parTrans" cxnId="{F88ABD21-20E0-4483-B2B3-45B1342A4052}">
      <dgm:prSet/>
      <dgm:spPr/>
      <dgm:t>
        <a:bodyPr/>
        <a:lstStyle/>
        <a:p>
          <a:endParaRPr lang="en-US"/>
        </a:p>
      </dgm:t>
    </dgm:pt>
    <dgm:pt modelId="{86D66582-AC86-4503-B8B7-06BBFE2844C8}" type="sibTrans" cxnId="{F88ABD21-20E0-4483-B2B3-45B1342A4052}">
      <dgm:prSet/>
      <dgm:spPr/>
      <dgm:t>
        <a:bodyPr/>
        <a:lstStyle/>
        <a:p>
          <a:endParaRPr lang="en-US"/>
        </a:p>
      </dgm:t>
    </dgm:pt>
    <dgm:pt modelId="{BB811F2B-F56C-495E-9D69-303259C4E6D6}">
      <dgm:prSet/>
      <dgm:spPr/>
      <dgm:t>
        <a:bodyPr/>
        <a:lstStyle/>
        <a:p>
          <a:r>
            <a:rPr lang="nb-NO" dirty="0" err="1">
              <a:latin typeface="Consolas" panose="020B0609020204030204" pitchFamily="49" charset="0"/>
            </a:rPr>
            <a:t>table</a:t>
          </a:r>
          <a:r>
            <a:rPr lang="nb-NO" dirty="0"/>
            <a:t>: fungerer likt som et </a:t>
          </a:r>
          <a:r>
            <a:rPr lang="nb-NO" dirty="0">
              <a:latin typeface="Consolas" panose="020B0609020204030204" pitchFamily="49" charset="0"/>
            </a:rPr>
            <a:t>&lt;</a:t>
          </a:r>
          <a:r>
            <a:rPr lang="nb-NO" dirty="0" err="1">
              <a:latin typeface="Consolas" panose="020B0609020204030204" pitchFamily="49" charset="0"/>
            </a:rPr>
            <a:t>table</a:t>
          </a:r>
          <a:r>
            <a:rPr lang="nb-NO" dirty="0">
              <a:latin typeface="Consolas" panose="020B0609020204030204" pitchFamily="49" charset="0"/>
            </a:rPr>
            <a:t>&gt; </a:t>
          </a:r>
          <a:r>
            <a:rPr lang="nb-NO" dirty="0"/>
            <a:t>element.</a:t>
          </a:r>
        </a:p>
      </dgm:t>
    </dgm:pt>
    <dgm:pt modelId="{BB9E3C10-FCBB-4373-BE31-1754160D0C19}" type="parTrans" cxnId="{CB16FED5-4C3D-4062-AA33-67EB44195F97}">
      <dgm:prSet/>
      <dgm:spPr/>
      <dgm:t>
        <a:bodyPr/>
        <a:lstStyle/>
        <a:p>
          <a:endParaRPr lang="nb-NO"/>
        </a:p>
      </dgm:t>
    </dgm:pt>
    <dgm:pt modelId="{BF19F7E4-FB0B-4A85-AF5B-BDAE8F5FBFFC}" type="sibTrans" cxnId="{CB16FED5-4C3D-4062-AA33-67EB44195F97}">
      <dgm:prSet/>
      <dgm:spPr/>
      <dgm:t>
        <a:bodyPr/>
        <a:lstStyle/>
        <a:p>
          <a:endParaRPr lang="nb-NO"/>
        </a:p>
      </dgm:t>
    </dgm:pt>
    <dgm:pt modelId="{7FE68C04-196D-4F04-8F66-E26292C91DD4}">
      <dgm:prSet custT="1"/>
      <dgm:spPr/>
      <dgm:t>
        <a:bodyPr/>
        <a:lstStyle/>
        <a:p>
          <a:r>
            <a:rPr lang="nb-NO" sz="2900" dirty="0"/>
            <a:t>Se flere på </a:t>
          </a:r>
          <a:r>
            <a:rPr lang="nb-NO" sz="3200" b="1" dirty="0">
              <a:solidFill>
                <a:srgbClr val="00B050"/>
              </a:solidFill>
            </a:rPr>
            <a:t>w3schools </a:t>
          </a:r>
          <a:r>
            <a:rPr lang="nb-NO" sz="2800" b="0" dirty="0">
              <a:solidFill>
                <a:schemeClr val="tx1"/>
              </a:solidFill>
            </a:rPr>
            <a:t>display siden</a:t>
          </a:r>
        </a:p>
        <a:p>
          <a:r>
            <a:rPr lang="nb-NO" sz="2900" b="1" dirty="0">
              <a:solidFill>
                <a:srgbClr val="00B050"/>
              </a:solidFill>
              <a:hlinkClick xmlns:r="http://schemas.openxmlformats.org/officeDocument/2006/relationships" r:id="rId1"/>
            </a:rPr>
            <a:t>https://www.w3schools.com/cssref/pr_class_display.php</a:t>
          </a:r>
          <a:endParaRPr lang="nb-NO" sz="2900" b="1" dirty="0">
            <a:solidFill>
              <a:srgbClr val="00B050"/>
            </a:solidFill>
          </a:endParaRPr>
        </a:p>
      </dgm:t>
    </dgm:pt>
    <dgm:pt modelId="{4C1EF5AD-A1F3-446A-BC2C-25623467FEEA}" type="parTrans" cxnId="{DC9987EC-0064-4F17-98A6-A2B319C42CBD}">
      <dgm:prSet/>
      <dgm:spPr/>
      <dgm:t>
        <a:bodyPr/>
        <a:lstStyle/>
        <a:p>
          <a:endParaRPr lang="nb-NO"/>
        </a:p>
      </dgm:t>
    </dgm:pt>
    <dgm:pt modelId="{606933AD-E73D-4D18-8EAF-4ED823ECEB3A}" type="sibTrans" cxnId="{DC9987EC-0064-4F17-98A6-A2B319C42CBD}">
      <dgm:prSet/>
      <dgm:spPr/>
      <dgm:t>
        <a:bodyPr/>
        <a:lstStyle/>
        <a:p>
          <a:endParaRPr lang="nb-NO"/>
        </a:p>
      </dgm:t>
    </dgm:pt>
    <dgm:pt modelId="{2EB14B89-2984-444C-AB3F-0F3268008F82}" type="pres">
      <dgm:prSet presAssocID="{4073A6BD-0A56-44C5-B00C-EFC0A9B9E78B}" presName="vert0" presStyleCnt="0">
        <dgm:presLayoutVars>
          <dgm:dir/>
          <dgm:animOne val="branch"/>
          <dgm:animLvl val="lvl"/>
        </dgm:presLayoutVars>
      </dgm:prSet>
      <dgm:spPr/>
    </dgm:pt>
    <dgm:pt modelId="{8A7CD224-9923-4AD5-9584-2EC1AB7679D2}" type="pres">
      <dgm:prSet presAssocID="{99140C66-9EC5-41C6-A2FC-C48D4BD142BB}" presName="thickLine" presStyleLbl="alignNode1" presStyleIdx="0" presStyleCnt="4"/>
      <dgm:spPr/>
    </dgm:pt>
    <dgm:pt modelId="{2EB7EFE5-7CC8-42AC-AAA9-DC37A3386653}" type="pres">
      <dgm:prSet presAssocID="{99140C66-9EC5-41C6-A2FC-C48D4BD142BB}" presName="horz1" presStyleCnt="0"/>
      <dgm:spPr/>
    </dgm:pt>
    <dgm:pt modelId="{2FE59EB5-A681-4B34-AF91-05ADD364BA12}" type="pres">
      <dgm:prSet presAssocID="{99140C66-9EC5-41C6-A2FC-C48D4BD142BB}" presName="tx1" presStyleLbl="revTx" presStyleIdx="0" presStyleCnt="4"/>
      <dgm:spPr/>
    </dgm:pt>
    <dgm:pt modelId="{A4A463C3-57B1-4A6E-8444-94710A4B0273}" type="pres">
      <dgm:prSet presAssocID="{99140C66-9EC5-41C6-A2FC-C48D4BD142BB}" presName="vert1" presStyleCnt="0"/>
      <dgm:spPr/>
    </dgm:pt>
    <dgm:pt modelId="{1609E5DC-DE24-4E9B-AA04-10043A92804B}" type="pres">
      <dgm:prSet presAssocID="{3DA36D87-CFA6-4916-B8A2-B3FCEFC15924}" presName="thickLine" presStyleLbl="alignNode1" presStyleIdx="1" presStyleCnt="4"/>
      <dgm:spPr/>
    </dgm:pt>
    <dgm:pt modelId="{68EDB15E-EFF0-4D58-9F79-A25D2847EDB7}" type="pres">
      <dgm:prSet presAssocID="{3DA36D87-CFA6-4916-B8A2-B3FCEFC15924}" presName="horz1" presStyleCnt="0"/>
      <dgm:spPr/>
    </dgm:pt>
    <dgm:pt modelId="{41EA2326-D63F-42A3-9F5F-58EB5F77D59B}" type="pres">
      <dgm:prSet presAssocID="{3DA36D87-CFA6-4916-B8A2-B3FCEFC15924}" presName="tx1" presStyleLbl="revTx" presStyleIdx="1" presStyleCnt="4"/>
      <dgm:spPr/>
    </dgm:pt>
    <dgm:pt modelId="{2BB3C156-1063-4678-93F8-A782AA9C4078}" type="pres">
      <dgm:prSet presAssocID="{3DA36D87-CFA6-4916-B8A2-B3FCEFC15924}" presName="vert1" presStyleCnt="0"/>
      <dgm:spPr/>
    </dgm:pt>
    <dgm:pt modelId="{348BB104-5C8C-4C1B-8A21-C3F341E6DD84}" type="pres">
      <dgm:prSet presAssocID="{BB811F2B-F56C-495E-9D69-303259C4E6D6}" presName="thickLine" presStyleLbl="alignNode1" presStyleIdx="2" presStyleCnt="4"/>
      <dgm:spPr/>
    </dgm:pt>
    <dgm:pt modelId="{6EF31BDD-164D-4C38-84AB-E96FEF8F3889}" type="pres">
      <dgm:prSet presAssocID="{BB811F2B-F56C-495E-9D69-303259C4E6D6}" presName="horz1" presStyleCnt="0"/>
      <dgm:spPr/>
    </dgm:pt>
    <dgm:pt modelId="{1C5C3404-D5F5-48C0-A82C-F48EEFA9D49E}" type="pres">
      <dgm:prSet presAssocID="{BB811F2B-F56C-495E-9D69-303259C4E6D6}" presName="tx1" presStyleLbl="revTx" presStyleIdx="2" presStyleCnt="4"/>
      <dgm:spPr/>
    </dgm:pt>
    <dgm:pt modelId="{5E34C987-2CDE-4EE6-80BE-A940E227F092}" type="pres">
      <dgm:prSet presAssocID="{BB811F2B-F56C-495E-9D69-303259C4E6D6}" presName="vert1" presStyleCnt="0"/>
      <dgm:spPr/>
    </dgm:pt>
    <dgm:pt modelId="{BE7E4104-6891-4A54-96C5-9B57C3727426}" type="pres">
      <dgm:prSet presAssocID="{7FE68C04-196D-4F04-8F66-E26292C91DD4}" presName="thickLine" presStyleLbl="alignNode1" presStyleIdx="3" presStyleCnt="4"/>
      <dgm:spPr/>
    </dgm:pt>
    <dgm:pt modelId="{72CFA1FB-F6D4-4709-939D-3C1F551730F9}" type="pres">
      <dgm:prSet presAssocID="{7FE68C04-196D-4F04-8F66-E26292C91DD4}" presName="horz1" presStyleCnt="0"/>
      <dgm:spPr/>
    </dgm:pt>
    <dgm:pt modelId="{82AD00CB-E38C-4498-945E-ABDA2B3531D7}" type="pres">
      <dgm:prSet presAssocID="{7FE68C04-196D-4F04-8F66-E26292C91DD4}" presName="tx1" presStyleLbl="revTx" presStyleIdx="3" presStyleCnt="4"/>
      <dgm:spPr/>
    </dgm:pt>
    <dgm:pt modelId="{203856E6-A2DD-4119-977B-195233B5BD99}" type="pres">
      <dgm:prSet presAssocID="{7FE68C04-196D-4F04-8F66-E26292C91DD4}" presName="vert1" presStyleCnt="0"/>
      <dgm:spPr/>
    </dgm:pt>
  </dgm:ptLst>
  <dgm:cxnLst>
    <dgm:cxn modelId="{F88ABD21-20E0-4483-B2B3-45B1342A4052}" srcId="{4073A6BD-0A56-44C5-B00C-EFC0A9B9E78B}" destId="{3DA36D87-CFA6-4916-B8A2-B3FCEFC15924}" srcOrd="1" destOrd="0" parTransId="{7484BBDE-1516-4859-A219-4EEEB205705F}" sibTransId="{86D66582-AC86-4503-B8B7-06BBFE2844C8}"/>
    <dgm:cxn modelId="{BF080D26-A423-4EBF-9D8C-D83FF0EF5EDB}" type="presOf" srcId="{4073A6BD-0A56-44C5-B00C-EFC0A9B9E78B}" destId="{2EB14B89-2984-444C-AB3F-0F3268008F82}" srcOrd="0" destOrd="0" presId="urn:microsoft.com/office/officeart/2008/layout/LinedList"/>
    <dgm:cxn modelId="{ED341B2E-64AB-400E-9F93-E79DB8DBF346}" type="presOf" srcId="{99140C66-9EC5-41C6-A2FC-C48D4BD142BB}" destId="{2FE59EB5-A681-4B34-AF91-05ADD364BA12}" srcOrd="0" destOrd="0" presId="urn:microsoft.com/office/officeart/2008/layout/LinedList"/>
    <dgm:cxn modelId="{ADE60464-F1A6-4479-980B-3D15A12BDFDA}" type="presOf" srcId="{BB811F2B-F56C-495E-9D69-303259C4E6D6}" destId="{1C5C3404-D5F5-48C0-A82C-F48EEFA9D49E}" srcOrd="0" destOrd="0" presId="urn:microsoft.com/office/officeart/2008/layout/LinedList"/>
    <dgm:cxn modelId="{09527055-BA2B-42DA-9EA3-15A8A7ABCABB}" type="presOf" srcId="{7FE68C04-196D-4F04-8F66-E26292C91DD4}" destId="{82AD00CB-E38C-4498-945E-ABDA2B3531D7}" srcOrd="0" destOrd="0" presId="urn:microsoft.com/office/officeart/2008/layout/LinedList"/>
    <dgm:cxn modelId="{E5949A76-40A7-4D57-B680-FBD2CBC24997}" srcId="{4073A6BD-0A56-44C5-B00C-EFC0A9B9E78B}" destId="{99140C66-9EC5-41C6-A2FC-C48D4BD142BB}" srcOrd="0" destOrd="0" parTransId="{FBA65EAB-B022-4C64-89AE-38A732202686}" sibTransId="{C34410E3-9565-4E96-A7D0-FE4A12395BAA}"/>
    <dgm:cxn modelId="{CB16FED5-4C3D-4062-AA33-67EB44195F97}" srcId="{4073A6BD-0A56-44C5-B00C-EFC0A9B9E78B}" destId="{BB811F2B-F56C-495E-9D69-303259C4E6D6}" srcOrd="2" destOrd="0" parTransId="{BB9E3C10-FCBB-4373-BE31-1754160D0C19}" sibTransId="{BF19F7E4-FB0B-4A85-AF5B-BDAE8F5FBFFC}"/>
    <dgm:cxn modelId="{8772D6EA-C27E-4731-A42D-F04632688F4D}" type="presOf" srcId="{3DA36D87-CFA6-4916-B8A2-B3FCEFC15924}" destId="{41EA2326-D63F-42A3-9F5F-58EB5F77D59B}" srcOrd="0" destOrd="0" presId="urn:microsoft.com/office/officeart/2008/layout/LinedList"/>
    <dgm:cxn modelId="{DC9987EC-0064-4F17-98A6-A2B319C42CBD}" srcId="{4073A6BD-0A56-44C5-B00C-EFC0A9B9E78B}" destId="{7FE68C04-196D-4F04-8F66-E26292C91DD4}" srcOrd="3" destOrd="0" parTransId="{4C1EF5AD-A1F3-446A-BC2C-25623467FEEA}" sibTransId="{606933AD-E73D-4D18-8EAF-4ED823ECEB3A}"/>
    <dgm:cxn modelId="{1AE548F1-E958-4A3B-A8AC-83BE038B45C8}" type="presParOf" srcId="{2EB14B89-2984-444C-AB3F-0F3268008F82}" destId="{8A7CD224-9923-4AD5-9584-2EC1AB7679D2}" srcOrd="0" destOrd="0" presId="urn:microsoft.com/office/officeart/2008/layout/LinedList"/>
    <dgm:cxn modelId="{D0BCB9E4-AC10-492C-902C-99A8DA96E139}" type="presParOf" srcId="{2EB14B89-2984-444C-AB3F-0F3268008F82}" destId="{2EB7EFE5-7CC8-42AC-AAA9-DC37A3386653}" srcOrd="1" destOrd="0" presId="urn:microsoft.com/office/officeart/2008/layout/LinedList"/>
    <dgm:cxn modelId="{A237A1D4-B41C-4591-9A39-B3D51CAB4F0E}" type="presParOf" srcId="{2EB7EFE5-7CC8-42AC-AAA9-DC37A3386653}" destId="{2FE59EB5-A681-4B34-AF91-05ADD364BA12}" srcOrd="0" destOrd="0" presId="urn:microsoft.com/office/officeart/2008/layout/LinedList"/>
    <dgm:cxn modelId="{D2278FE6-163C-421C-A612-FE5D195FBC2D}" type="presParOf" srcId="{2EB7EFE5-7CC8-42AC-AAA9-DC37A3386653}" destId="{A4A463C3-57B1-4A6E-8444-94710A4B0273}" srcOrd="1" destOrd="0" presId="urn:microsoft.com/office/officeart/2008/layout/LinedList"/>
    <dgm:cxn modelId="{B547B70D-5B52-4DD4-976D-F2AD994858BA}" type="presParOf" srcId="{2EB14B89-2984-444C-AB3F-0F3268008F82}" destId="{1609E5DC-DE24-4E9B-AA04-10043A92804B}" srcOrd="2" destOrd="0" presId="urn:microsoft.com/office/officeart/2008/layout/LinedList"/>
    <dgm:cxn modelId="{DAD612FE-99D5-48DC-BB6D-320812147425}" type="presParOf" srcId="{2EB14B89-2984-444C-AB3F-0F3268008F82}" destId="{68EDB15E-EFF0-4D58-9F79-A25D2847EDB7}" srcOrd="3" destOrd="0" presId="urn:microsoft.com/office/officeart/2008/layout/LinedList"/>
    <dgm:cxn modelId="{56E66BFB-489B-4050-BFE3-D4D5E0992EE9}" type="presParOf" srcId="{68EDB15E-EFF0-4D58-9F79-A25D2847EDB7}" destId="{41EA2326-D63F-42A3-9F5F-58EB5F77D59B}" srcOrd="0" destOrd="0" presId="urn:microsoft.com/office/officeart/2008/layout/LinedList"/>
    <dgm:cxn modelId="{7330A457-3903-4B8B-93DC-F03522A71ACF}" type="presParOf" srcId="{68EDB15E-EFF0-4D58-9F79-A25D2847EDB7}" destId="{2BB3C156-1063-4678-93F8-A782AA9C4078}" srcOrd="1" destOrd="0" presId="urn:microsoft.com/office/officeart/2008/layout/LinedList"/>
    <dgm:cxn modelId="{6BF1D01C-83ED-4C91-AB5F-C6905CAD4E6F}" type="presParOf" srcId="{2EB14B89-2984-444C-AB3F-0F3268008F82}" destId="{348BB104-5C8C-4C1B-8A21-C3F341E6DD84}" srcOrd="4" destOrd="0" presId="urn:microsoft.com/office/officeart/2008/layout/LinedList"/>
    <dgm:cxn modelId="{C5B76548-7115-454F-AB8A-C66F9595F1F0}" type="presParOf" srcId="{2EB14B89-2984-444C-AB3F-0F3268008F82}" destId="{6EF31BDD-164D-4C38-84AB-E96FEF8F3889}" srcOrd="5" destOrd="0" presId="urn:microsoft.com/office/officeart/2008/layout/LinedList"/>
    <dgm:cxn modelId="{A1841836-910A-4883-A500-1D417E9165AF}" type="presParOf" srcId="{6EF31BDD-164D-4C38-84AB-E96FEF8F3889}" destId="{1C5C3404-D5F5-48C0-A82C-F48EEFA9D49E}" srcOrd="0" destOrd="0" presId="urn:microsoft.com/office/officeart/2008/layout/LinedList"/>
    <dgm:cxn modelId="{A341DAF2-ED01-47CA-9B45-8312DA659785}" type="presParOf" srcId="{6EF31BDD-164D-4C38-84AB-E96FEF8F3889}" destId="{5E34C987-2CDE-4EE6-80BE-A940E227F092}" srcOrd="1" destOrd="0" presId="urn:microsoft.com/office/officeart/2008/layout/LinedList"/>
    <dgm:cxn modelId="{FBA049A6-A539-4AA9-86D3-C70A030278E3}" type="presParOf" srcId="{2EB14B89-2984-444C-AB3F-0F3268008F82}" destId="{BE7E4104-6891-4A54-96C5-9B57C3727426}" srcOrd="6" destOrd="0" presId="urn:microsoft.com/office/officeart/2008/layout/LinedList"/>
    <dgm:cxn modelId="{3EA457DE-4191-4057-94BC-0FB569D95969}" type="presParOf" srcId="{2EB14B89-2984-444C-AB3F-0F3268008F82}" destId="{72CFA1FB-F6D4-4709-939D-3C1F551730F9}" srcOrd="7" destOrd="0" presId="urn:microsoft.com/office/officeart/2008/layout/LinedList"/>
    <dgm:cxn modelId="{02D984D9-7E7A-4BCD-9FCA-64C1C9EAA7F5}" type="presParOf" srcId="{72CFA1FB-F6D4-4709-939D-3C1F551730F9}" destId="{82AD00CB-E38C-4498-945E-ABDA2B3531D7}" srcOrd="0" destOrd="0" presId="urn:microsoft.com/office/officeart/2008/layout/LinedList"/>
    <dgm:cxn modelId="{92D87CC4-8C4F-4E08-B3F0-3487B23B3959}" type="presParOf" srcId="{72CFA1FB-F6D4-4709-939D-3C1F551730F9}" destId="{203856E6-A2DD-4119-977B-195233B5BD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CD224-9923-4AD5-9584-2EC1AB7679D2}">
      <dsp:nvSpPr>
        <dsp:cNvPr id="0" name=""/>
        <dsp:cNvSpPr/>
      </dsp:nvSpPr>
      <dsp:spPr>
        <a:xfrm>
          <a:off x="0" y="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59EB5-A681-4B34-AF91-05ADD364BA12}">
      <dsp:nvSpPr>
        <dsp:cNvPr id="0" name=""/>
        <dsp:cNvSpPr/>
      </dsp:nvSpPr>
      <dsp:spPr>
        <a:xfrm>
          <a:off x="0" y="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/>
            <a:t>Hvordan et element skal bli vist på skjermen</a:t>
          </a:r>
          <a:endParaRPr lang="en-US" sz="2900" kern="1200"/>
        </a:p>
      </dsp:txBody>
      <dsp:txXfrm>
        <a:off x="0" y="0"/>
        <a:ext cx="4754563" cy="1352550"/>
      </dsp:txXfrm>
    </dsp:sp>
    <dsp:sp modelId="{1609E5DC-DE24-4E9B-AA04-10043A92804B}">
      <dsp:nvSpPr>
        <dsp:cNvPr id="0" name=""/>
        <dsp:cNvSpPr/>
      </dsp:nvSpPr>
      <dsp:spPr>
        <a:xfrm>
          <a:off x="0" y="135255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A2326-D63F-42A3-9F5F-58EB5F77D59B}">
      <dsp:nvSpPr>
        <dsp:cNvPr id="0" name=""/>
        <dsp:cNvSpPr/>
      </dsp:nvSpPr>
      <dsp:spPr>
        <a:xfrm>
          <a:off x="0" y="135255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 dirty="0"/>
            <a:t>Veldig mange typer av display, men skal snakke om </a:t>
          </a:r>
          <a:r>
            <a:rPr lang="nb-NO" sz="2900" kern="1200" dirty="0" err="1"/>
            <a:t>inline</a:t>
          </a:r>
          <a:r>
            <a:rPr lang="nb-NO" sz="2900" kern="1200" dirty="0"/>
            <a:t>, </a:t>
          </a:r>
          <a:r>
            <a:rPr lang="nb-NO" sz="2900" kern="1200" dirty="0" err="1"/>
            <a:t>block</a:t>
          </a:r>
          <a:r>
            <a:rPr lang="nb-NO" sz="2900" kern="1200" dirty="0"/>
            <a:t>, </a:t>
          </a:r>
          <a:r>
            <a:rPr lang="nb-NO" sz="2900" kern="1200" dirty="0" err="1"/>
            <a:t>inline-block</a:t>
          </a:r>
          <a:r>
            <a:rPr lang="nb-NO" sz="2900" kern="1200" dirty="0"/>
            <a:t>, none</a:t>
          </a:r>
        </a:p>
      </dsp:txBody>
      <dsp:txXfrm>
        <a:off x="0" y="1352550"/>
        <a:ext cx="4754563" cy="1352550"/>
      </dsp:txXfrm>
    </dsp:sp>
    <dsp:sp modelId="{18EFCFA8-C66C-4779-8188-207FD17ADC28}">
      <dsp:nvSpPr>
        <dsp:cNvPr id="0" name=""/>
        <dsp:cNvSpPr/>
      </dsp:nvSpPr>
      <dsp:spPr>
        <a:xfrm>
          <a:off x="0" y="270510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CFCC8-054B-4DDA-A6A4-31EFE44B9422}">
      <dsp:nvSpPr>
        <dsp:cNvPr id="0" name=""/>
        <dsp:cNvSpPr/>
      </dsp:nvSpPr>
      <dsp:spPr>
        <a:xfrm>
          <a:off x="0" y="270510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b="1" kern="1200" dirty="0"/>
            <a:t>👉w3schools</a:t>
          </a:r>
          <a:r>
            <a:rPr lang="nb-NO" sz="2900" kern="1200" dirty="0"/>
            <a:t>: "Display </a:t>
          </a:r>
          <a:r>
            <a:rPr lang="nb-NO" sz="2900" kern="1200" dirty="0" err="1"/>
            <a:t>property</a:t>
          </a:r>
          <a:r>
            <a:rPr lang="nb-NO" sz="2900" kern="1200" dirty="0"/>
            <a:t>" hvis du vil vite mer!</a:t>
          </a:r>
          <a:endParaRPr lang="en-US" sz="2900" kern="1200" dirty="0"/>
        </a:p>
      </dsp:txBody>
      <dsp:txXfrm>
        <a:off x="0" y="2705100"/>
        <a:ext cx="4754563" cy="1352550"/>
      </dsp:txXfrm>
    </dsp:sp>
    <dsp:sp modelId="{87567E41-6534-4A69-ABA8-C5D26148B4B8}">
      <dsp:nvSpPr>
        <dsp:cNvPr id="0" name=""/>
        <dsp:cNvSpPr/>
      </dsp:nvSpPr>
      <dsp:spPr>
        <a:xfrm>
          <a:off x="0" y="405765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ED666-ED18-4C73-B6F2-F16D707833B6}">
      <dsp:nvSpPr>
        <dsp:cNvPr id="0" name=""/>
        <dsp:cNvSpPr/>
      </dsp:nvSpPr>
      <dsp:spPr>
        <a:xfrm>
          <a:off x="0" y="405765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/>
            <a:t>Alle elementer har en type display</a:t>
          </a:r>
          <a:endParaRPr lang="en-US" sz="2900" kern="1200"/>
        </a:p>
      </dsp:txBody>
      <dsp:txXfrm>
        <a:off x="0" y="4057650"/>
        <a:ext cx="4754563" cy="1352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1FBB-D186-4FBC-B83A-5C533E31B369}">
      <dsp:nvSpPr>
        <dsp:cNvPr id="0" name=""/>
        <dsp:cNvSpPr/>
      </dsp:nvSpPr>
      <dsp:spPr>
        <a:xfrm>
          <a:off x="0" y="432"/>
          <a:ext cx="9906000" cy="10116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61996-78AC-421A-A7C4-D0B5191DAC75}">
      <dsp:nvSpPr>
        <dsp:cNvPr id="0" name=""/>
        <dsp:cNvSpPr/>
      </dsp:nvSpPr>
      <dsp:spPr>
        <a:xfrm>
          <a:off x="306030" y="228058"/>
          <a:ext cx="556418" cy="5564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6FA42-2DD9-45D8-83F5-D226CAA42028}">
      <dsp:nvSpPr>
        <dsp:cNvPr id="0" name=""/>
        <dsp:cNvSpPr/>
      </dsp:nvSpPr>
      <dsp:spPr>
        <a:xfrm>
          <a:off x="1168479" y="432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500" kern="1200" dirty="0"/>
            <a:t>Er noe som ligger "i linja" </a:t>
          </a:r>
          <a:r>
            <a:rPr lang="nb-NO" sz="2500" kern="1200" dirty="0">
              <a:sym typeface="Wingdings" panose="05000000000000000000" pitchFamily="2" charset="2"/>
            </a:rPr>
            <a:t></a:t>
          </a:r>
          <a:r>
            <a:rPr lang="nb-NO" sz="2500" kern="1200" dirty="0"/>
            <a:t> "</a:t>
          </a:r>
          <a:r>
            <a:rPr lang="nb-NO" sz="2500" kern="1200" dirty="0" err="1"/>
            <a:t>inline</a:t>
          </a:r>
          <a:r>
            <a:rPr lang="nb-NO" sz="2500" kern="1200" dirty="0"/>
            <a:t>"</a:t>
          </a:r>
          <a:endParaRPr lang="en-US" sz="2500" kern="1200" dirty="0"/>
        </a:p>
      </dsp:txBody>
      <dsp:txXfrm>
        <a:off x="1168479" y="432"/>
        <a:ext cx="8737520" cy="1011670"/>
      </dsp:txXfrm>
    </dsp:sp>
    <dsp:sp modelId="{17BC613A-C632-4BC0-B0A4-44255DE4E1D7}">
      <dsp:nvSpPr>
        <dsp:cNvPr id="0" name=""/>
        <dsp:cNvSpPr/>
      </dsp:nvSpPr>
      <dsp:spPr>
        <a:xfrm>
          <a:off x="0" y="1265020"/>
          <a:ext cx="9906000" cy="1011670"/>
        </a:xfrm>
        <a:prstGeom prst="roundRect">
          <a:avLst>
            <a:gd name="adj" fmla="val 10000"/>
          </a:avLst>
        </a:prstGeom>
        <a:solidFill>
          <a:schemeClr val="accent5">
            <a:hueOff val="2130522"/>
            <a:satOff val="-14104"/>
            <a:lumOff val="-2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E8EB1-DE7C-448D-A984-BED4B2897A2E}">
      <dsp:nvSpPr>
        <dsp:cNvPr id="0" name=""/>
        <dsp:cNvSpPr/>
      </dsp:nvSpPr>
      <dsp:spPr>
        <a:xfrm>
          <a:off x="306030" y="1492646"/>
          <a:ext cx="556418" cy="5564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1AFC-8ED7-4311-B20A-A324A1A19115}">
      <dsp:nvSpPr>
        <dsp:cNvPr id="0" name=""/>
        <dsp:cNvSpPr/>
      </dsp:nvSpPr>
      <dsp:spPr>
        <a:xfrm>
          <a:off x="1168479" y="1265020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500" kern="1200" dirty="0"/>
            <a:t>Har vi sett noen eksempler før?</a:t>
          </a:r>
          <a:endParaRPr lang="en-US" sz="2500" kern="1200" dirty="0"/>
        </a:p>
      </dsp:txBody>
      <dsp:txXfrm>
        <a:off x="1168479" y="1265020"/>
        <a:ext cx="8737520" cy="1011670"/>
      </dsp:txXfrm>
    </dsp:sp>
    <dsp:sp modelId="{ED4FFB7B-3EA6-4A25-99A3-9850E9B0AAF5}">
      <dsp:nvSpPr>
        <dsp:cNvPr id="0" name=""/>
        <dsp:cNvSpPr/>
      </dsp:nvSpPr>
      <dsp:spPr>
        <a:xfrm>
          <a:off x="0" y="2529608"/>
          <a:ext cx="9906000" cy="1011670"/>
        </a:xfrm>
        <a:prstGeom prst="roundRect">
          <a:avLst>
            <a:gd name="adj" fmla="val 10000"/>
          </a:avLst>
        </a:prstGeom>
        <a:solidFill>
          <a:schemeClr val="accent5">
            <a:hueOff val="4261045"/>
            <a:satOff val="-2820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7742-3537-4711-A93B-CB1E3B8C03AC}">
      <dsp:nvSpPr>
        <dsp:cNvPr id="0" name=""/>
        <dsp:cNvSpPr/>
      </dsp:nvSpPr>
      <dsp:spPr>
        <a:xfrm>
          <a:off x="306030" y="2757234"/>
          <a:ext cx="556418" cy="5564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04A47-CBB3-455C-B27A-E1500A3A9D9A}">
      <dsp:nvSpPr>
        <dsp:cNvPr id="0" name=""/>
        <dsp:cNvSpPr/>
      </dsp:nvSpPr>
      <dsp:spPr>
        <a:xfrm>
          <a:off x="1168479" y="2529608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500" kern="1200" dirty="0">
              <a:latin typeface="Consolas" panose="020B0609020204030204" pitchFamily="49" charset="0"/>
            </a:rPr>
            <a:t>&lt;a&gt;, &lt;b&gt;, &lt;i&gt;, &lt;span&gt; </a:t>
          </a:r>
          <a:r>
            <a:rPr lang="nb-NO" sz="2500" kern="1200" dirty="0"/>
            <a:t>er </a:t>
          </a:r>
          <a:r>
            <a:rPr lang="nb-NO" sz="2500" kern="1200" dirty="0" err="1"/>
            <a:t>inline</a:t>
          </a:r>
          <a:endParaRPr lang="en-US" sz="2500" kern="1200" dirty="0"/>
        </a:p>
      </dsp:txBody>
      <dsp:txXfrm>
        <a:off x="1168479" y="2529608"/>
        <a:ext cx="8737520" cy="10116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1FBB-D186-4FBC-B83A-5C533E31B369}">
      <dsp:nvSpPr>
        <dsp:cNvPr id="0" name=""/>
        <dsp:cNvSpPr/>
      </dsp:nvSpPr>
      <dsp:spPr>
        <a:xfrm>
          <a:off x="0" y="1469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61996-78AC-421A-A7C4-D0B5191DAC75}">
      <dsp:nvSpPr>
        <dsp:cNvPr id="0" name=""/>
        <dsp:cNvSpPr/>
      </dsp:nvSpPr>
      <dsp:spPr>
        <a:xfrm>
          <a:off x="225363" y="169095"/>
          <a:ext cx="409752" cy="40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6FA42-2DD9-45D8-83F5-D226CAA42028}">
      <dsp:nvSpPr>
        <dsp:cNvPr id="0" name=""/>
        <dsp:cNvSpPr/>
      </dsp:nvSpPr>
      <dsp:spPr>
        <a:xfrm>
          <a:off x="860480" y="1469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Tar </a:t>
          </a:r>
          <a:r>
            <a:rPr lang="en-US" sz="2200" kern="1200" dirty="0" err="1"/>
            <a:t>opp</a:t>
          </a:r>
          <a:r>
            <a:rPr lang="en-US" sz="2200" kern="1200" dirty="0"/>
            <a:t> </a:t>
          </a:r>
          <a:r>
            <a:rPr lang="en-US" sz="2200" kern="1200" dirty="0" err="1"/>
            <a:t>en</a:t>
          </a:r>
          <a:r>
            <a:rPr lang="en-US" sz="2200" kern="1200" dirty="0"/>
            <a:t> </a:t>
          </a:r>
          <a:r>
            <a:rPr lang="en-US" sz="2200" kern="1200" dirty="0" err="1"/>
            <a:t>egen</a:t>
          </a:r>
          <a:r>
            <a:rPr lang="en-US" sz="2200" kern="1200" dirty="0"/>
            <a:t> </a:t>
          </a:r>
          <a:r>
            <a:rPr lang="en-US" sz="2200" kern="1200" dirty="0" err="1"/>
            <a:t>linje</a:t>
          </a:r>
          <a:r>
            <a:rPr lang="en-US" sz="2200" kern="1200" dirty="0"/>
            <a:t>, lager </a:t>
          </a:r>
          <a:r>
            <a:rPr lang="en-US" sz="2200" kern="1200" dirty="0" err="1"/>
            <a:t>en</a:t>
          </a:r>
          <a:r>
            <a:rPr lang="en-US" sz="2200" kern="1200" dirty="0"/>
            <a:t> "</a:t>
          </a:r>
          <a:r>
            <a:rPr lang="en-US" sz="2200" kern="1200" dirty="0" err="1"/>
            <a:t>blokk</a:t>
          </a:r>
          <a:r>
            <a:rPr lang="en-US" sz="2200" kern="1200" dirty="0"/>
            <a:t>" over hele </a:t>
          </a:r>
          <a:r>
            <a:rPr lang="en-US" sz="2200" kern="1200" dirty="0" err="1"/>
            <a:t>siden</a:t>
          </a:r>
          <a:endParaRPr lang="en-US" sz="2200" kern="1200" dirty="0"/>
        </a:p>
      </dsp:txBody>
      <dsp:txXfrm>
        <a:off x="860480" y="1469"/>
        <a:ext cx="9045519" cy="745004"/>
      </dsp:txXfrm>
    </dsp:sp>
    <dsp:sp modelId="{17BC613A-C632-4BC0-B0A4-44255DE4E1D7}">
      <dsp:nvSpPr>
        <dsp:cNvPr id="0" name=""/>
        <dsp:cNvSpPr/>
      </dsp:nvSpPr>
      <dsp:spPr>
        <a:xfrm>
          <a:off x="0" y="932725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1420348"/>
            <a:satOff val="-9402"/>
            <a:lumOff val="-16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E8EB1-DE7C-448D-A984-BED4B2897A2E}">
      <dsp:nvSpPr>
        <dsp:cNvPr id="0" name=""/>
        <dsp:cNvSpPr/>
      </dsp:nvSpPr>
      <dsp:spPr>
        <a:xfrm>
          <a:off x="225363" y="1100351"/>
          <a:ext cx="409752" cy="40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1AFC-8ED7-4311-B20A-A324A1A19115}">
      <dsp:nvSpPr>
        <dsp:cNvPr id="0" name=""/>
        <dsp:cNvSpPr/>
      </dsp:nvSpPr>
      <dsp:spPr>
        <a:xfrm>
          <a:off x="860480" y="932725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/>
            <a:t>Har vi sett noen eksempler?</a:t>
          </a:r>
          <a:endParaRPr lang="en-US" sz="2200" kern="1200" dirty="0"/>
        </a:p>
      </dsp:txBody>
      <dsp:txXfrm>
        <a:off x="860480" y="932725"/>
        <a:ext cx="9045519" cy="745004"/>
      </dsp:txXfrm>
    </dsp:sp>
    <dsp:sp modelId="{ED4FFB7B-3EA6-4A25-99A3-9850E9B0AAF5}">
      <dsp:nvSpPr>
        <dsp:cNvPr id="0" name=""/>
        <dsp:cNvSpPr/>
      </dsp:nvSpPr>
      <dsp:spPr>
        <a:xfrm>
          <a:off x="0" y="1863981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2840696"/>
            <a:satOff val="-18805"/>
            <a:lumOff val="-32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7742-3537-4711-A93B-CB1E3B8C03AC}">
      <dsp:nvSpPr>
        <dsp:cNvPr id="0" name=""/>
        <dsp:cNvSpPr/>
      </dsp:nvSpPr>
      <dsp:spPr>
        <a:xfrm>
          <a:off x="225363" y="2031607"/>
          <a:ext cx="409752" cy="40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04A47-CBB3-455C-B27A-E1500A3A9D9A}">
      <dsp:nvSpPr>
        <dsp:cNvPr id="0" name=""/>
        <dsp:cNvSpPr/>
      </dsp:nvSpPr>
      <dsp:spPr>
        <a:xfrm>
          <a:off x="860480" y="1863981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>
              <a:latin typeface="Consolas" panose="020B0609020204030204" pitchFamily="49" charset="0"/>
            </a:rPr>
            <a:t>&lt;p&gt;, &lt;div&gt;, &lt;li&gt; </a:t>
          </a:r>
          <a:r>
            <a:rPr lang="nb-NO" sz="2200" kern="1200" dirty="0"/>
            <a:t>er </a:t>
          </a:r>
          <a:r>
            <a:rPr lang="nb-NO" sz="2200" kern="1200" dirty="0" err="1"/>
            <a:t>block</a:t>
          </a:r>
          <a:endParaRPr lang="en-US" sz="2200" kern="1200" dirty="0"/>
        </a:p>
      </dsp:txBody>
      <dsp:txXfrm>
        <a:off x="860480" y="1863981"/>
        <a:ext cx="9045519" cy="745004"/>
      </dsp:txXfrm>
    </dsp:sp>
    <dsp:sp modelId="{F04E75F3-53CC-4FB3-B513-EBFBB72427E4}">
      <dsp:nvSpPr>
        <dsp:cNvPr id="0" name=""/>
        <dsp:cNvSpPr/>
      </dsp:nvSpPr>
      <dsp:spPr>
        <a:xfrm>
          <a:off x="0" y="2795237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4261045"/>
            <a:satOff val="-2820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5C6BA-E877-4D82-A5A0-A6E8CCDDD253}">
      <dsp:nvSpPr>
        <dsp:cNvPr id="0" name=""/>
        <dsp:cNvSpPr/>
      </dsp:nvSpPr>
      <dsp:spPr>
        <a:xfrm>
          <a:off x="115941" y="2859722"/>
          <a:ext cx="628597" cy="6160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5EB39-74ED-4AAF-9C89-7936D951C854}">
      <dsp:nvSpPr>
        <dsp:cNvPr id="0" name=""/>
        <dsp:cNvSpPr/>
      </dsp:nvSpPr>
      <dsp:spPr>
        <a:xfrm>
          <a:off x="860480" y="2795237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Et "inline" element </a:t>
          </a:r>
          <a:r>
            <a:rPr lang="en-US" sz="2200" kern="1200" dirty="0" err="1"/>
            <a:t>kan</a:t>
          </a:r>
          <a:r>
            <a:rPr lang="en-US" sz="2200" kern="1200" dirty="0"/>
            <a:t> </a:t>
          </a:r>
          <a:r>
            <a:rPr lang="en-US" sz="2200" kern="1200" dirty="0" err="1"/>
            <a:t>ikke</a:t>
          </a:r>
          <a:r>
            <a:rPr lang="en-US" sz="2200" kern="1200" dirty="0"/>
            <a:t> </a:t>
          </a:r>
          <a:r>
            <a:rPr lang="en-US" sz="2200" kern="1200" dirty="0" err="1"/>
            <a:t>inneholde</a:t>
          </a:r>
          <a:r>
            <a:rPr lang="en-US" sz="2200" kern="1200" dirty="0"/>
            <a:t> et "block" element</a:t>
          </a:r>
        </a:p>
      </dsp:txBody>
      <dsp:txXfrm>
        <a:off x="860480" y="2795237"/>
        <a:ext cx="9045519" cy="7450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1FBB-D186-4FBC-B83A-5C533E31B369}">
      <dsp:nvSpPr>
        <dsp:cNvPr id="0" name=""/>
        <dsp:cNvSpPr/>
      </dsp:nvSpPr>
      <dsp:spPr>
        <a:xfrm>
          <a:off x="0" y="1469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61996-78AC-421A-A7C4-D0B5191DAC75}">
      <dsp:nvSpPr>
        <dsp:cNvPr id="0" name=""/>
        <dsp:cNvSpPr/>
      </dsp:nvSpPr>
      <dsp:spPr>
        <a:xfrm>
          <a:off x="225363" y="169095"/>
          <a:ext cx="409752" cy="40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6FA42-2DD9-45D8-83F5-D226CAA42028}">
      <dsp:nvSpPr>
        <dsp:cNvPr id="0" name=""/>
        <dsp:cNvSpPr/>
      </dsp:nvSpPr>
      <dsp:spPr>
        <a:xfrm>
          <a:off x="860480" y="1469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/>
            <a:t>Er noe som ligger "i linja" som "</a:t>
          </a:r>
          <a:r>
            <a:rPr lang="nb-NO" sz="2200" kern="1200" dirty="0" err="1"/>
            <a:t>inline</a:t>
          </a:r>
          <a:r>
            <a:rPr lang="nb-NO" sz="2200" kern="1200" dirty="0"/>
            <a:t>"</a:t>
          </a:r>
          <a:endParaRPr lang="en-US" sz="2200" kern="1200" dirty="0"/>
        </a:p>
      </dsp:txBody>
      <dsp:txXfrm>
        <a:off x="860480" y="1469"/>
        <a:ext cx="9045519" cy="745004"/>
      </dsp:txXfrm>
    </dsp:sp>
    <dsp:sp modelId="{0CF16581-3B59-48E0-84A7-21BE2EC6E2CE}">
      <dsp:nvSpPr>
        <dsp:cNvPr id="0" name=""/>
        <dsp:cNvSpPr/>
      </dsp:nvSpPr>
      <dsp:spPr>
        <a:xfrm>
          <a:off x="0" y="932725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1420348"/>
            <a:satOff val="-9402"/>
            <a:lumOff val="-16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4F1C2-2C72-4697-8E75-2EDE02489516}">
      <dsp:nvSpPr>
        <dsp:cNvPr id="0" name=""/>
        <dsp:cNvSpPr/>
      </dsp:nvSpPr>
      <dsp:spPr>
        <a:xfrm>
          <a:off x="225363" y="1100351"/>
          <a:ext cx="409752" cy="40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73278-D1D6-4285-849D-8A5DBD45C09C}">
      <dsp:nvSpPr>
        <dsp:cNvPr id="0" name=""/>
        <dsp:cNvSpPr/>
      </dsp:nvSpPr>
      <dsp:spPr>
        <a:xfrm>
          <a:off x="860480" y="932725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Men! Vi </a:t>
          </a:r>
          <a:r>
            <a:rPr lang="en-US" sz="2200" kern="1200" dirty="0" err="1"/>
            <a:t>kan</a:t>
          </a:r>
          <a:r>
            <a:rPr lang="en-US" sz="2200" kern="1200" dirty="0"/>
            <a:t> </a:t>
          </a:r>
          <a:r>
            <a:rPr lang="en-US" sz="2200" kern="1200" dirty="0" err="1"/>
            <a:t>gi</a:t>
          </a:r>
          <a:r>
            <a:rPr lang="en-US" sz="2200" kern="1200" dirty="0"/>
            <a:t> den </a:t>
          </a:r>
          <a:r>
            <a:rPr lang="en-US" sz="2200" kern="1200" dirty="0" err="1"/>
            <a:t>en</a:t>
          </a:r>
          <a:r>
            <a:rPr lang="en-US" sz="2200" kern="1200" dirty="0"/>
            <a:t> </a:t>
          </a:r>
          <a:r>
            <a:rPr lang="en-US" sz="2200" kern="1200" dirty="0" err="1"/>
            <a:t>størreslse</a:t>
          </a:r>
          <a:r>
            <a:rPr lang="en-US" sz="2200" kern="1200" dirty="0"/>
            <a:t> </a:t>
          </a:r>
          <a:r>
            <a:rPr lang="en-US" sz="2200" kern="1200" dirty="0" err="1"/>
            <a:t>som</a:t>
          </a:r>
          <a:r>
            <a:rPr lang="en-US" sz="2200" kern="1200" dirty="0"/>
            <a:t> et "block" element!</a:t>
          </a:r>
        </a:p>
      </dsp:txBody>
      <dsp:txXfrm>
        <a:off x="860480" y="932725"/>
        <a:ext cx="9045519" cy="745004"/>
      </dsp:txXfrm>
    </dsp:sp>
    <dsp:sp modelId="{17BC613A-C632-4BC0-B0A4-44255DE4E1D7}">
      <dsp:nvSpPr>
        <dsp:cNvPr id="0" name=""/>
        <dsp:cNvSpPr/>
      </dsp:nvSpPr>
      <dsp:spPr>
        <a:xfrm>
          <a:off x="0" y="1863981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2840696"/>
            <a:satOff val="-18805"/>
            <a:lumOff val="-32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E8EB1-DE7C-448D-A984-BED4B2897A2E}">
      <dsp:nvSpPr>
        <dsp:cNvPr id="0" name=""/>
        <dsp:cNvSpPr/>
      </dsp:nvSpPr>
      <dsp:spPr>
        <a:xfrm>
          <a:off x="225363" y="2031607"/>
          <a:ext cx="409752" cy="40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61AFC-8ED7-4311-B20A-A324A1A19115}">
      <dsp:nvSpPr>
        <dsp:cNvPr id="0" name=""/>
        <dsp:cNvSpPr/>
      </dsp:nvSpPr>
      <dsp:spPr>
        <a:xfrm>
          <a:off x="860480" y="1863981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/>
            <a:t>Har vi sett noen eksempler før?</a:t>
          </a:r>
          <a:endParaRPr lang="en-US" sz="2200" kern="1200" dirty="0"/>
        </a:p>
      </dsp:txBody>
      <dsp:txXfrm>
        <a:off x="860480" y="1863981"/>
        <a:ext cx="9045519" cy="745004"/>
      </dsp:txXfrm>
    </dsp:sp>
    <dsp:sp modelId="{ED4FFB7B-3EA6-4A25-99A3-9850E9B0AAF5}">
      <dsp:nvSpPr>
        <dsp:cNvPr id="0" name=""/>
        <dsp:cNvSpPr/>
      </dsp:nvSpPr>
      <dsp:spPr>
        <a:xfrm>
          <a:off x="0" y="2795237"/>
          <a:ext cx="9906000" cy="745004"/>
        </a:xfrm>
        <a:prstGeom prst="roundRect">
          <a:avLst>
            <a:gd name="adj" fmla="val 10000"/>
          </a:avLst>
        </a:prstGeom>
        <a:solidFill>
          <a:schemeClr val="accent5">
            <a:hueOff val="4261045"/>
            <a:satOff val="-2820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7742-3537-4711-A93B-CB1E3B8C03AC}">
      <dsp:nvSpPr>
        <dsp:cNvPr id="0" name=""/>
        <dsp:cNvSpPr/>
      </dsp:nvSpPr>
      <dsp:spPr>
        <a:xfrm>
          <a:off x="225363" y="2962863"/>
          <a:ext cx="409752" cy="4097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04A47-CBB3-455C-B27A-E1500A3A9D9A}">
      <dsp:nvSpPr>
        <dsp:cNvPr id="0" name=""/>
        <dsp:cNvSpPr/>
      </dsp:nvSpPr>
      <dsp:spPr>
        <a:xfrm>
          <a:off x="860480" y="2795237"/>
          <a:ext cx="9045519" cy="74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>
              <a:latin typeface="Consolas" panose="020B0609020204030204" pitchFamily="49" charset="0"/>
            </a:rPr>
            <a:t>&lt;</a:t>
          </a:r>
          <a:r>
            <a:rPr lang="nb-NO" sz="2200" kern="1200" dirty="0" err="1">
              <a:latin typeface="Consolas" panose="020B0609020204030204" pitchFamily="49" charset="0"/>
            </a:rPr>
            <a:t>img</a:t>
          </a:r>
          <a:r>
            <a:rPr lang="nb-NO" sz="2200" kern="1200" dirty="0">
              <a:latin typeface="Consolas" panose="020B0609020204030204" pitchFamily="49" charset="0"/>
            </a:rPr>
            <a:t>&gt;</a:t>
          </a:r>
          <a:r>
            <a:rPr lang="nb-NO" sz="2200" kern="1200" dirty="0">
              <a:latin typeface="+mj-lt"/>
            </a:rPr>
            <a:t> </a:t>
          </a:r>
          <a:r>
            <a:rPr lang="nb-NO" sz="2200" kern="1200" dirty="0"/>
            <a:t>er </a:t>
          </a:r>
          <a:r>
            <a:rPr lang="nb-NO" sz="2200" kern="1200" dirty="0" err="1"/>
            <a:t>inline-block</a:t>
          </a:r>
          <a:endParaRPr lang="en-US" sz="2200" kern="1200" dirty="0"/>
        </a:p>
      </dsp:txBody>
      <dsp:txXfrm>
        <a:off x="860480" y="2795237"/>
        <a:ext cx="9045519" cy="7450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1FBB-D186-4FBC-B83A-5C533E31B369}">
      <dsp:nvSpPr>
        <dsp:cNvPr id="0" name=""/>
        <dsp:cNvSpPr/>
      </dsp:nvSpPr>
      <dsp:spPr>
        <a:xfrm>
          <a:off x="0" y="432"/>
          <a:ext cx="6058213" cy="10116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61996-78AC-421A-A7C4-D0B5191DAC75}">
      <dsp:nvSpPr>
        <dsp:cNvPr id="0" name=""/>
        <dsp:cNvSpPr/>
      </dsp:nvSpPr>
      <dsp:spPr>
        <a:xfrm>
          <a:off x="306030" y="228058"/>
          <a:ext cx="556418" cy="5564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6FA42-2DD9-45D8-83F5-D226CAA42028}">
      <dsp:nvSpPr>
        <dsp:cNvPr id="0" name=""/>
        <dsp:cNvSpPr/>
      </dsp:nvSpPr>
      <dsp:spPr>
        <a:xfrm>
          <a:off x="1168479" y="432"/>
          <a:ext cx="4889733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500" kern="1200" dirty="0"/>
            <a:t>Gjør elementer helt usynlige</a:t>
          </a:r>
          <a:endParaRPr lang="en-US" sz="2500" kern="1200" dirty="0"/>
        </a:p>
      </dsp:txBody>
      <dsp:txXfrm>
        <a:off x="1168479" y="432"/>
        <a:ext cx="4889733" cy="1011670"/>
      </dsp:txXfrm>
    </dsp:sp>
    <dsp:sp modelId="{0CF16581-3B59-48E0-84A7-21BE2EC6E2CE}">
      <dsp:nvSpPr>
        <dsp:cNvPr id="0" name=""/>
        <dsp:cNvSpPr/>
      </dsp:nvSpPr>
      <dsp:spPr>
        <a:xfrm>
          <a:off x="0" y="1265020"/>
          <a:ext cx="6058213" cy="1011670"/>
        </a:xfrm>
        <a:prstGeom prst="roundRect">
          <a:avLst>
            <a:gd name="adj" fmla="val 10000"/>
          </a:avLst>
        </a:prstGeom>
        <a:solidFill>
          <a:schemeClr val="accent5">
            <a:hueOff val="2130522"/>
            <a:satOff val="-14104"/>
            <a:lumOff val="-2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4F1C2-2C72-4697-8E75-2EDE02489516}">
      <dsp:nvSpPr>
        <dsp:cNvPr id="0" name=""/>
        <dsp:cNvSpPr/>
      </dsp:nvSpPr>
      <dsp:spPr>
        <a:xfrm>
          <a:off x="306030" y="1492646"/>
          <a:ext cx="556418" cy="5564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48" b="87473" l="10000" r="90000">
                        <a14:foregroundMark x1="58750" y1="29512" x2="37273" y2="9554"/>
                        <a14:foregroundMark x1="54886" y1="82059" x2="60682" y2="25902"/>
                        <a14:foregroundMark x1="78295" y1="72930" x2="35227" y2="4140"/>
                        <a14:foregroundMark x1="35227" y1="4140" x2="11818" y2="87473"/>
                        <a14:foregroundMark x1="11818" y1="87473" x2="58750" y2="49363"/>
                        <a14:backgroundMark x1="80227" y1="85669" x2="80227" y2="85669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73278-D1D6-4285-849D-8A5DBD45C09C}">
      <dsp:nvSpPr>
        <dsp:cNvPr id="0" name=""/>
        <dsp:cNvSpPr/>
      </dsp:nvSpPr>
      <dsp:spPr>
        <a:xfrm>
          <a:off x="1168479" y="1265020"/>
          <a:ext cx="4889733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Hvordan</a:t>
          </a:r>
          <a:r>
            <a:rPr lang="en-US" sz="2500" kern="1200" dirty="0"/>
            <a:t> </a:t>
          </a:r>
          <a:r>
            <a:rPr lang="en-US" sz="2500" kern="1200" dirty="0" err="1"/>
            <a:t>i</a:t>
          </a:r>
          <a:r>
            <a:rPr lang="en-US" sz="2500" kern="1200" dirty="0"/>
            <a:t> alle </a:t>
          </a:r>
          <a:r>
            <a:rPr lang="en-US" sz="2500" kern="1200" dirty="0" err="1"/>
            <a:t>dager</a:t>
          </a:r>
          <a:r>
            <a:rPr lang="en-US" sz="2500" kern="1200" dirty="0"/>
            <a:t> </a:t>
          </a:r>
          <a:r>
            <a:rPr lang="en-US" sz="2500" kern="1200" dirty="0" err="1"/>
            <a:t>kan</a:t>
          </a:r>
          <a:r>
            <a:rPr lang="en-US" sz="2500" kern="1200" dirty="0"/>
            <a:t> </a:t>
          </a:r>
          <a:r>
            <a:rPr lang="en-US" sz="2500" kern="1200" dirty="0" err="1"/>
            <a:t>dette</a:t>
          </a:r>
          <a:r>
            <a:rPr lang="en-US" sz="2500" kern="1200" dirty="0"/>
            <a:t> </a:t>
          </a:r>
          <a:r>
            <a:rPr lang="en-US" sz="2500" kern="1200" dirty="0" err="1"/>
            <a:t>være</a:t>
          </a:r>
          <a:r>
            <a:rPr lang="en-US" sz="2500" kern="1200" dirty="0"/>
            <a:t> </a:t>
          </a:r>
          <a:r>
            <a:rPr lang="en-US" sz="2500" kern="1200" dirty="0" err="1"/>
            <a:t>nyttig</a:t>
          </a:r>
          <a:r>
            <a:rPr lang="en-US" sz="2500" kern="1200" dirty="0"/>
            <a:t> da?</a:t>
          </a:r>
        </a:p>
      </dsp:txBody>
      <dsp:txXfrm>
        <a:off x="1168479" y="1265020"/>
        <a:ext cx="4889733" cy="1011670"/>
      </dsp:txXfrm>
    </dsp:sp>
    <dsp:sp modelId="{ED4FFB7B-3EA6-4A25-99A3-9850E9B0AAF5}">
      <dsp:nvSpPr>
        <dsp:cNvPr id="0" name=""/>
        <dsp:cNvSpPr/>
      </dsp:nvSpPr>
      <dsp:spPr>
        <a:xfrm>
          <a:off x="0" y="2529608"/>
          <a:ext cx="6058213" cy="1011670"/>
        </a:xfrm>
        <a:prstGeom prst="roundRect">
          <a:avLst>
            <a:gd name="adj" fmla="val 10000"/>
          </a:avLst>
        </a:prstGeom>
        <a:solidFill>
          <a:schemeClr val="accent5">
            <a:hueOff val="4261045"/>
            <a:satOff val="-2820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7742-3537-4711-A93B-CB1E3B8C03AC}">
      <dsp:nvSpPr>
        <dsp:cNvPr id="0" name=""/>
        <dsp:cNvSpPr/>
      </dsp:nvSpPr>
      <dsp:spPr>
        <a:xfrm>
          <a:off x="306030" y="2757234"/>
          <a:ext cx="556418" cy="556418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04A47-CBB3-455C-B27A-E1500A3A9D9A}">
      <dsp:nvSpPr>
        <dsp:cNvPr id="0" name=""/>
        <dsp:cNvSpPr/>
      </dsp:nvSpPr>
      <dsp:spPr>
        <a:xfrm>
          <a:off x="1168479" y="2529608"/>
          <a:ext cx="4889733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Det </a:t>
          </a:r>
          <a:r>
            <a:rPr lang="en-US" sz="2500" kern="1200" dirty="0" err="1">
              <a:latin typeface="+mj-lt"/>
            </a:rPr>
            <a:t>finner</a:t>
          </a:r>
          <a:r>
            <a:rPr lang="en-US" sz="2500" kern="1200" dirty="0">
              <a:latin typeface="+mj-lt"/>
            </a:rPr>
            <a:t> vi </a:t>
          </a:r>
          <a:r>
            <a:rPr lang="en-US" sz="2500" kern="1200" dirty="0" err="1">
              <a:latin typeface="+mj-lt"/>
            </a:rPr>
            <a:t>ut</a:t>
          </a:r>
          <a:r>
            <a:rPr lang="en-US" sz="2500" kern="1200" dirty="0">
              <a:latin typeface="+mj-lt"/>
            </a:rPr>
            <a:t> av </a:t>
          </a:r>
          <a:r>
            <a:rPr lang="en-US" sz="2500" kern="1200" dirty="0" err="1">
              <a:latin typeface="+mj-lt"/>
            </a:rPr>
            <a:t>når</a:t>
          </a:r>
          <a:r>
            <a:rPr lang="en-US" sz="2500" kern="1200" dirty="0">
              <a:latin typeface="+mj-lt"/>
            </a:rPr>
            <a:t> vi </a:t>
          </a:r>
          <a:r>
            <a:rPr lang="en-US" sz="2500" kern="1200" dirty="0" err="1">
              <a:latin typeface="+mj-lt"/>
            </a:rPr>
            <a:t>kommer</a:t>
          </a:r>
          <a:r>
            <a:rPr lang="en-US" sz="2500" kern="1200" dirty="0">
              <a:latin typeface="+mj-lt"/>
            </a:rPr>
            <a:t> </a:t>
          </a:r>
          <a:r>
            <a:rPr lang="en-US" sz="2500" kern="1200" dirty="0" err="1">
              <a:latin typeface="+mj-lt"/>
            </a:rPr>
            <a:t>til</a:t>
          </a:r>
          <a:r>
            <a:rPr lang="en-US" sz="2500" kern="1200" dirty="0">
              <a:latin typeface="+mj-lt"/>
            </a:rPr>
            <a:t> JavaScript!</a:t>
          </a:r>
        </a:p>
      </dsp:txBody>
      <dsp:txXfrm>
        <a:off x="1168479" y="2529608"/>
        <a:ext cx="4889733" cy="10116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CD224-9923-4AD5-9584-2EC1AB7679D2}">
      <dsp:nvSpPr>
        <dsp:cNvPr id="0" name=""/>
        <dsp:cNvSpPr/>
      </dsp:nvSpPr>
      <dsp:spPr>
        <a:xfrm>
          <a:off x="0" y="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59EB5-A681-4B34-AF91-05ADD364BA12}">
      <dsp:nvSpPr>
        <dsp:cNvPr id="0" name=""/>
        <dsp:cNvSpPr/>
      </dsp:nvSpPr>
      <dsp:spPr>
        <a:xfrm>
          <a:off x="0" y="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onsolas" panose="020B0609020204030204" pitchFamily="49" charset="0"/>
            </a:rPr>
            <a:t>flex</a:t>
          </a:r>
          <a:r>
            <a:rPr lang="en-US" sz="2900" kern="1200" dirty="0"/>
            <a:t>: tar bruk </a:t>
          </a:r>
          <a:r>
            <a:rPr lang="en-US" sz="2900" kern="1200" dirty="0" err="1"/>
            <a:t>en</a:t>
          </a:r>
          <a:r>
            <a:rPr lang="en-US" sz="2900" kern="1200" dirty="0"/>
            <a:t> type </a:t>
          </a:r>
          <a:r>
            <a:rPr lang="en-US" sz="2900" kern="1200" dirty="0" err="1"/>
            <a:t>boks</a:t>
          </a:r>
          <a:r>
            <a:rPr lang="en-US" sz="2900" kern="1200" dirty="0"/>
            <a:t> </a:t>
          </a:r>
          <a:r>
            <a:rPr lang="en-US" sz="2900" kern="1200" dirty="0" err="1"/>
            <a:t>som</a:t>
          </a:r>
          <a:r>
            <a:rPr lang="en-US" sz="2900" kern="1200" dirty="0"/>
            <a:t> </a:t>
          </a:r>
          <a:r>
            <a:rPr lang="en-US" sz="2900" kern="1200" dirty="0" err="1"/>
            <a:t>heter</a:t>
          </a:r>
          <a:r>
            <a:rPr lang="en-US" sz="2900" kern="1200" dirty="0"/>
            <a:t> “flexbox”, </a:t>
          </a:r>
          <a:r>
            <a:rPr lang="en-US" sz="2900" kern="1200" dirty="0" err="1"/>
            <a:t>kommer</a:t>
          </a:r>
          <a:r>
            <a:rPr lang="en-US" sz="2900" kern="1200" dirty="0"/>
            <a:t> </a:t>
          </a:r>
          <a:r>
            <a:rPr lang="en-US" sz="2900" kern="1200" dirty="0" err="1"/>
            <a:t>ikke</a:t>
          </a:r>
          <a:r>
            <a:rPr lang="en-US" sz="2900" kern="1200" dirty="0"/>
            <a:t> </a:t>
          </a:r>
          <a:r>
            <a:rPr lang="en-US" sz="2900" kern="1200" dirty="0" err="1"/>
            <a:t>til</a:t>
          </a:r>
          <a:r>
            <a:rPr lang="en-US" sz="2900" kern="1200" dirty="0"/>
            <a:t> å </a:t>
          </a:r>
          <a:r>
            <a:rPr lang="en-US" sz="2900" kern="1200" dirty="0" err="1"/>
            <a:t>gå</a:t>
          </a:r>
          <a:r>
            <a:rPr lang="en-US" sz="2900" kern="1200" dirty="0"/>
            <a:t> </a:t>
          </a:r>
          <a:r>
            <a:rPr lang="en-US" sz="2900" kern="1200" dirty="0" err="1"/>
            <a:t>innom</a:t>
          </a:r>
          <a:r>
            <a:rPr lang="en-US" sz="2900" kern="1200" dirty="0"/>
            <a:t> </a:t>
          </a:r>
          <a:r>
            <a:rPr lang="en-US" sz="2900" kern="1200" dirty="0" err="1"/>
            <a:t>dette</a:t>
          </a:r>
          <a:r>
            <a:rPr lang="en-US" sz="2900" kern="1200" dirty="0"/>
            <a:t> </a:t>
          </a:r>
          <a:r>
            <a:rPr lang="en-US" sz="2900" kern="1200" dirty="0" err="1"/>
            <a:t>nå</a:t>
          </a:r>
          <a:r>
            <a:rPr lang="en-US" sz="2900" kern="1200" dirty="0"/>
            <a:t> </a:t>
          </a:r>
        </a:p>
      </dsp:txBody>
      <dsp:txXfrm>
        <a:off x="0" y="0"/>
        <a:ext cx="4754563" cy="1352550"/>
      </dsp:txXfrm>
    </dsp:sp>
    <dsp:sp modelId="{1609E5DC-DE24-4E9B-AA04-10043A92804B}">
      <dsp:nvSpPr>
        <dsp:cNvPr id="0" name=""/>
        <dsp:cNvSpPr/>
      </dsp:nvSpPr>
      <dsp:spPr>
        <a:xfrm>
          <a:off x="0" y="135255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A2326-D63F-42A3-9F5F-58EB5F77D59B}">
      <dsp:nvSpPr>
        <dsp:cNvPr id="0" name=""/>
        <dsp:cNvSpPr/>
      </dsp:nvSpPr>
      <dsp:spPr>
        <a:xfrm>
          <a:off x="0" y="135255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 dirty="0">
              <a:latin typeface="Consolas" panose="020B0609020204030204" pitchFamily="49" charset="0"/>
            </a:rPr>
            <a:t>grid</a:t>
          </a:r>
          <a:r>
            <a:rPr lang="nb-NO" sz="2900" kern="1200" dirty="0"/>
            <a:t>: kan spesifisere et «grid» for elementer</a:t>
          </a:r>
        </a:p>
      </dsp:txBody>
      <dsp:txXfrm>
        <a:off x="0" y="1352550"/>
        <a:ext cx="4754563" cy="1352550"/>
      </dsp:txXfrm>
    </dsp:sp>
    <dsp:sp modelId="{348BB104-5C8C-4C1B-8A21-C3F341E6DD84}">
      <dsp:nvSpPr>
        <dsp:cNvPr id="0" name=""/>
        <dsp:cNvSpPr/>
      </dsp:nvSpPr>
      <dsp:spPr>
        <a:xfrm>
          <a:off x="0" y="270510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C3404-D5F5-48C0-A82C-F48EEFA9D49E}">
      <dsp:nvSpPr>
        <dsp:cNvPr id="0" name=""/>
        <dsp:cNvSpPr/>
      </dsp:nvSpPr>
      <dsp:spPr>
        <a:xfrm>
          <a:off x="0" y="270510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 dirty="0" err="1">
              <a:latin typeface="Consolas" panose="020B0609020204030204" pitchFamily="49" charset="0"/>
            </a:rPr>
            <a:t>table</a:t>
          </a:r>
          <a:r>
            <a:rPr lang="nb-NO" sz="2900" kern="1200" dirty="0"/>
            <a:t>: fungerer likt som et </a:t>
          </a:r>
          <a:r>
            <a:rPr lang="nb-NO" sz="2900" kern="1200" dirty="0">
              <a:latin typeface="Consolas" panose="020B0609020204030204" pitchFamily="49" charset="0"/>
            </a:rPr>
            <a:t>&lt;</a:t>
          </a:r>
          <a:r>
            <a:rPr lang="nb-NO" sz="2900" kern="1200" dirty="0" err="1">
              <a:latin typeface="Consolas" panose="020B0609020204030204" pitchFamily="49" charset="0"/>
            </a:rPr>
            <a:t>table</a:t>
          </a:r>
          <a:r>
            <a:rPr lang="nb-NO" sz="2900" kern="1200" dirty="0">
              <a:latin typeface="Consolas" panose="020B0609020204030204" pitchFamily="49" charset="0"/>
            </a:rPr>
            <a:t>&gt; </a:t>
          </a:r>
          <a:r>
            <a:rPr lang="nb-NO" sz="2900" kern="1200" dirty="0"/>
            <a:t>element.</a:t>
          </a:r>
        </a:p>
      </dsp:txBody>
      <dsp:txXfrm>
        <a:off x="0" y="2705100"/>
        <a:ext cx="4754563" cy="1352550"/>
      </dsp:txXfrm>
    </dsp:sp>
    <dsp:sp modelId="{BE7E4104-6891-4A54-96C5-9B57C3727426}">
      <dsp:nvSpPr>
        <dsp:cNvPr id="0" name=""/>
        <dsp:cNvSpPr/>
      </dsp:nvSpPr>
      <dsp:spPr>
        <a:xfrm>
          <a:off x="0" y="4057650"/>
          <a:ext cx="47545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00CB-E38C-4498-945E-ABDA2B3531D7}">
      <dsp:nvSpPr>
        <dsp:cNvPr id="0" name=""/>
        <dsp:cNvSpPr/>
      </dsp:nvSpPr>
      <dsp:spPr>
        <a:xfrm>
          <a:off x="0" y="4057650"/>
          <a:ext cx="4754563" cy="1352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 dirty="0"/>
            <a:t>Se flere på </a:t>
          </a:r>
          <a:r>
            <a:rPr lang="nb-NO" sz="3200" b="1" kern="1200" dirty="0">
              <a:solidFill>
                <a:srgbClr val="00B050"/>
              </a:solidFill>
            </a:rPr>
            <a:t>w3schools </a:t>
          </a:r>
          <a:r>
            <a:rPr lang="nb-NO" sz="2800" b="0" kern="1200" dirty="0">
              <a:solidFill>
                <a:schemeClr val="tx1"/>
              </a:solidFill>
            </a:rPr>
            <a:t>display siden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b="1" kern="1200" dirty="0">
              <a:solidFill>
                <a:srgbClr val="00B050"/>
              </a:solidFill>
              <a:hlinkClick xmlns:r="http://schemas.openxmlformats.org/officeDocument/2006/relationships" r:id="rId1"/>
            </a:rPr>
            <a:t>https://www.w3schools.com/cssref/pr_class_display.php</a:t>
          </a:r>
          <a:endParaRPr lang="nb-NO" sz="2900" b="1" kern="1200" dirty="0">
            <a:solidFill>
              <a:srgbClr val="00B050"/>
            </a:solidFill>
          </a:endParaRPr>
        </a:p>
      </dsp:txBody>
      <dsp:txXfrm>
        <a:off x="0" y="4057650"/>
        <a:ext cx="4754563" cy="1352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444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177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5064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9257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626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26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632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500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60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473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9699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566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0199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03655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04339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57865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01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22286-0E98-40E3-85C7-4976E8288200}" type="datetimeFigureOut">
              <a:rPr lang="nb-NO" smtClean="0"/>
              <a:t>27.09.2023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39A21-9830-4C47-B946-62F594DF8CE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6557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coli.com/threads/if-god-came-down-from-heaven-right-now-and-offered-you-2-choices.695075/page-13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38F1-412D-1879-4B36-904484B8E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11756" y="2780097"/>
            <a:ext cx="8420877" cy="1297806"/>
          </a:xfrm>
        </p:spPr>
        <p:txBody>
          <a:bodyPr>
            <a:normAutofit/>
          </a:bodyPr>
          <a:lstStyle/>
          <a:p>
            <a:pPr algn="ctr"/>
            <a:r>
              <a:rPr lang="nb-NO" sz="8000" dirty="0"/>
              <a:t>Display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A7DDA-423A-8828-D744-B99CAD0D1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1" y="166990"/>
            <a:ext cx="4875950" cy="652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2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BAE0-AF1E-7A5A-4874-16149DF9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nb-NO" sz="3200">
                <a:solidFill>
                  <a:srgbClr val="FFFFFF"/>
                </a:solidFill>
              </a:rPr>
              <a:t>Hva er "display"?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452E75-C4A5-97CC-77BD-C6C81FA0B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890580"/>
              </p:ext>
            </p:extLst>
          </p:nvPr>
        </p:nvGraphicFramePr>
        <p:xfrm>
          <a:off x="6516553" y="685800"/>
          <a:ext cx="4754563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690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7CD224-9923-4AD5-9584-2EC1AB76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A7CD224-9923-4AD5-9584-2EC1AB767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E59EB5-A681-4B34-AF91-05ADD364B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FE59EB5-A681-4B34-AF91-05ADD364BA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09E5DC-DE24-4E9B-AA04-10043A9280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1609E5DC-DE24-4E9B-AA04-10043A9280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EA2326-D63F-42A3-9F5F-58EB5F77D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1EA2326-D63F-42A3-9F5F-58EB5F77D5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8EFCFA8-C66C-4779-8188-207FD17AD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18EFCFA8-C66C-4779-8188-207FD17ADC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BCFCC8-054B-4DDA-A6A4-31EFE44B94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97BCFCC8-054B-4DDA-A6A4-31EFE44B94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567E41-6534-4A69-ABA8-C5D26148B4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87567E41-6534-4A69-ABA8-C5D26148B4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7ED666-ED18-4C73-B6F2-F16D70783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DE7ED666-ED18-4C73-B6F2-F16D707833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 err="1"/>
              <a:t>Inline</a:t>
            </a:r>
            <a:r>
              <a:rPr lang="nb-NO" sz="5400" dirty="0"/>
              <a:t> Display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247120-08E6-73BA-674E-6AB8154C7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473399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0284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052" y="467751"/>
            <a:ext cx="9905998" cy="1478570"/>
          </a:xfrm>
        </p:spPr>
        <p:txBody>
          <a:bodyPr>
            <a:normAutofit/>
          </a:bodyPr>
          <a:lstStyle/>
          <a:p>
            <a:r>
              <a:rPr lang="nb-NO" sz="4800" dirty="0" err="1"/>
              <a:t>Inline</a:t>
            </a:r>
            <a:r>
              <a:rPr lang="nb-NO" sz="4800" dirty="0"/>
              <a:t> Display Eksempel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557C4-28DF-557D-2275-A9DA257EB96C}"/>
              </a:ext>
            </a:extLst>
          </p:cNvPr>
          <p:cNvSpPr txBox="1"/>
          <p:nvPr/>
        </p:nvSpPr>
        <p:spPr>
          <a:xfrm>
            <a:off x="1178052" y="1690688"/>
            <a:ext cx="9835896" cy="114101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Som vi kan se her: 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Dette er 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 stedet for 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5D6D6-B791-FEC1-ACC6-9D96F0FCFE73}"/>
              </a:ext>
            </a:extLst>
          </p:cNvPr>
          <p:cNvSpPr txBox="1"/>
          <p:nvPr/>
        </p:nvSpPr>
        <p:spPr>
          <a:xfrm>
            <a:off x="1178052" y="3016251"/>
            <a:ext cx="53324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.inline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inline;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0D13F4-A96D-6BD6-9884-275CB56B1100}"/>
              </a:ext>
            </a:extLst>
          </p:cNvPr>
          <p:cNvCxnSpPr/>
          <p:nvPr/>
        </p:nvCxnSpPr>
        <p:spPr>
          <a:xfrm>
            <a:off x="1943100" y="4652010"/>
            <a:ext cx="25488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35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412" y="458161"/>
            <a:ext cx="9905998" cy="1478570"/>
          </a:xfrm>
        </p:spPr>
        <p:txBody>
          <a:bodyPr>
            <a:normAutofit/>
          </a:bodyPr>
          <a:lstStyle/>
          <a:p>
            <a:r>
              <a:rPr lang="nb-NO" sz="4800" dirty="0" err="1"/>
              <a:t>Inline</a:t>
            </a:r>
            <a:r>
              <a:rPr lang="nb-NO" sz="4800" dirty="0"/>
              <a:t> Display Eksempel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F7879-A4D7-1DD9-5681-C801CD6A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553" y="2965579"/>
            <a:ext cx="9028893" cy="92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96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/>
              <a:t>BLOCK Display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247120-08E6-73BA-674E-6AB8154C7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697367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4292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055C6BA-E877-4D82-A5A0-A6E8CCDDD2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2055C6BA-E877-4D82-A5A0-A6E8CCDDD2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4E75F3-53CC-4FB3-B513-EBFBB7242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F04E75F3-53CC-4FB3-B513-EBFBB72427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E55EB39-74ED-4AAF-9C89-7936D951C8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4E55EB39-74ED-4AAF-9C89-7936D951C8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B64D-0B00-EA54-9471-6C54F9A7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46127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/>
              <a:t>Litt større eksempel: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D403A-88D7-358D-F618-2FBE7BAB1645}"/>
              </a:ext>
            </a:extLst>
          </p:cNvPr>
          <p:cNvSpPr txBox="1"/>
          <p:nvPr/>
        </p:nvSpPr>
        <p:spPr>
          <a:xfrm>
            <a:off x="571224" y="1592870"/>
            <a:ext cx="11046373" cy="501900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Vi kan skrive noe tekst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Et element med "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display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Også noe mellom disse to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Dette har også "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endParaRPr lang="nb-NO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Også noe etter alt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396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B64D-0B00-EA54-9471-6C54F9A7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46127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/>
              <a:t>CSS For dette eksempelet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D403A-88D7-358D-F618-2FBE7BAB1645}"/>
              </a:ext>
            </a:extLst>
          </p:cNvPr>
          <p:cNvSpPr txBox="1"/>
          <p:nvPr/>
        </p:nvSpPr>
        <p:spPr>
          <a:xfrm>
            <a:off x="448648" y="1572877"/>
            <a:ext cx="55247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#aaaaaa;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CB4D84-9783-45B5-A445-7220ECBA43BB}"/>
              </a:ext>
            </a:extLst>
          </p:cNvPr>
          <p:cNvSpPr txBox="1"/>
          <p:nvPr/>
        </p:nvSpPr>
        <p:spPr>
          <a:xfrm>
            <a:off x="448648" y="4650668"/>
            <a:ext cx="5524776" cy="169501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sz="2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#aaddaa;</a:t>
            </a:r>
          </a:p>
          <a:p>
            <a:pPr>
              <a:lnSpc>
                <a:spcPct val="150000"/>
              </a:lnSpc>
            </a:pP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75B7C-37AD-50D7-1901-C5F2B698A7F7}"/>
              </a:ext>
            </a:extLst>
          </p:cNvPr>
          <p:cNvSpPr txBox="1"/>
          <p:nvPr/>
        </p:nvSpPr>
        <p:spPr>
          <a:xfrm>
            <a:off x="6215398" y="1572877"/>
            <a:ext cx="55247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.inline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inline;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0966BE-CB6C-82F2-3AC7-5932540A0574}"/>
              </a:ext>
            </a:extLst>
          </p:cNvPr>
          <p:cNvCxnSpPr>
            <a:cxnSpLocks/>
          </p:cNvCxnSpPr>
          <p:nvPr/>
        </p:nvCxnSpPr>
        <p:spPr>
          <a:xfrm>
            <a:off x="6995160" y="3268980"/>
            <a:ext cx="25946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09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400" dirty="0"/>
              <a:t>Da blir det sånn: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547A-E57D-3732-75D3-7B3BD65FA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7287DC-F578-2D58-0EDF-8A8FBAA6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1387"/>
            <a:ext cx="12192000" cy="81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r>
              <a:rPr lang="nb-NO" cap="none" dirty="0"/>
              <a:t>Hvis vi tar å bytter ut </a:t>
            </a:r>
            <a:r>
              <a:rPr lang="nb-NO" cap="none" dirty="0">
                <a:latin typeface="Consolas" panose="020B0609020204030204" pitchFamily="49" charset="0"/>
              </a:rPr>
              <a:t>"</a:t>
            </a:r>
            <a:r>
              <a:rPr lang="nb-NO" cap="none" dirty="0" err="1">
                <a:latin typeface="Consolas" panose="020B0609020204030204" pitchFamily="49" charset="0"/>
              </a:rPr>
              <a:t>inline</a:t>
            </a:r>
            <a:r>
              <a:rPr lang="nb-NO" cap="none" dirty="0">
                <a:latin typeface="Consolas" panose="020B0609020204030204" pitchFamily="49" charset="0"/>
              </a:rPr>
              <a:t>" </a:t>
            </a:r>
            <a:r>
              <a:rPr lang="nb-NO" cap="none" dirty="0"/>
              <a:t>med </a:t>
            </a:r>
            <a:r>
              <a:rPr lang="nb-NO" cap="none" dirty="0">
                <a:latin typeface="Consolas" panose="020B0609020204030204" pitchFamily="49" charset="0"/>
              </a:rPr>
              <a:t>"</a:t>
            </a:r>
            <a:r>
              <a:rPr lang="nb-NO" cap="none" dirty="0" err="1">
                <a:latin typeface="Consolas" panose="020B0609020204030204" pitchFamily="49" charset="0"/>
              </a:rPr>
              <a:t>block</a:t>
            </a:r>
            <a:r>
              <a:rPr lang="nb-NO" cap="none" dirty="0">
                <a:latin typeface="Consolas" panose="020B0609020204030204" pitchFamily="49" charset="0"/>
              </a:rPr>
              <a:t>":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54304-BF26-1831-41AF-D922CCCBE69D}"/>
              </a:ext>
            </a:extLst>
          </p:cNvPr>
          <p:cNvSpPr txBox="1"/>
          <p:nvPr/>
        </p:nvSpPr>
        <p:spPr>
          <a:xfrm>
            <a:off x="1284715" y="1670330"/>
            <a:ext cx="9619393" cy="120032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nb-NO" sz="2400" b="0" dirty="0"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Et element med "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display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400" dirty="0">
                <a:latin typeface="Consolas" panose="020B0609020204030204" pitchFamily="49" charset="0"/>
              </a:rPr>
              <a:t>...</a:t>
            </a:r>
            <a:endParaRPr lang="nb-NO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CF18A-866A-E747-7CFA-048042BD8307}"/>
              </a:ext>
            </a:extLst>
          </p:cNvPr>
          <p:cNvSpPr txBox="1"/>
          <p:nvPr/>
        </p:nvSpPr>
        <p:spPr>
          <a:xfrm>
            <a:off x="1284715" y="3130551"/>
            <a:ext cx="53324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.block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block;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321C41-9D86-73A0-36AE-04D8401C2AF1}"/>
              </a:ext>
            </a:extLst>
          </p:cNvPr>
          <p:cNvCxnSpPr/>
          <p:nvPr/>
        </p:nvCxnSpPr>
        <p:spPr>
          <a:xfrm>
            <a:off x="2034540" y="4823460"/>
            <a:ext cx="25488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70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400" dirty="0"/>
              <a:t>Da blir det sånn: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547A-E57D-3732-75D3-7B3BD65FA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281B6-8458-F417-E1FD-1CE4C3017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14" y="1884520"/>
            <a:ext cx="9619393" cy="435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1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 err="1"/>
              <a:t>Inline</a:t>
            </a:r>
            <a:r>
              <a:rPr lang="nb-NO" sz="5400" dirty="0"/>
              <a:t>-BLOCK Display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247120-08E6-73BA-674E-6AB8154C7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89889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1073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F16581-3B59-48E0-84A7-21BE2EC6E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0CF16581-3B59-48E0-84A7-21BE2EC6E2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4F1C2-2C72-4697-8E75-2EDE02489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9974F1C2-2C72-4697-8E75-2EDE024895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373278-D1D6-4285-849D-8A5DBD45C0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15373278-D1D6-4285-849D-8A5DBD45C0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17BC613A-C632-4BC0-B0A4-44255DE4E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CA5E8EB1-DE7C-448D-A984-BED4B2897A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7B61AFC-8ED7-4311-B20A-A324A1A19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r>
              <a:rPr lang="nb-NO" cap="none" dirty="0"/>
              <a:t>Så, samme eksempel som før, men bytter </a:t>
            </a:r>
            <a:br>
              <a:rPr lang="nb-NO" cap="none" dirty="0"/>
            </a:br>
            <a:r>
              <a:rPr lang="nb-NO" cap="none" dirty="0">
                <a:latin typeface="Consolas" panose="020B0609020204030204" pitchFamily="49" charset="0"/>
              </a:rPr>
              <a:t>"</a:t>
            </a:r>
            <a:r>
              <a:rPr lang="nb-NO" cap="none" dirty="0" err="1">
                <a:latin typeface="Consolas" panose="020B0609020204030204" pitchFamily="49" charset="0"/>
              </a:rPr>
              <a:t>inline</a:t>
            </a:r>
            <a:r>
              <a:rPr lang="nb-NO" cap="none" dirty="0">
                <a:latin typeface="Consolas" panose="020B0609020204030204" pitchFamily="49" charset="0"/>
              </a:rPr>
              <a:t>" </a:t>
            </a:r>
            <a:r>
              <a:rPr lang="nb-NO" cap="none" dirty="0"/>
              <a:t>med </a:t>
            </a:r>
            <a:r>
              <a:rPr lang="nb-NO" cap="none" dirty="0">
                <a:latin typeface="Consolas" panose="020B0609020204030204" pitchFamily="49" charset="0"/>
              </a:rPr>
              <a:t>"</a:t>
            </a:r>
            <a:r>
              <a:rPr lang="nb-NO" cap="none" dirty="0" err="1">
                <a:latin typeface="Consolas" panose="020B0609020204030204" pitchFamily="49" charset="0"/>
              </a:rPr>
              <a:t>inline-block</a:t>
            </a:r>
            <a:r>
              <a:rPr lang="nb-NO" cap="none" dirty="0">
                <a:latin typeface="Consolas" panose="020B0609020204030204" pitchFamily="49" charset="0"/>
              </a:rPr>
              <a:t>":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54304-BF26-1831-41AF-D922CCCBE69D}"/>
              </a:ext>
            </a:extLst>
          </p:cNvPr>
          <p:cNvSpPr txBox="1"/>
          <p:nvPr/>
        </p:nvSpPr>
        <p:spPr>
          <a:xfrm>
            <a:off x="1284715" y="1670330"/>
            <a:ext cx="9619393" cy="136114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1900" b="0" dirty="0">
                <a:effectLst/>
                <a:latin typeface="Consolas" panose="020B0609020204030204" pitchFamily="49" charset="0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nb-NO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900" dirty="0" err="1">
                <a:solidFill>
                  <a:srgbClr val="CE9178"/>
                </a:solidFill>
                <a:latin typeface="Consolas" panose="020B0609020204030204" pitchFamily="49" charset="0"/>
              </a:rPr>
              <a:t>inline-</a:t>
            </a:r>
            <a:r>
              <a:rPr lang="nb-NO" sz="1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nb-NO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Et element med "</a:t>
            </a:r>
            <a:r>
              <a:rPr lang="nb-NO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inline-block</a:t>
            </a:r>
            <a:r>
              <a:rPr lang="nb-NO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display</a:t>
            </a:r>
            <a:r>
              <a:rPr lang="nb-NO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1900" dirty="0">
                <a:latin typeface="Consolas" panose="020B0609020204030204" pitchFamily="49" charset="0"/>
              </a:rPr>
              <a:t>...</a:t>
            </a:r>
            <a:endParaRPr lang="nb-NO" sz="19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CF18A-866A-E747-7CFA-048042BD8307}"/>
              </a:ext>
            </a:extLst>
          </p:cNvPr>
          <p:cNvSpPr txBox="1"/>
          <p:nvPr/>
        </p:nvSpPr>
        <p:spPr>
          <a:xfrm>
            <a:off x="1284715" y="3130551"/>
            <a:ext cx="53324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.inline-block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inline-block;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321C41-9D86-73A0-36AE-04D8401C2AF1}"/>
              </a:ext>
            </a:extLst>
          </p:cNvPr>
          <p:cNvCxnSpPr>
            <a:cxnSpLocks/>
          </p:cNvCxnSpPr>
          <p:nvPr/>
        </p:nvCxnSpPr>
        <p:spPr>
          <a:xfrm>
            <a:off x="2034540" y="4823460"/>
            <a:ext cx="36804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292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400" dirty="0"/>
              <a:t>Da blir det sånn: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547A-E57D-3732-75D3-7B3BD65FA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87DA4-AABE-BC1E-98AA-32387DEE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9" y="2467049"/>
            <a:ext cx="12192000" cy="19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3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8AC9-4CC9-1849-A95E-7EE27981E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81" y="824996"/>
            <a:ext cx="9905998" cy="1478570"/>
          </a:xfrm>
        </p:spPr>
        <p:txBody>
          <a:bodyPr>
            <a:normAutofit/>
          </a:bodyPr>
          <a:lstStyle/>
          <a:p>
            <a:r>
              <a:rPr lang="nb-NO" sz="4400" dirty="0"/>
              <a:t>NOEN HUSKER kanskje </a:t>
            </a:r>
            <a:r>
              <a:rPr lang="nb-NO" sz="4400" dirty="0" err="1"/>
              <a:t>aT</a:t>
            </a:r>
            <a:br>
              <a:rPr lang="nb-NO" sz="4400" dirty="0"/>
            </a:br>
            <a:r>
              <a:rPr lang="nb-NO" sz="4400" dirty="0"/>
              <a:t>noen ganger ble det slik: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BC8D6-3AE8-5448-4EF3-10212C30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2506002"/>
            <a:ext cx="7089058" cy="1845995"/>
          </a:xfrm>
          <a:prstGeom prst="rect">
            <a:avLst/>
          </a:prstGeom>
        </p:spPr>
      </p:pic>
      <p:pic>
        <p:nvPicPr>
          <p:cNvPr id="7" name="Picture 6" descr="A collage of two people&#10;&#10;Description automatically generated">
            <a:extLst>
              <a:ext uri="{FF2B5EF4-FFF2-40B4-BE49-F238E27FC236}">
                <a16:creationId xmlns:a16="http://schemas.microsoft.com/office/drawing/2014/main" id="{FF5CFD3A-0183-5AAF-6647-92EF51705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734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5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8AC9-4CC9-1849-A95E-7EE27981E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372161" cy="1478570"/>
          </a:xfrm>
        </p:spPr>
        <p:txBody>
          <a:bodyPr>
            <a:normAutofit/>
          </a:bodyPr>
          <a:lstStyle/>
          <a:p>
            <a:r>
              <a:rPr lang="nb-NO" sz="4400" dirty="0"/>
              <a:t>MED </a:t>
            </a:r>
            <a:r>
              <a:rPr lang="nb-NO" sz="4400" cap="none" dirty="0">
                <a:latin typeface="Consolas" panose="020B0609020204030204" pitchFamily="49" charset="0"/>
              </a:rPr>
              <a:t>"</a:t>
            </a:r>
            <a:r>
              <a:rPr lang="nb-NO" sz="4400" cap="none" dirty="0" err="1">
                <a:latin typeface="Consolas" panose="020B0609020204030204" pitchFamily="49" charset="0"/>
              </a:rPr>
              <a:t>inline-block</a:t>
            </a:r>
            <a:r>
              <a:rPr lang="nb-NO" sz="4400" cap="none" dirty="0">
                <a:latin typeface="Consolas" panose="020B0609020204030204" pitchFamily="49" charset="0"/>
              </a:rPr>
              <a:t>" </a:t>
            </a:r>
            <a:r>
              <a:rPr lang="nb-NO" sz="4400" dirty="0"/>
              <a:t>kan dette fikses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12CF2-3155-C473-07A3-60C5E33A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18" y="2214880"/>
            <a:ext cx="7653787" cy="380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11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34EAF-B189-8F0D-9769-F2BBB88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nb-NO" sz="5400" dirty="0"/>
              <a:t>NONE Display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247120-08E6-73BA-674E-6AB8154C7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197959"/>
              </p:ext>
            </p:extLst>
          </p:nvPr>
        </p:nvGraphicFramePr>
        <p:xfrm>
          <a:off x="1141413" y="2249488"/>
          <a:ext cx="6058213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353CADF-E710-7687-ACDF-51F4E780C6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5345" y="974113"/>
            <a:ext cx="4513173" cy="526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37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4461996-78AC-421A-A7C4-D0B5191DAC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CD621FBB-D186-4FBC-B83A-5C533E31B3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74A6FA42-2DD9-45D8-83F5-D226CAA420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4F1C2-2C72-4697-8E75-2EDE02489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9974F1C2-2C72-4697-8E75-2EDE024895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F16581-3B59-48E0-84A7-21BE2EC6E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0CF16581-3B59-48E0-84A7-21BE2EC6E2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373278-D1D6-4285-849D-8A5DBD45C0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15373278-D1D6-4285-849D-8A5DBD45C0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ED4FFB7B-3EA6-4A25-99A3-9850E9B0A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B8367742-3537-4711-A93B-CB1E3B8C0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graphicEl>
                                              <a:dgm id="{9CE04A47-CBB3-455C-B27A-E1500A3A9D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r>
              <a:rPr lang="nb-NO" cap="none" dirty="0"/>
              <a:t>Hvis vi tar å bytter ut med </a:t>
            </a:r>
            <a:r>
              <a:rPr lang="nb-NO" cap="none" dirty="0">
                <a:latin typeface="Consolas" panose="020B0609020204030204" pitchFamily="49" charset="0"/>
              </a:rPr>
              <a:t>"none":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54304-BF26-1831-41AF-D922CCCBE69D}"/>
              </a:ext>
            </a:extLst>
          </p:cNvPr>
          <p:cNvSpPr txBox="1"/>
          <p:nvPr/>
        </p:nvSpPr>
        <p:spPr>
          <a:xfrm>
            <a:off x="1284715" y="1670330"/>
            <a:ext cx="9619393" cy="120032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00B0F0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nb-NO" sz="2400" b="0" dirty="0"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Et element med "none" display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400" dirty="0">
                <a:latin typeface="Consolas" panose="020B0609020204030204" pitchFamily="49" charset="0"/>
              </a:rPr>
              <a:t>...</a:t>
            </a:r>
            <a:endParaRPr lang="nb-NO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CF18A-866A-E747-7CFA-048042BD8307}"/>
              </a:ext>
            </a:extLst>
          </p:cNvPr>
          <p:cNvSpPr txBox="1"/>
          <p:nvPr/>
        </p:nvSpPr>
        <p:spPr>
          <a:xfrm>
            <a:off x="1284715" y="3130551"/>
            <a:ext cx="5332476" cy="28030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.none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#cccccc;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none;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321C41-9D86-73A0-36AE-04D8401C2AF1}"/>
              </a:ext>
            </a:extLst>
          </p:cNvPr>
          <p:cNvCxnSpPr>
            <a:cxnSpLocks/>
          </p:cNvCxnSpPr>
          <p:nvPr/>
        </p:nvCxnSpPr>
        <p:spPr>
          <a:xfrm>
            <a:off x="2034540" y="4823460"/>
            <a:ext cx="23959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688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B6BD-55EA-3B2F-D88A-08E799BD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400" dirty="0"/>
              <a:t>Da blir det sånn: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A6C07-0422-CA5B-E79A-A2AE1269D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8" y="1703322"/>
            <a:ext cx="12192000" cy="1956852"/>
          </a:xfrm>
          <a:prstGeom prst="rect">
            <a:avLst/>
          </a:prstGeom>
        </p:spPr>
      </p:pic>
      <p:pic>
        <p:nvPicPr>
          <p:cNvPr id="4" name="Picture 3" descr="A person and person standing next to each other&#10;&#10;Description automatically generated">
            <a:extLst>
              <a:ext uri="{FF2B5EF4-FFF2-40B4-BE49-F238E27FC236}">
                <a16:creationId xmlns:a16="http://schemas.microsoft.com/office/drawing/2014/main" id="{172C8033-D63F-125A-B9D7-07CD3F71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02320" y="3821749"/>
            <a:ext cx="2838131" cy="283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8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BAE0-AF1E-7A5A-4874-16149DF9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nb-NO" sz="3200" dirty="0">
                <a:solidFill>
                  <a:srgbClr val="FFFFFF"/>
                </a:solidFill>
              </a:rPr>
              <a:t>Noen andre nyttige «Display» metoder.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452E75-C4A5-97CC-77BD-C6C81FA0B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226692"/>
              </p:ext>
            </p:extLst>
          </p:nvPr>
        </p:nvGraphicFramePr>
        <p:xfrm>
          <a:off x="6516553" y="685800"/>
          <a:ext cx="4754563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7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7CD224-9923-4AD5-9584-2EC1AB767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A7CD224-9923-4AD5-9584-2EC1AB767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E59EB5-A681-4B34-AF91-05ADD364B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FE59EB5-A681-4B34-AF91-05ADD364BA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09E5DC-DE24-4E9B-AA04-10043A9280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1609E5DC-DE24-4E9B-AA04-10043A9280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1EA2326-D63F-42A3-9F5F-58EB5F77D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1EA2326-D63F-42A3-9F5F-58EB5F77D5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8BB104-5C8C-4C1B-8A21-C3F341E6D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348BB104-5C8C-4C1B-8A21-C3F341E6DD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5C3404-D5F5-48C0-A82C-F48EEFA9D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1C5C3404-D5F5-48C0-A82C-F48EEFA9D4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7E4104-6891-4A54-96C5-9B57C37274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BE7E4104-6891-4A54-96C5-9B57C37274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AD00CB-E38C-4498-945E-ABDA2B353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82AD00CB-E38C-4498-945E-ABDA2B353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A07F26-7343-4803-A92C-D59A4E5B6A5F}"/>
</file>

<file path=customXml/itemProps2.xml><?xml version="1.0" encoding="utf-8"?>
<ds:datastoreItem xmlns:ds="http://schemas.openxmlformats.org/officeDocument/2006/customXml" ds:itemID="{40F4C65D-D56E-4FB7-8770-FD908CCA36F2}"/>
</file>

<file path=customXml/itemProps3.xml><?xml version="1.0" encoding="utf-8"?>
<ds:datastoreItem xmlns:ds="http://schemas.openxmlformats.org/officeDocument/2006/customXml" ds:itemID="{DFB38558-F039-4447-83AB-F3D97ADB0273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532</TotalTime>
  <Words>630</Words>
  <Application>Microsoft Office PowerPoint</Application>
  <PresentationFormat>Widescreen</PresentationFormat>
  <Paragraphs>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Consolas</vt:lpstr>
      <vt:lpstr>Tw Cen MT</vt:lpstr>
      <vt:lpstr>Wingdings</vt:lpstr>
      <vt:lpstr>Circuit</vt:lpstr>
      <vt:lpstr>Display</vt:lpstr>
      <vt:lpstr>Hva er "display"?</vt:lpstr>
      <vt:lpstr>Inline Display</vt:lpstr>
      <vt:lpstr>Inline Display Eksempel</vt:lpstr>
      <vt:lpstr>Inline Display Eksempel</vt:lpstr>
      <vt:lpstr>BLOCK Display</vt:lpstr>
      <vt:lpstr>Litt større eksempel:</vt:lpstr>
      <vt:lpstr>CSS For dette eksempelet</vt:lpstr>
      <vt:lpstr>Da blir det sånn:</vt:lpstr>
      <vt:lpstr>Hvis vi tar å bytter ut "inline" med "block":</vt:lpstr>
      <vt:lpstr>Da blir det sånn:</vt:lpstr>
      <vt:lpstr>Inline-BLOCK Display</vt:lpstr>
      <vt:lpstr>Så, samme eksempel som før, men bytter  "inline" med "inline-block":</vt:lpstr>
      <vt:lpstr>Da blir det sånn:</vt:lpstr>
      <vt:lpstr>NOEN HUSKER kanskje aT noen ganger ble det slik:</vt:lpstr>
      <vt:lpstr>MED "inline-block" kan dette fikses</vt:lpstr>
      <vt:lpstr>NONE Display</vt:lpstr>
      <vt:lpstr>Hvis vi tar å bytter ut med "none":</vt:lpstr>
      <vt:lpstr>Da blir det sånn:</vt:lpstr>
      <vt:lpstr>Noen andre nyttige «Display» metoder.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</dc:title>
  <dc:creator>Sindre Vatland Hvidsten</dc:creator>
  <cp:lastModifiedBy>Sindre Vatland Hvidsten</cp:lastModifiedBy>
  <cp:revision>25</cp:revision>
  <dcterms:created xsi:type="dcterms:W3CDTF">2023-09-26T09:08:02Z</dcterms:created>
  <dcterms:modified xsi:type="dcterms:W3CDTF">2023-09-27T10:14:29Z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  <property fmtid="{D5CDD505-2E9C-101B-9397-08002B2CF9AE}" pid="3" name="MediaServiceImageTags">
    <vt:lpwstr/>
  </property>
</Properties>
</file>