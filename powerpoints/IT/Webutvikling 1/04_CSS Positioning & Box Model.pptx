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diagrams/data9.xml" ContentType="application/vnd.openxmlformats-officedocument.drawingml.diagramData+xml"/>
  <Override PartName="/ppt/diagrams/data10.xml" ContentType="application/vnd.openxmlformats-officedocument.drawingml.diagramData+xml"/>
  <Override PartName="/ppt/diagrams/data11.xml" ContentType="application/vnd.openxmlformats-officedocument.drawingml.diagramData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rawing1.xml" ContentType="application/vnd.ms-office.drawingml.diagramDrawing+xml"/>
  <Override PartName="/ppt/diagrams/colors10.xml" ContentType="application/vnd.openxmlformats-officedocument.drawingml.diagramColors+xml"/>
  <Override PartName="/ppt/theme/theme1.xml" ContentType="application/vnd.openxmlformats-officedocument.theme+xml"/>
  <Override PartName="/ppt/diagrams/drawing10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rawing8.xml" ContentType="application/vnd.ms-office.drawingml.diagramDrawing+xml"/>
  <Override PartName="/ppt/diagrams/quickStyle8.xml" ContentType="application/vnd.openxmlformats-officedocument.drawingml.diagramStyle+xml"/>
  <Override PartName="/ppt/diagrams/layout8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8.xml" ContentType="application/vnd.openxmlformats-officedocument.drawingml.diagramColors+xml"/>
  <Override PartName="/ppt/diagrams/colors9.xml" ContentType="application/vnd.openxmlformats-officedocument.drawingml.diagramColors+xml"/>
  <Override PartName="/ppt/diagrams/layout11.xml" ContentType="application/vnd.openxmlformats-officedocument.drawingml.diagramLayout+xml"/>
  <Override PartName="/ppt/diagrams/drawing9.xml" ContentType="application/vnd.ms-office.drawingml.diagramDrawing+xml"/>
  <Override PartName="/ppt/diagrams/layout9.xml" ContentType="application/vnd.openxmlformats-officedocument.drawingml.diagramLayout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0" r:id="rId1"/>
  </p:sldMasterIdLst>
  <p:sldIdLst>
    <p:sldId id="256" r:id="rId2"/>
    <p:sldId id="257" r:id="rId3"/>
    <p:sldId id="272" r:id="rId4"/>
    <p:sldId id="274" r:id="rId5"/>
    <p:sldId id="260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8" r:id="rId15"/>
    <p:sldId id="267" r:id="rId16"/>
    <p:sldId id="283" r:id="rId17"/>
    <p:sldId id="284" r:id="rId18"/>
    <p:sldId id="268" r:id="rId19"/>
    <p:sldId id="285" r:id="rId20"/>
    <p:sldId id="286" r:id="rId21"/>
    <p:sldId id="263" r:id="rId22"/>
    <p:sldId id="264" r:id="rId23"/>
    <p:sldId id="287" r:id="rId24"/>
    <p:sldId id="289" r:id="rId25"/>
    <p:sldId id="290" r:id="rId26"/>
    <p:sldId id="291" r:id="rId27"/>
    <p:sldId id="292" r:id="rId28"/>
    <p:sldId id="269" r:id="rId29"/>
    <p:sldId id="295" r:id="rId30"/>
    <p:sldId id="294" r:id="rId31"/>
    <p:sldId id="300" r:id="rId32"/>
    <p:sldId id="296" r:id="rId33"/>
    <p:sldId id="297" r:id="rId34"/>
    <p:sldId id="299" r:id="rId35"/>
    <p:sldId id="298" r:id="rId36"/>
    <p:sldId id="301" r:id="rId37"/>
    <p:sldId id="30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A21"/>
    <a:srgbClr val="6524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slide" Target="../slides/slide5.xml"/><Relationship Id="rId3" Type="http://schemas.openxmlformats.org/officeDocument/2006/relationships/slide" Target="../slides/slide8.xml"/><Relationship Id="rId7" Type="http://schemas.openxmlformats.org/officeDocument/2006/relationships/slide" Target="../slides/slide12.xml"/><Relationship Id="rId2" Type="http://schemas.openxmlformats.org/officeDocument/2006/relationships/slide" Target="../slides/slide7.xml"/><Relationship Id="rId1" Type="http://schemas.openxmlformats.org/officeDocument/2006/relationships/slide" Target="../slides/slide6.xml"/><Relationship Id="rId6" Type="http://schemas.openxmlformats.org/officeDocument/2006/relationships/slide" Target="../slides/slide11.xml"/><Relationship Id="rId5" Type="http://schemas.openxmlformats.org/officeDocument/2006/relationships/slide" Target="../slides/slide10.xml"/><Relationship Id="rId4" Type="http://schemas.openxmlformats.org/officeDocument/2006/relationships/slide" Target="../slides/slide9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slide" Target="../slides/slide5.xml"/><Relationship Id="rId3" Type="http://schemas.openxmlformats.org/officeDocument/2006/relationships/slide" Target="../slides/slide8.xml"/><Relationship Id="rId7" Type="http://schemas.openxmlformats.org/officeDocument/2006/relationships/slide" Target="../slides/slide12.xml"/><Relationship Id="rId2" Type="http://schemas.openxmlformats.org/officeDocument/2006/relationships/slide" Target="../slides/slide7.xml"/><Relationship Id="rId1" Type="http://schemas.openxmlformats.org/officeDocument/2006/relationships/slide" Target="../slides/slide6.xml"/><Relationship Id="rId6" Type="http://schemas.openxmlformats.org/officeDocument/2006/relationships/slide" Target="../slides/slide11.xml"/><Relationship Id="rId5" Type="http://schemas.openxmlformats.org/officeDocument/2006/relationships/slide" Target="../slides/slide10.xml"/><Relationship Id="rId4" Type="http://schemas.openxmlformats.org/officeDocument/2006/relationships/slide" Target="../slides/slide9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slide" Target="../slides/slide5.xml"/><Relationship Id="rId3" Type="http://schemas.openxmlformats.org/officeDocument/2006/relationships/slide" Target="../slides/slide8.xml"/><Relationship Id="rId7" Type="http://schemas.openxmlformats.org/officeDocument/2006/relationships/slide" Target="../slides/slide12.xml"/><Relationship Id="rId2" Type="http://schemas.openxmlformats.org/officeDocument/2006/relationships/slide" Target="../slides/slide7.xml"/><Relationship Id="rId1" Type="http://schemas.openxmlformats.org/officeDocument/2006/relationships/slide" Target="../slides/slide6.xml"/><Relationship Id="rId6" Type="http://schemas.openxmlformats.org/officeDocument/2006/relationships/slide" Target="../slides/slide11.xml"/><Relationship Id="rId5" Type="http://schemas.openxmlformats.org/officeDocument/2006/relationships/slide" Target="../slides/slide10.xml"/><Relationship Id="rId4" Type="http://schemas.openxmlformats.org/officeDocument/2006/relationships/slide" Target="../slides/slide9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slide" Target="../slides/slide5.xml"/><Relationship Id="rId3" Type="http://schemas.openxmlformats.org/officeDocument/2006/relationships/slide" Target="../slides/slide8.xml"/><Relationship Id="rId7" Type="http://schemas.openxmlformats.org/officeDocument/2006/relationships/slide" Target="../slides/slide12.xml"/><Relationship Id="rId2" Type="http://schemas.openxmlformats.org/officeDocument/2006/relationships/slide" Target="../slides/slide7.xml"/><Relationship Id="rId1" Type="http://schemas.openxmlformats.org/officeDocument/2006/relationships/slide" Target="../slides/slide6.xml"/><Relationship Id="rId6" Type="http://schemas.openxmlformats.org/officeDocument/2006/relationships/slide" Target="../slides/slide11.xml"/><Relationship Id="rId5" Type="http://schemas.openxmlformats.org/officeDocument/2006/relationships/slide" Target="../slides/slide10.xml"/><Relationship Id="rId4" Type="http://schemas.openxmlformats.org/officeDocument/2006/relationships/slide" Target="../slides/slide9.xml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slide" Target="../slides/slide5.xml"/><Relationship Id="rId3" Type="http://schemas.openxmlformats.org/officeDocument/2006/relationships/slide" Target="../slides/slide8.xml"/><Relationship Id="rId7" Type="http://schemas.openxmlformats.org/officeDocument/2006/relationships/slide" Target="../slides/slide12.xml"/><Relationship Id="rId2" Type="http://schemas.openxmlformats.org/officeDocument/2006/relationships/slide" Target="../slides/slide7.xml"/><Relationship Id="rId1" Type="http://schemas.openxmlformats.org/officeDocument/2006/relationships/slide" Target="../slides/slide6.xml"/><Relationship Id="rId6" Type="http://schemas.openxmlformats.org/officeDocument/2006/relationships/slide" Target="../slides/slide11.xml"/><Relationship Id="rId5" Type="http://schemas.openxmlformats.org/officeDocument/2006/relationships/slide" Target="../slides/slide10.xml"/><Relationship Id="rId4" Type="http://schemas.openxmlformats.org/officeDocument/2006/relationships/slide" Target="../slides/slide9.xml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slide" Target="../slides/slide5.xml"/><Relationship Id="rId3" Type="http://schemas.openxmlformats.org/officeDocument/2006/relationships/slide" Target="../slides/slide8.xml"/><Relationship Id="rId7" Type="http://schemas.openxmlformats.org/officeDocument/2006/relationships/slide" Target="../slides/slide12.xml"/><Relationship Id="rId2" Type="http://schemas.openxmlformats.org/officeDocument/2006/relationships/slide" Target="../slides/slide7.xml"/><Relationship Id="rId1" Type="http://schemas.openxmlformats.org/officeDocument/2006/relationships/slide" Target="../slides/slide6.xml"/><Relationship Id="rId6" Type="http://schemas.openxmlformats.org/officeDocument/2006/relationships/slide" Target="../slides/slide11.xml"/><Relationship Id="rId5" Type="http://schemas.openxmlformats.org/officeDocument/2006/relationships/slide" Target="../slides/slide10.xml"/><Relationship Id="rId4" Type="http://schemas.openxmlformats.org/officeDocument/2006/relationships/slide" Target="../slides/slide9.xml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slide" Target="../slides/slide5.xml"/><Relationship Id="rId3" Type="http://schemas.openxmlformats.org/officeDocument/2006/relationships/slide" Target="../slides/slide8.xml"/><Relationship Id="rId7" Type="http://schemas.openxmlformats.org/officeDocument/2006/relationships/slide" Target="../slides/slide12.xml"/><Relationship Id="rId2" Type="http://schemas.openxmlformats.org/officeDocument/2006/relationships/slide" Target="../slides/slide7.xml"/><Relationship Id="rId1" Type="http://schemas.openxmlformats.org/officeDocument/2006/relationships/slide" Target="../slides/slide6.xml"/><Relationship Id="rId6" Type="http://schemas.openxmlformats.org/officeDocument/2006/relationships/slide" Target="../slides/slide11.xml"/><Relationship Id="rId5" Type="http://schemas.openxmlformats.org/officeDocument/2006/relationships/slide" Target="../slides/slide10.xml"/><Relationship Id="rId4" Type="http://schemas.openxmlformats.org/officeDocument/2006/relationships/slide" Target="../slides/slide9.xml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slide" Target="../slides/slide5.xml"/><Relationship Id="rId3" Type="http://schemas.openxmlformats.org/officeDocument/2006/relationships/slide" Target="../slides/slide8.xml"/><Relationship Id="rId7" Type="http://schemas.openxmlformats.org/officeDocument/2006/relationships/slide" Target="../slides/slide12.xml"/><Relationship Id="rId2" Type="http://schemas.openxmlformats.org/officeDocument/2006/relationships/slide" Target="../slides/slide7.xml"/><Relationship Id="rId1" Type="http://schemas.openxmlformats.org/officeDocument/2006/relationships/slide" Target="../slides/slide6.xml"/><Relationship Id="rId6" Type="http://schemas.openxmlformats.org/officeDocument/2006/relationships/slide" Target="../slides/slide11.xml"/><Relationship Id="rId5" Type="http://schemas.openxmlformats.org/officeDocument/2006/relationships/slide" Target="../slides/slide10.xml"/><Relationship Id="rId4" Type="http://schemas.openxmlformats.org/officeDocument/2006/relationships/slide" Target="../slides/slide9.xml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slide" Target="../slides/slide5.xml"/><Relationship Id="rId3" Type="http://schemas.openxmlformats.org/officeDocument/2006/relationships/slide" Target="../slides/slide8.xml"/><Relationship Id="rId7" Type="http://schemas.openxmlformats.org/officeDocument/2006/relationships/slide" Target="../slides/slide12.xml"/><Relationship Id="rId2" Type="http://schemas.openxmlformats.org/officeDocument/2006/relationships/slide" Target="../slides/slide7.xml"/><Relationship Id="rId1" Type="http://schemas.openxmlformats.org/officeDocument/2006/relationships/slide" Target="../slides/slide6.xml"/><Relationship Id="rId6" Type="http://schemas.openxmlformats.org/officeDocument/2006/relationships/slide" Target="../slides/slide11.xml"/><Relationship Id="rId5" Type="http://schemas.openxmlformats.org/officeDocument/2006/relationships/slide" Target="../slides/slide10.xml"/><Relationship Id="rId4" Type="http://schemas.openxmlformats.org/officeDocument/2006/relationships/slide" Target="../slides/slide9.xml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04FD21-D63F-4B3A-B205-E09121F94369}" type="doc">
      <dgm:prSet loTypeId="urn:microsoft.com/office/officeart/2005/8/layout/vProcess5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09053B9-BE84-420D-AF13-97E3A41828AD}">
      <dgm:prSet/>
      <dgm:spPr/>
      <dgm:t>
        <a:bodyPr/>
        <a:lstStyle/>
        <a:p>
          <a:r>
            <a:rPr lang="nb-NO" b="1" dirty="0">
              <a:solidFill>
                <a:schemeClr val="tx1"/>
              </a:solidFill>
            </a:rPr>
            <a:t>Content: </a:t>
          </a:r>
          <a:r>
            <a:rPr lang="nb-NO" dirty="0"/>
            <a:t>Innhold i et element</a:t>
          </a:r>
          <a:endParaRPr lang="en-US" dirty="0"/>
        </a:p>
      </dgm:t>
    </dgm:pt>
    <dgm:pt modelId="{37F1325E-BE90-4493-B363-4F0718ABD886}" type="parTrans" cxnId="{30009830-E68C-4109-B51B-E973F3F58998}">
      <dgm:prSet/>
      <dgm:spPr/>
      <dgm:t>
        <a:bodyPr/>
        <a:lstStyle/>
        <a:p>
          <a:endParaRPr lang="en-US"/>
        </a:p>
      </dgm:t>
    </dgm:pt>
    <dgm:pt modelId="{646D181D-6A7C-4C26-BE7D-CC889473DA7B}" type="sibTrans" cxnId="{30009830-E68C-4109-B51B-E973F3F58998}">
      <dgm:prSet/>
      <dgm:spPr/>
      <dgm:t>
        <a:bodyPr/>
        <a:lstStyle/>
        <a:p>
          <a:endParaRPr lang="en-US"/>
        </a:p>
      </dgm:t>
    </dgm:pt>
    <dgm:pt modelId="{0E9C76FF-FF6D-4B51-85B5-9705A00DEA3C}">
      <dgm:prSet/>
      <dgm:spPr/>
      <dgm:t>
        <a:bodyPr/>
        <a:lstStyle/>
        <a:p>
          <a:r>
            <a:rPr lang="nb-NO" b="1" dirty="0" err="1">
              <a:solidFill>
                <a:schemeClr val="tx1"/>
              </a:solidFill>
            </a:rPr>
            <a:t>Padding</a:t>
          </a:r>
          <a:r>
            <a:rPr lang="nb-NO" b="1" dirty="0">
              <a:solidFill>
                <a:schemeClr val="tx1"/>
              </a:solidFill>
            </a:rPr>
            <a:t>: </a:t>
          </a:r>
          <a:r>
            <a:rPr lang="nb-NO" b="0" dirty="0">
              <a:solidFill>
                <a:schemeClr val="tx1"/>
              </a:solidFill>
            </a:rPr>
            <a:t>«P</a:t>
          </a:r>
          <a:r>
            <a:rPr lang="nb-NO" dirty="0"/>
            <a:t>olstrer» innholdet ved å utvide bakgrunnen</a:t>
          </a:r>
          <a:endParaRPr lang="en-US" dirty="0"/>
        </a:p>
      </dgm:t>
    </dgm:pt>
    <dgm:pt modelId="{F3E0F0C3-2870-44BC-B4AC-BC70ECDB0540}" type="parTrans" cxnId="{BB61B292-6D7B-4AA2-AA65-F189F3C3373E}">
      <dgm:prSet/>
      <dgm:spPr/>
      <dgm:t>
        <a:bodyPr/>
        <a:lstStyle/>
        <a:p>
          <a:endParaRPr lang="en-US"/>
        </a:p>
      </dgm:t>
    </dgm:pt>
    <dgm:pt modelId="{075EF3A5-3627-4520-9098-F17091FDC432}" type="sibTrans" cxnId="{BB61B292-6D7B-4AA2-AA65-F189F3C3373E}">
      <dgm:prSet/>
      <dgm:spPr/>
      <dgm:t>
        <a:bodyPr/>
        <a:lstStyle/>
        <a:p>
          <a:endParaRPr lang="en-US"/>
        </a:p>
      </dgm:t>
    </dgm:pt>
    <dgm:pt modelId="{91B96B3C-4EB0-43A2-BD04-2681FFA8BC69}">
      <dgm:prSet/>
      <dgm:spPr/>
      <dgm:t>
        <a:bodyPr/>
        <a:lstStyle/>
        <a:p>
          <a:r>
            <a:rPr lang="nb-NO" b="1" dirty="0"/>
            <a:t>Border: </a:t>
          </a:r>
          <a:r>
            <a:rPr lang="nb-NO" dirty="0"/>
            <a:t>Omriss rundt </a:t>
          </a:r>
          <a:r>
            <a:rPr lang="nb-NO" dirty="0" err="1"/>
            <a:t>padding</a:t>
          </a:r>
          <a:r>
            <a:rPr lang="nb-NO" dirty="0"/>
            <a:t> og </a:t>
          </a:r>
          <a:r>
            <a:rPr lang="nb-NO" dirty="0" err="1"/>
            <a:t>content</a:t>
          </a:r>
          <a:r>
            <a:rPr lang="nb-NO" dirty="0"/>
            <a:t> (synlig)</a:t>
          </a:r>
          <a:endParaRPr lang="en-US" dirty="0"/>
        </a:p>
      </dgm:t>
    </dgm:pt>
    <dgm:pt modelId="{A3614B68-9F55-49A8-A6AD-E29BE13DA9D2}" type="parTrans" cxnId="{50CC3142-2BA0-4699-9241-77005541766E}">
      <dgm:prSet/>
      <dgm:spPr/>
      <dgm:t>
        <a:bodyPr/>
        <a:lstStyle/>
        <a:p>
          <a:endParaRPr lang="en-US"/>
        </a:p>
      </dgm:t>
    </dgm:pt>
    <dgm:pt modelId="{E22C6972-BB38-4443-83A8-5C9B3EBBC9A1}" type="sibTrans" cxnId="{50CC3142-2BA0-4699-9241-77005541766E}">
      <dgm:prSet/>
      <dgm:spPr/>
      <dgm:t>
        <a:bodyPr/>
        <a:lstStyle/>
        <a:p>
          <a:endParaRPr lang="en-US"/>
        </a:p>
      </dgm:t>
    </dgm:pt>
    <dgm:pt modelId="{DD9F8E7F-4169-436A-9CD5-B92278F9E6FF}">
      <dgm:prSet/>
      <dgm:spPr/>
      <dgm:t>
        <a:bodyPr/>
        <a:lstStyle/>
        <a:p>
          <a:r>
            <a:rPr lang="nb-NO" b="1" dirty="0"/>
            <a:t>Margin: </a:t>
          </a:r>
          <a:r>
            <a:rPr lang="nb-NO" dirty="0"/>
            <a:t>Plass utenfor border</a:t>
          </a:r>
          <a:endParaRPr lang="en-US" dirty="0"/>
        </a:p>
      </dgm:t>
    </dgm:pt>
    <dgm:pt modelId="{A6572BDB-8430-49CD-8385-A407EB74EF72}" type="parTrans" cxnId="{455A62D5-CC16-4232-B179-03A2B0CC5501}">
      <dgm:prSet/>
      <dgm:spPr/>
      <dgm:t>
        <a:bodyPr/>
        <a:lstStyle/>
        <a:p>
          <a:endParaRPr lang="en-US"/>
        </a:p>
      </dgm:t>
    </dgm:pt>
    <dgm:pt modelId="{62D35379-0335-4933-9C6B-A72202E58572}" type="sibTrans" cxnId="{455A62D5-CC16-4232-B179-03A2B0CC5501}">
      <dgm:prSet/>
      <dgm:spPr/>
      <dgm:t>
        <a:bodyPr/>
        <a:lstStyle/>
        <a:p>
          <a:endParaRPr lang="en-US"/>
        </a:p>
      </dgm:t>
    </dgm:pt>
    <dgm:pt modelId="{5248430E-8661-4CA1-8EB6-07B57CCE8230}" type="pres">
      <dgm:prSet presAssocID="{4B04FD21-D63F-4B3A-B205-E09121F94369}" presName="outerComposite" presStyleCnt="0">
        <dgm:presLayoutVars>
          <dgm:chMax val="5"/>
          <dgm:dir/>
          <dgm:resizeHandles val="exact"/>
        </dgm:presLayoutVars>
      </dgm:prSet>
      <dgm:spPr/>
    </dgm:pt>
    <dgm:pt modelId="{39307F07-AC7D-4C75-B3E0-D32AF6D225DB}" type="pres">
      <dgm:prSet presAssocID="{4B04FD21-D63F-4B3A-B205-E09121F94369}" presName="dummyMaxCanvas" presStyleCnt="0">
        <dgm:presLayoutVars/>
      </dgm:prSet>
      <dgm:spPr/>
    </dgm:pt>
    <dgm:pt modelId="{94F3A6C7-DCD4-4BF8-AD90-D52FCC10FF81}" type="pres">
      <dgm:prSet presAssocID="{4B04FD21-D63F-4B3A-B205-E09121F94369}" presName="FourNodes_1" presStyleLbl="node1" presStyleIdx="0" presStyleCnt="4">
        <dgm:presLayoutVars>
          <dgm:bulletEnabled val="1"/>
        </dgm:presLayoutVars>
      </dgm:prSet>
      <dgm:spPr/>
    </dgm:pt>
    <dgm:pt modelId="{62078111-49D4-4EC4-B729-C379E9300BDA}" type="pres">
      <dgm:prSet presAssocID="{4B04FD21-D63F-4B3A-B205-E09121F94369}" presName="FourNodes_2" presStyleLbl="node1" presStyleIdx="1" presStyleCnt="4">
        <dgm:presLayoutVars>
          <dgm:bulletEnabled val="1"/>
        </dgm:presLayoutVars>
      </dgm:prSet>
      <dgm:spPr/>
    </dgm:pt>
    <dgm:pt modelId="{070BC917-5045-4FDD-8168-08D8384E8931}" type="pres">
      <dgm:prSet presAssocID="{4B04FD21-D63F-4B3A-B205-E09121F94369}" presName="FourNodes_3" presStyleLbl="node1" presStyleIdx="2" presStyleCnt="4">
        <dgm:presLayoutVars>
          <dgm:bulletEnabled val="1"/>
        </dgm:presLayoutVars>
      </dgm:prSet>
      <dgm:spPr/>
    </dgm:pt>
    <dgm:pt modelId="{B32DC5B2-A976-471A-8B5B-740B752A5DCF}" type="pres">
      <dgm:prSet presAssocID="{4B04FD21-D63F-4B3A-B205-E09121F94369}" presName="FourNodes_4" presStyleLbl="node1" presStyleIdx="3" presStyleCnt="4">
        <dgm:presLayoutVars>
          <dgm:bulletEnabled val="1"/>
        </dgm:presLayoutVars>
      </dgm:prSet>
      <dgm:spPr/>
    </dgm:pt>
    <dgm:pt modelId="{CD9635DC-7A94-4C5D-8E26-FE34DF110075}" type="pres">
      <dgm:prSet presAssocID="{4B04FD21-D63F-4B3A-B205-E09121F94369}" presName="FourConn_1-2" presStyleLbl="fgAccFollowNode1" presStyleIdx="0" presStyleCnt="3">
        <dgm:presLayoutVars>
          <dgm:bulletEnabled val="1"/>
        </dgm:presLayoutVars>
      </dgm:prSet>
      <dgm:spPr/>
    </dgm:pt>
    <dgm:pt modelId="{2024ABBD-C29B-4BFC-9EA3-B9C191D708E9}" type="pres">
      <dgm:prSet presAssocID="{4B04FD21-D63F-4B3A-B205-E09121F94369}" presName="FourConn_2-3" presStyleLbl="fgAccFollowNode1" presStyleIdx="1" presStyleCnt="3">
        <dgm:presLayoutVars>
          <dgm:bulletEnabled val="1"/>
        </dgm:presLayoutVars>
      </dgm:prSet>
      <dgm:spPr/>
    </dgm:pt>
    <dgm:pt modelId="{4AE40281-5CC8-4AFA-ADEA-8DED3EE70046}" type="pres">
      <dgm:prSet presAssocID="{4B04FD21-D63F-4B3A-B205-E09121F94369}" presName="FourConn_3-4" presStyleLbl="fgAccFollowNode1" presStyleIdx="2" presStyleCnt="3">
        <dgm:presLayoutVars>
          <dgm:bulletEnabled val="1"/>
        </dgm:presLayoutVars>
      </dgm:prSet>
      <dgm:spPr/>
    </dgm:pt>
    <dgm:pt modelId="{00B19256-806B-46E1-9185-B1F427977BDA}" type="pres">
      <dgm:prSet presAssocID="{4B04FD21-D63F-4B3A-B205-E09121F94369}" presName="FourNodes_1_text" presStyleLbl="node1" presStyleIdx="3" presStyleCnt="4">
        <dgm:presLayoutVars>
          <dgm:bulletEnabled val="1"/>
        </dgm:presLayoutVars>
      </dgm:prSet>
      <dgm:spPr/>
    </dgm:pt>
    <dgm:pt modelId="{11BB2DAD-2151-438C-AADC-9F90D7C1C5C4}" type="pres">
      <dgm:prSet presAssocID="{4B04FD21-D63F-4B3A-B205-E09121F94369}" presName="FourNodes_2_text" presStyleLbl="node1" presStyleIdx="3" presStyleCnt="4">
        <dgm:presLayoutVars>
          <dgm:bulletEnabled val="1"/>
        </dgm:presLayoutVars>
      </dgm:prSet>
      <dgm:spPr/>
    </dgm:pt>
    <dgm:pt modelId="{04068503-921B-42D3-A050-A8B2FAEB0C39}" type="pres">
      <dgm:prSet presAssocID="{4B04FD21-D63F-4B3A-B205-E09121F94369}" presName="FourNodes_3_text" presStyleLbl="node1" presStyleIdx="3" presStyleCnt="4">
        <dgm:presLayoutVars>
          <dgm:bulletEnabled val="1"/>
        </dgm:presLayoutVars>
      </dgm:prSet>
      <dgm:spPr/>
    </dgm:pt>
    <dgm:pt modelId="{1939EDD1-4BD5-49AE-A762-54EC3FFB8262}" type="pres">
      <dgm:prSet presAssocID="{4B04FD21-D63F-4B3A-B205-E09121F94369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8D5C501-1058-4B5A-A44F-8373CDCFC4A8}" type="presOf" srcId="{DD9F8E7F-4169-436A-9CD5-B92278F9E6FF}" destId="{1939EDD1-4BD5-49AE-A762-54EC3FFB8262}" srcOrd="1" destOrd="0" presId="urn:microsoft.com/office/officeart/2005/8/layout/vProcess5"/>
    <dgm:cxn modelId="{934ECC19-883D-477E-AE28-79722FCF36DF}" type="presOf" srcId="{0E9C76FF-FF6D-4B51-85B5-9705A00DEA3C}" destId="{11BB2DAD-2151-438C-AADC-9F90D7C1C5C4}" srcOrd="1" destOrd="0" presId="urn:microsoft.com/office/officeart/2005/8/layout/vProcess5"/>
    <dgm:cxn modelId="{C549781C-A9EC-4EF6-A37A-A6F4B26EB209}" type="presOf" srcId="{91B96B3C-4EB0-43A2-BD04-2681FFA8BC69}" destId="{070BC917-5045-4FDD-8168-08D8384E8931}" srcOrd="0" destOrd="0" presId="urn:microsoft.com/office/officeart/2005/8/layout/vProcess5"/>
    <dgm:cxn modelId="{30009830-E68C-4109-B51B-E973F3F58998}" srcId="{4B04FD21-D63F-4B3A-B205-E09121F94369}" destId="{A09053B9-BE84-420D-AF13-97E3A41828AD}" srcOrd="0" destOrd="0" parTransId="{37F1325E-BE90-4493-B363-4F0718ABD886}" sibTransId="{646D181D-6A7C-4C26-BE7D-CC889473DA7B}"/>
    <dgm:cxn modelId="{B5A7595F-464F-45D7-937E-C9D4D8A0D85F}" type="presOf" srcId="{91B96B3C-4EB0-43A2-BD04-2681FFA8BC69}" destId="{04068503-921B-42D3-A050-A8B2FAEB0C39}" srcOrd="1" destOrd="0" presId="urn:microsoft.com/office/officeart/2005/8/layout/vProcess5"/>
    <dgm:cxn modelId="{50CC3142-2BA0-4699-9241-77005541766E}" srcId="{4B04FD21-D63F-4B3A-B205-E09121F94369}" destId="{91B96B3C-4EB0-43A2-BD04-2681FFA8BC69}" srcOrd="2" destOrd="0" parTransId="{A3614B68-9F55-49A8-A6AD-E29BE13DA9D2}" sibTransId="{E22C6972-BB38-4443-83A8-5C9B3EBBC9A1}"/>
    <dgm:cxn modelId="{925B1A72-911F-4CF8-A06B-6719D06BF798}" type="presOf" srcId="{A09053B9-BE84-420D-AF13-97E3A41828AD}" destId="{00B19256-806B-46E1-9185-B1F427977BDA}" srcOrd="1" destOrd="0" presId="urn:microsoft.com/office/officeart/2005/8/layout/vProcess5"/>
    <dgm:cxn modelId="{E5283177-1358-4B3D-B6B0-9EBC951C6B28}" type="presOf" srcId="{0E9C76FF-FF6D-4B51-85B5-9705A00DEA3C}" destId="{62078111-49D4-4EC4-B729-C379E9300BDA}" srcOrd="0" destOrd="0" presId="urn:microsoft.com/office/officeart/2005/8/layout/vProcess5"/>
    <dgm:cxn modelId="{AC67ED88-8C20-4117-8585-D9A8FAD517D2}" type="presOf" srcId="{E22C6972-BB38-4443-83A8-5C9B3EBBC9A1}" destId="{4AE40281-5CC8-4AFA-ADEA-8DED3EE70046}" srcOrd="0" destOrd="0" presId="urn:microsoft.com/office/officeart/2005/8/layout/vProcess5"/>
    <dgm:cxn modelId="{BB61B292-6D7B-4AA2-AA65-F189F3C3373E}" srcId="{4B04FD21-D63F-4B3A-B205-E09121F94369}" destId="{0E9C76FF-FF6D-4B51-85B5-9705A00DEA3C}" srcOrd="1" destOrd="0" parTransId="{F3E0F0C3-2870-44BC-B4AC-BC70ECDB0540}" sibTransId="{075EF3A5-3627-4520-9098-F17091FDC432}"/>
    <dgm:cxn modelId="{27DF1898-01FB-4410-8830-1F7F7FE9A9E7}" type="presOf" srcId="{A09053B9-BE84-420D-AF13-97E3A41828AD}" destId="{94F3A6C7-DCD4-4BF8-AD90-D52FCC10FF81}" srcOrd="0" destOrd="0" presId="urn:microsoft.com/office/officeart/2005/8/layout/vProcess5"/>
    <dgm:cxn modelId="{0F175CAF-2CB7-4071-8AE6-A7A978145EF3}" type="presOf" srcId="{DD9F8E7F-4169-436A-9CD5-B92278F9E6FF}" destId="{B32DC5B2-A976-471A-8B5B-740B752A5DCF}" srcOrd="0" destOrd="0" presId="urn:microsoft.com/office/officeart/2005/8/layout/vProcess5"/>
    <dgm:cxn modelId="{041526B1-3E17-4FC8-B625-0765F54A3C81}" type="presOf" srcId="{646D181D-6A7C-4C26-BE7D-CC889473DA7B}" destId="{CD9635DC-7A94-4C5D-8E26-FE34DF110075}" srcOrd="0" destOrd="0" presId="urn:microsoft.com/office/officeart/2005/8/layout/vProcess5"/>
    <dgm:cxn modelId="{42B7B2C0-CFC9-4320-AF9F-8AA513652579}" type="presOf" srcId="{075EF3A5-3627-4520-9098-F17091FDC432}" destId="{2024ABBD-C29B-4BFC-9EA3-B9C191D708E9}" srcOrd="0" destOrd="0" presId="urn:microsoft.com/office/officeart/2005/8/layout/vProcess5"/>
    <dgm:cxn modelId="{455A62D5-CC16-4232-B179-03A2B0CC5501}" srcId="{4B04FD21-D63F-4B3A-B205-E09121F94369}" destId="{DD9F8E7F-4169-436A-9CD5-B92278F9E6FF}" srcOrd="3" destOrd="0" parTransId="{A6572BDB-8430-49CD-8385-A407EB74EF72}" sibTransId="{62D35379-0335-4933-9C6B-A72202E58572}"/>
    <dgm:cxn modelId="{35A706F2-A538-4BD7-A98B-482EDA43A0BA}" type="presOf" srcId="{4B04FD21-D63F-4B3A-B205-E09121F94369}" destId="{5248430E-8661-4CA1-8EB6-07B57CCE8230}" srcOrd="0" destOrd="0" presId="urn:microsoft.com/office/officeart/2005/8/layout/vProcess5"/>
    <dgm:cxn modelId="{38D6FF38-BB35-402D-856F-9888650C5530}" type="presParOf" srcId="{5248430E-8661-4CA1-8EB6-07B57CCE8230}" destId="{39307F07-AC7D-4C75-B3E0-D32AF6D225DB}" srcOrd="0" destOrd="0" presId="urn:microsoft.com/office/officeart/2005/8/layout/vProcess5"/>
    <dgm:cxn modelId="{2A39224F-4A4D-44DF-8A46-50BF01544FB6}" type="presParOf" srcId="{5248430E-8661-4CA1-8EB6-07B57CCE8230}" destId="{94F3A6C7-DCD4-4BF8-AD90-D52FCC10FF81}" srcOrd="1" destOrd="0" presId="urn:microsoft.com/office/officeart/2005/8/layout/vProcess5"/>
    <dgm:cxn modelId="{ED7A3951-8CC5-4910-AD2B-4E9E258511D3}" type="presParOf" srcId="{5248430E-8661-4CA1-8EB6-07B57CCE8230}" destId="{62078111-49D4-4EC4-B729-C379E9300BDA}" srcOrd="2" destOrd="0" presId="urn:microsoft.com/office/officeart/2005/8/layout/vProcess5"/>
    <dgm:cxn modelId="{776B4E55-FE80-41DD-A07B-75209E0F74D7}" type="presParOf" srcId="{5248430E-8661-4CA1-8EB6-07B57CCE8230}" destId="{070BC917-5045-4FDD-8168-08D8384E8931}" srcOrd="3" destOrd="0" presId="urn:microsoft.com/office/officeart/2005/8/layout/vProcess5"/>
    <dgm:cxn modelId="{506FAC16-3672-4C8B-B205-DA5C3CB5A2B4}" type="presParOf" srcId="{5248430E-8661-4CA1-8EB6-07B57CCE8230}" destId="{B32DC5B2-A976-471A-8B5B-740B752A5DCF}" srcOrd="4" destOrd="0" presId="urn:microsoft.com/office/officeart/2005/8/layout/vProcess5"/>
    <dgm:cxn modelId="{7DF19F13-80AF-4917-AEEA-C7C3792D77C6}" type="presParOf" srcId="{5248430E-8661-4CA1-8EB6-07B57CCE8230}" destId="{CD9635DC-7A94-4C5D-8E26-FE34DF110075}" srcOrd="5" destOrd="0" presId="urn:microsoft.com/office/officeart/2005/8/layout/vProcess5"/>
    <dgm:cxn modelId="{6D129BEE-3250-4B0E-B79B-35B4C0C9B768}" type="presParOf" srcId="{5248430E-8661-4CA1-8EB6-07B57CCE8230}" destId="{2024ABBD-C29B-4BFC-9EA3-B9C191D708E9}" srcOrd="6" destOrd="0" presId="urn:microsoft.com/office/officeart/2005/8/layout/vProcess5"/>
    <dgm:cxn modelId="{F33E91A2-8D6B-4B1B-B34D-67620A891A71}" type="presParOf" srcId="{5248430E-8661-4CA1-8EB6-07B57CCE8230}" destId="{4AE40281-5CC8-4AFA-ADEA-8DED3EE70046}" srcOrd="7" destOrd="0" presId="urn:microsoft.com/office/officeart/2005/8/layout/vProcess5"/>
    <dgm:cxn modelId="{D633ED6F-4E9B-4931-9245-AA5BFAD07E25}" type="presParOf" srcId="{5248430E-8661-4CA1-8EB6-07B57CCE8230}" destId="{00B19256-806B-46E1-9185-B1F427977BDA}" srcOrd="8" destOrd="0" presId="urn:microsoft.com/office/officeart/2005/8/layout/vProcess5"/>
    <dgm:cxn modelId="{50DB8352-4F1A-4F1E-8461-0D5EC11769A0}" type="presParOf" srcId="{5248430E-8661-4CA1-8EB6-07B57CCE8230}" destId="{11BB2DAD-2151-438C-AADC-9F90D7C1C5C4}" srcOrd="9" destOrd="0" presId="urn:microsoft.com/office/officeart/2005/8/layout/vProcess5"/>
    <dgm:cxn modelId="{6E9257C9-500F-45DE-9EC7-1F41CE04A7A3}" type="presParOf" srcId="{5248430E-8661-4CA1-8EB6-07B57CCE8230}" destId="{04068503-921B-42D3-A050-A8B2FAEB0C39}" srcOrd="10" destOrd="0" presId="urn:microsoft.com/office/officeart/2005/8/layout/vProcess5"/>
    <dgm:cxn modelId="{E9A394C1-2018-4838-9B06-D9C98D10E137}" type="presParOf" srcId="{5248430E-8661-4CA1-8EB6-07B57CCE8230}" destId="{1939EDD1-4BD5-49AE-A762-54EC3FFB8262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3D357B-B3F9-4EDF-950D-AFEFF0AF0BA1}" type="doc">
      <dgm:prSet loTypeId="urn:microsoft.com/office/officeart/2005/8/layout/lProcess1" loCatId="process" qsTypeId="urn:microsoft.com/office/officeart/2005/8/quickstyle/simple1" qsCatId="simple" csTypeId="urn:microsoft.com/office/officeart/2005/8/colors/accent1_2" csCatId="accent1" phldr="1"/>
      <dgm:spPr/>
    </dgm:pt>
    <dgm:pt modelId="{A39DD8C6-648A-4D9D-90BA-E8711425EC17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endParaRPr lang="nb-NO" dirty="0">
            <a:latin typeface="Consolas" panose="020B0609020204030204" pitchFamily="49" charset="0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DB5BB56C-527F-46D3-89F1-143230665999}" type="parTrans" cxnId="{E1889D1E-D6A5-43AE-A5E3-F7C8D2DA41D0}">
      <dgm:prSet/>
      <dgm:spPr/>
      <dgm:t>
        <a:bodyPr/>
        <a:lstStyle/>
        <a:p>
          <a:endParaRPr lang="nb-NO"/>
        </a:p>
      </dgm:t>
    </dgm:pt>
    <dgm:pt modelId="{9AE97BA6-D09F-452A-BB01-7AB2E7B2F1A0}" type="sibTrans" cxnId="{E1889D1E-D6A5-43AE-A5E3-F7C8D2DA41D0}">
      <dgm:prSet/>
      <dgm:spPr/>
      <dgm:t>
        <a:bodyPr/>
        <a:lstStyle/>
        <a:p>
          <a:endParaRPr lang="nb-NO"/>
        </a:p>
      </dgm:t>
    </dgm:pt>
    <dgm:pt modelId="{A6B6842A-49E3-4AD3-9DAA-94358AB479A2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border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F8E0C1F3-D7FF-4850-B7B4-C633AED3042A}" type="parTrans" cxnId="{2370E444-4C4F-4155-98C1-911398610F4F}">
      <dgm:prSet/>
      <dgm:spPr/>
      <dgm:t>
        <a:bodyPr/>
        <a:lstStyle/>
        <a:p>
          <a:endParaRPr lang="nb-NO"/>
        </a:p>
      </dgm:t>
    </dgm:pt>
    <dgm:pt modelId="{B6C5892D-57F4-4879-A6B5-C07EDB9211AB}" type="sibTrans" cxnId="{2370E444-4C4F-4155-98C1-911398610F4F}">
      <dgm:prSet/>
      <dgm:spPr/>
      <dgm:t>
        <a:bodyPr/>
        <a:lstStyle/>
        <a:p>
          <a:endParaRPr lang="nb-NO"/>
        </a:p>
      </dgm:t>
    </dgm:pt>
    <dgm:pt modelId="{AF3289D0-A2E6-4CB7-B33C-02678C1FC922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7DBA46A8-60F9-431D-AEB0-05BD67EF4F7B}" type="parTrans" cxnId="{83B14C45-DCD1-4F94-8CF6-25BD8951A780}">
      <dgm:prSet/>
      <dgm:spPr/>
      <dgm:t>
        <a:bodyPr/>
        <a:lstStyle/>
        <a:p>
          <a:endParaRPr lang="nb-NO"/>
        </a:p>
      </dgm:t>
    </dgm:pt>
    <dgm:pt modelId="{7DB3100C-6E4A-482A-A084-32172F649573}" type="sibTrans" cxnId="{83B14C45-DCD1-4F94-8CF6-25BD8951A780}">
      <dgm:prSet/>
      <dgm:spPr/>
      <dgm:t>
        <a:bodyPr/>
        <a:lstStyle/>
        <a:p>
          <a:endParaRPr lang="nb-NO"/>
        </a:p>
      </dgm:t>
    </dgm:pt>
    <dgm:pt modelId="{2B7A50F8-5A92-40F3-BAE5-A687BB6A8970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border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F462C551-BC45-469D-890C-2C6FA4F811BA}" type="parTrans" cxnId="{88A52834-2E50-40E1-A786-37B6BECD60EA}">
      <dgm:prSet/>
      <dgm:spPr/>
      <dgm:t>
        <a:bodyPr/>
        <a:lstStyle/>
        <a:p>
          <a:endParaRPr lang="nb-NO"/>
        </a:p>
      </dgm:t>
    </dgm:pt>
    <dgm:pt modelId="{7A5D904F-6C89-4D27-8C52-9A389222122E}" type="sibTrans" cxnId="{88A52834-2E50-40E1-A786-37B6BECD60EA}">
      <dgm:prSet/>
      <dgm:spPr/>
      <dgm:t>
        <a:bodyPr/>
        <a:lstStyle/>
        <a:p>
          <a:endParaRPr lang="nb-NO"/>
        </a:p>
      </dgm:t>
    </dgm:pt>
    <dgm:pt modelId="{F14977E4-751B-4C00-B444-F924BC1E29F8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 action="ppaction://hlinksldjump"/>
          </dgm14:cNvPr>
        </a:ext>
      </dgm:extLst>
    </dgm:pt>
    <dgm:pt modelId="{BD60FBED-A187-433F-BF75-01A9052CDD66}" type="parTrans" cxnId="{E56D583D-4450-4F30-8CD0-B5A060F3F1C4}">
      <dgm:prSet/>
      <dgm:spPr/>
      <dgm:t>
        <a:bodyPr/>
        <a:lstStyle/>
        <a:p>
          <a:endParaRPr lang="nb-NO"/>
        </a:p>
      </dgm:t>
    </dgm:pt>
    <dgm:pt modelId="{03212DF3-4B81-4B9E-A142-BC58899E2249}" type="sibTrans" cxnId="{E56D583D-4450-4F30-8CD0-B5A060F3F1C4}">
      <dgm:prSet/>
      <dgm:spPr/>
      <dgm:t>
        <a:bodyPr/>
        <a:lstStyle/>
        <a:p>
          <a:endParaRPr lang="nb-NO"/>
        </a:p>
      </dgm:t>
    </dgm:pt>
    <dgm:pt modelId="{D39A6E48-1D08-47CD-9296-68F5F09205E3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border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6" action="ppaction://hlinksldjump"/>
          </dgm14:cNvPr>
        </a:ext>
      </dgm:extLst>
    </dgm:pt>
    <dgm:pt modelId="{87F5E158-8A9A-4A82-9AAD-394F9DC72556}" type="parTrans" cxnId="{BDF191ED-94B2-4DA5-ADCB-1CEBC425CC7F}">
      <dgm:prSet/>
      <dgm:spPr/>
      <dgm:t>
        <a:bodyPr/>
        <a:lstStyle/>
        <a:p>
          <a:endParaRPr lang="nb-NO"/>
        </a:p>
      </dgm:t>
    </dgm:pt>
    <dgm:pt modelId="{206CF35A-4436-483D-8497-33A7A816BF43}" type="sibTrans" cxnId="{BDF191ED-94B2-4DA5-ADCB-1CEBC425CC7F}">
      <dgm:prSet/>
      <dgm:spPr/>
      <dgm:t>
        <a:bodyPr/>
        <a:lstStyle/>
        <a:p>
          <a:endParaRPr lang="nb-NO"/>
        </a:p>
      </dgm:t>
    </dgm:pt>
    <dgm:pt modelId="{DB2BDCF1-A711-41A0-8BAC-5ED3DB2EE3E9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border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7" action="ppaction://hlinksldjump"/>
          </dgm14:cNvPr>
        </a:ext>
      </dgm:extLst>
    </dgm:pt>
    <dgm:pt modelId="{7E40FF3C-7B5E-4FC7-8DAF-58BE301E1691}" type="parTrans" cxnId="{08E08DA1-E099-4269-A7E9-4C0FAB8950FF}">
      <dgm:prSet/>
      <dgm:spPr/>
      <dgm:t>
        <a:bodyPr/>
        <a:lstStyle/>
        <a:p>
          <a:endParaRPr lang="nb-NO"/>
        </a:p>
      </dgm:t>
    </dgm:pt>
    <dgm:pt modelId="{20EB2021-B66C-4EFC-B40E-6C68075AFF99}" type="sibTrans" cxnId="{08E08DA1-E099-4269-A7E9-4C0FAB8950FF}">
      <dgm:prSet/>
      <dgm:spPr/>
      <dgm:t>
        <a:bodyPr/>
        <a:lstStyle/>
        <a:p>
          <a:endParaRPr lang="nb-NO"/>
        </a:p>
      </dgm:t>
    </dgm:pt>
    <dgm:pt modelId="{4A0650AE-0A4B-499B-9AC4-7192A847DB9D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div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8" action="ppaction://hlinksldjump"/>
          </dgm14:cNvPr>
        </a:ext>
      </dgm:extLst>
    </dgm:pt>
    <dgm:pt modelId="{E6A7BAFF-7229-4EE0-B1E9-0646BC7039E7}" type="parTrans" cxnId="{B1E301EE-D39B-4F7C-A67B-B67BFB728642}">
      <dgm:prSet/>
      <dgm:spPr/>
      <dgm:t>
        <a:bodyPr/>
        <a:lstStyle/>
        <a:p>
          <a:endParaRPr lang="nb-NO"/>
        </a:p>
      </dgm:t>
    </dgm:pt>
    <dgm:pt modelId="{455A0318-A6E7-4CD1-8C3F-39FD1CAFBCED}" type="sibTrans" cxnId="{B1E301EE-D39B-4F7C-A67B-B67BFB728642}">
      <dgm:prSet/>
      <dgm:spPr/>
      <dgm:t>
        <a:bodyPr/>
        <a:lstStyle/>
        <a:p>
          <a:endParaRPr lang="nb-NO"/>
        </a:p>
      </dgm:t>
    </dgm:pt>
    <dgm:pt modelId="{3573CD6E-2AA8-47BA-AE89-500649D7F38B}" type="pres">
      <dgm:prSet presAssocID="{BB3D357B-B3F9-4EDF-950D-AFEFF0AF0BA1}" presName="Name0" presStyleCnt="0">
        <dgm:presLayoutVars>
          <dgm:dir/>
          <dgm:animLvl val="lvl"/>
          <dgm:resizeHandles val="exact"/>
        </dgm:presLayoutVars>
      </dgm:prSet>
      <dgm:spPr/>
    </dgm:pt>
    <dgm:pt modelId="{84173F88-D401-4872-A642-091E53D482C1}" type="pres">
      <dgm:prSet presAssocID="{4A0650AE-0A4B-499B-9AC4-7192A847DB9D}" presName="vertFlow" presStyleCnt="0"/>
      <dgm:spPr/>
    </dgm:pt>
    <dgm:pt modelId="{58C967AF-A7D1-4122-A730-8F5403A32103}" type="pres">
      <dgm:prSet presAssocID="{4A0650AE-0A4B-499B-9AC4-7192A847DB9D}" presName="header" presStyleLbl="node1" presStyleIdx="0" presStyleCnt="8" custScaleY="379616" custLinFactY="100000" custLinFactNeighborX="-12863" custLinFactNeighborY="119163"/>
      <dgm:spPr/>
    </dgm:pt>
    <dgm:pt modelId="{83A2644C-7DD2-4AC0-AE57-187CF3ABC29F}" type="pres">
      <dgm:prSet presAssocID="{4A0650AE-0A4B-499B-9AC4-7192A847DB9D}" presName="hSp" presStyleCnt="0"/>
      <dgm:spPr/>
    </dgm:pt>
    <dgm:pt modelId="{AE5CDD5B-C291-4B41-AA37-CA95C12F8666}" type="pres">
      <dgm:prSet presAssocID="{A39DD8C6-648A-4D9D-90BA-E8711425EC17}" presName="vertFlow" presStyleCnt="0"/>
      <dgm:spPr/>
    </dgm:pt>
    <dgm:pt modelId="{C879A011-E1FD-4A9E-9B8E-16421D0A8120}" type="pres">
      <dgm:prSet presAssocID="{A39DD8C6-648A-4D9D-90BA-E8711425EC17}" presName="header" presStyleLbl="node1" presStyleIdx="1" presStyleCnt="8" custScaleY="379616" custLinFactY="100000" custLinFactNeighborX="-8923" custLinFactNeighborY="119162"/>
      <dgm:spPr/>
    </dgm:pt>
    <dgm:pt modelId="{90DB2A82-79D6-46FA-BD59-F55B6CA758E7}" type="pres">
      <dgm:prSet presAssocID="{A39DD8C6-648A-4D9D-90BA-E8711425EC17}" presName="hSp" presStyleCnt="0"/>
      <dgm:spPr/>
    </dgm:pt>
    <dgm:pt modelId="{9932343F-956F-4935-AF9D-45733CF0A0C0}" type="pres">
      <dgm:prSet presAssocID="{A6B6842A-49E3-4AD3-9DAA-94358AB479A2}" presName="vertFlow" presStyleCnt="0"/>
      <dgm:spPr/>
    </dgm:pt>
    <dgm:pt modelId="{8DD21AD2-A55D-4DB5-8245-AE075B576AB5}" type="pres">
      <dgm:prSet presAssocID="{A6B6842A-49E3-4AD3-9DAA-94358AB479A2}" presName="header" presStyleLbl="node1" presStyleIdx="2" presStyleCnt="8" custScaleY="379616" custLinFactY="100000" custLinFactNeighborX="-14212" custLinFactNeighborY="119163"/>
      <dgm:spPr/>
    </dgm:pt>
    <dgm:pt modelId="{10F3811B-2B98-47F2-A30D-3BA260768970}" type="pres">
      <dgm:prSet presAssocID="{A6B6842A-49E3-4AD3-9DAA-94358AB479A2}" presName="hSp" presStyleCnt="0"/>
      <dgm:spPr/>
    </dgm:pt>
    <dgm:pt modelId="{18F752DC-5D13-4885-BFE1-035DC8329885}" type="pres">
      <dgm:prSet presAssocID="{AF3289D0-A2E6-4CB7-B33C-02678C1FC922}" presName="vertFlow" presStyleCnt="0"/>
      <dgm:spPr/>
    </dgm:pt>
    <dgm:pt modelId="{5FD13D48-0D7C-46D1-B86C-41CB5BE7C0FA}" type="pres">
      <dgm:prSet presAssocID="{AF3289D0-A2E6-4CB7-B33C-02678C1FC922}" presName="header" presStyleLbl="node1" presStyleIdx="3" presStyleCnt="8" custScaleY="379616" custLinFactY="100000" custLinFactNeighborX="-14212" custLinFactNeighborY="119163"/>
      <dgm:spPr/>
    </dgm:pt>
    <dgm:pt modelId="{A92FBB36-E6B7-434F-9C6D-ACC681B3E5F9}" type="pres">
      <dgm:prSet presAssocID="{AF3289D0-A2E6-4CB7-B33C-02678C1FC922}" presName="hSp" presStyleCnt="0"/>
      <dgm:spPr/>
    </dgm:pt>
    <dgm:pt modelId="{1BBF1378-9D53-4B2E-89BD-81710B06B480}" type="pres">
      <dgm:prSet presAssocID="{2B7A50F8-5A92-40F3-BAE5-A687BB6A8970}" presName="vertFlow" presStyleCnt="0"/>
      <dgm:spPr/>
    </dgm:pt>
    <dgm:pt modelId="{A70183C4-D7A2-431C-A484-FD2AC3C78AD3}" type="pres">
      <dgm:prSet presAssocID="{2B7A50F8-5A92-40F3-BAE5-A687BB6A8970}" presName="header" presStyleLbl="node1" presStyleIdx="4" presStyleCnt="8" custScaleY="379616" custLinFactY="100000" custLinFactNeighborX="-14212" custLinFactNeighborY="119163"/>
      <dgm:spPr/>
    </dgm:pt>
    <dgm:pt modelId="{1CACF5CE-9ABE-4060-B23D-86B6652F3A86}" type="pres">
      <dgm:prSet presAssocID="{2B7A50F8-5A92-40F3-BAE5-A687BB6A8970}" presName="hSp" presStyleCnt="0"/>
      <dgm:spPr/>
    </dgm:pt>
    <dgm:pt modelId="{9FAAE5FF-7854-40A7-8219-0E821894C56A}" type="pres">
      <dgm:prSet presAssocID="{F14977E4-751B-4C00-B444-F924BC1E29F8}" presName="vertFlow" presStyleCnt="0"/>
      <dgm:spPr/>
    </dgm:pt>
    <dgm:pt modelId="{4C2C54B2-F2B6-4A02-84FF-7FE51B1DDB9C}" type="pres">
      <dgm:prSet presAssocID="{F14977E4-751B-4C00-B444-F924BC1E29F8}" presName="header" presStyleLbl="node1" presStyleIdx="5" presStyleCnt="8" custScaleY="379616" custLinFactY="100000" custLinFactNeighborX="-14212" custLinFactNeighborY="119163"/>
      <dgm:spPr/>
    </dgm:pt>
    <dgm:pt modelId="{854D4B46-B0AD-4408-AFEF-EE597EA4AF2A}" type="pres">
      <dgm:prSet presAssocID="{F14977E4-751B-4C00-B444-F924BC1E29F8}" presName="hSp" presStyleCnt="0"/>
      <dgm:spPr/>
    </dgm:pt>
    <dgm:pt modelId="{5792E06B-0236-42F9-A484-A7D826AC7E0C}" type="pres">
      <dgm:prSet presAssocID="{D39A6E48-1D08-47CD-9296-68F5F09205E3}" presName="vertFlow" presStyleCnt="0"/>
      <dgm:spPr/>
    </dgm:pt>
    <dgm:pt modelId="{115EAD05-5F75-4104-8609-4224D02DCB02}" type="pres">
      <dgm:prSet presAssocID="{D39A6E48-1D08-47CD-9296-68F5F09205E3}" presName="header" presStyleLbl="node1" presStyleIdx="6" presStyleCnt="8" custScaleY="379616" custLinFactY="100000" custLinFactNeighborX="-14212" custLinFactNeighborY="119163"/>
      <dgm:spPr/>
    </dgm:pt>
    <dgm:pt modelId="{AA298252-8F9F-4D6C-91D9-42D07D2F9E73}" type="pres">
      <dgm:prSet presAssocID="{D39A6E48-1D08-47CD-9296-68F5F09205E3}" presName="hSp" presStyleCnt="0"/>
      <dgm:spPr/>
    </dgm:pt>
    <dgm:pt modelId="{3E4F104B-B3DC-4883-AABC-EB7429470B14}" type="pres">
      <dgm:prSet presAssocID="{DB2BDCF1-A711-41A0-8BAC-5ED3DB2EE3E9}" presName="vertFlow" presStyleCnt="0"/>
      <dgm:spPr/>
    </dgm:pt>
    <dgm:pt modelId="{CABBC5F8-89A8-4119-BCDE-935941BDF768}" type="pres">
      <dgm:prSet presAssocID="{DB2BDCF1-A711-41A0-8BAC-5ED3DB2EE3E9}" presName="header" presStyleLbl="node1" presStyleIdx="7" presStyleCnt="8" custScaleY="379616" custLinFactY="100000" custLinFactNeighborX="-14212" custLinFactNeighborY="119163"/>
      <dgm:spPr/>
    </dgm:pt>
  </dgm:ptLst>
  <dgm:cxnLst>
    <dgm:cxn modelId="{AF231305-D9D4-496D-906A-BF00DDE09C6C}" type="presOf" srcId="{D39A6E48-1D08-47CD-9296-68F5F09205E3}" destId="{115EAD05-5F75-4104-8609-4224D02DCB02}" srcOrd="0" destOrd="0" presId="urn:microsoft.com/office/officeart/2005/8/layout/lProcess1"/>
    <dgm:cxn modelId="{33C2E30B-9E01-4CA8-A13C-0A92774EE39F}" type="presOf" srcId="{BB3D357B-B3F9-4EDF-950D-AFEFF0AF0BA1}" destId="{3573CD6E-2AA8-47BA-AE89-500649D7F38B}" srcOrd="0" destOrd="0" presId="urn:microsoft.com/office/officeart/2005/8/layout/lProcess1"/>
    <dgm:cxn modelId="{E1889D1E-D6A5-43AE-A5E3-F7C8D2DA41D0}" srcId="{BB3D357B-B3F9-4EDF-950D-AFEFF0AF0BA1}" destId="{A39DD8C6-648A-4D9D-90BA-E8711425EC17}" srcOrd="1" destOrd="0" parTransId="{DB5BB56C-527F-46D3-89F1-143230665999}" sibTransId="{9AE97BA6-D09F-452A-BB01-7AB2E7B2F1A0}"/>
    <dgm:cxn modelId="{88A52834-2E50-40E1-A786-37B6BECD60EA}" srcId="{BB3D357B-B3F9-4EDF-950D-AFEFF0AF0BA1}" destId="{2B7A50F8-5A92-40F3-BAE5-A687BB6A8970}" srcOrd="4" destOrd="0" parTransId="{F462C551-BC45-469D-890C-2C6FA4F811BA}" sibTransId="{7A5D904F-6C89-4D27-8C52-9A389222122E}"/>
    <dgm:cxn modelId="{0620EF39-D3D9-4FF1-AF5D-6DB5A0CB8B09}" type="presOf" srcId="{F14977E4-751B-4C00-B444-F924BC1E29F8}" destId="{4C2C54B2-F2B6-4A02-84FF-7FE51B1DDB9C}" srcOrd="0" destOrd="0" presId="urn:microsoft.com/office/officeart/2005/8/layout/lProcess1"/>
    <dgm:cxn modelId="{E56D583D-4450-4F30-8CD0-B5A060F3F1C4}" srcId="{BB3D357B-B3F9-4EDF-950D-AFEFF0AF0BA1}" destId="{F14977E4-751B-4C00-B444-F924BC1E29F8}" srcOrd="5" destOrd="0" parTransId="{BD60FBED-A187-433F-BF75-01A9052CDD66}" sibTransId="{03212DF3-4B81-4B9E-A142-BC58899E2249}"/>
    <dgm:cxn modelId="{2370E444-4C4F-4155-98C1-911398610F4F}" srcId="{BB3D357B-B3F9-4EDF-950D-AFEFF0AF0BA1}" destId="{A6B6842A-49E3-4AD3-9DAA-94358AB479A2}" srcOrd="2" destOrd="0" parTransId="{F8E0C1F3-D7FF-4850-B7B4-C633AED3042A}" sibTransId="{B6C5892D-57F4-4879-A6B5-C07EDB9211AB}"/>
    <dgm:cxn modelId="{83B14C45-DCD1-4F94-8CF6-25BD8951A780}" srcId="{BB3D357B-B3F9-4EDF-950D-AFEFF0AF0BA1}" destId="{AF3289D0-A2E6-4CB7-B33C-02678C1FC922}" srcOrd="3" destOrd="0" parTransId="{7DBA46A8-60F9-431D-AEB0-05BD67EF4F7B}" sibTransId="{7DB3100C-6E4A-482A-A084-32172F649573}"/>
    <dgm:cxn modelId="{6838186A-3350-43BB-AECD-DE681EE3A881}" type="presOf" srcId="{2B7A50F8-5A92-40F3-BAE5-A687BB6A8970}" destId="{A70183C4-D7A2-431C-A484-FD2AC3C78AD3}" srcOrd="0" destOrd="0" presId="urn:microsoft.com/office/officeart/2005/8/layout/lProcess1"/>
    <dgm:cxn modelId="{1F880A4E-D0BA-4290-A055-661273E7F456}" type="presOf" srcId="{A6B6842A-49E3-4AD3-9DAA-94358AB479A2}" destId="{8DD21AD2-A55D-4DB5-8245-AE075B576AB5}" srcOrd="0" destOrd="0" presId="urn:microsoft.com/office/officeart/2005/8/layout/lProcess1"/>
    <dgm:cxn modelId="{08E08DA1-E099-4269-A7E9-4C0FAB8950FF}" srcId="{BB3D357B-B3F9-4EDF-950D-AFEFF0AF0BA1}" destId="{DB2BDCF1-A711-41A0-8BAC-5ED3DB2EE3E9}" srcOrd="7" destOrd="0" parTransId="{7E40FF3C-7B5E-4FC7-8DAF-58BE301E1691}" sibTransId="{20EB2021-B66C-4EFC-B40E-6C68075AFF99}"/>
    <dgm:cxn modelId="{67F2F9C0-4A98-42B1-AB34-4DD436EA9437}" type="presOf" srcId="{A39DD8C6-648A-4D9D-90BA-E8711425EC17}" destId="{C879A011-E1FD-4A9E-9B8E-16421D0A8120}" srcOrd="0" destOrd="0" presId="urn:microsoft.com/office/officeart/2005/8/layout/lProcess1"/>
    <dgm:cxn modelId="{78A947CC-4843-4120-9BD8-3C79B2F3A6AF}" type="presOf" srcId="{DB2BDCF1-A711-41A0-8BAC-5ED3DB2EE3E9}" destId="{CABBC5F8-89A8-4119-BCDE-935941BDF768}" srcOrd="0" destOrd="0" presId="urn:microsoft.com/office/officeart/2005/8/layout/lProcess1"/>
    <dgm:cxn modelId="{1AD817DC-0F7A-48A3-8DF1-B8D4FCBB0638}" type="presOf" srcId="{AF3289D0-A2E6-4CB7-B33C-02678C1FC922}" destId="{5FD13D48-0D7C-46D1-B86C-41CB5BE7C0FA}" srcOrd="0" destOrd="0" presId="urn:microsoft.com/office/officeart/2005/8/layout/lProcess1"/>
    <dgm:cxn modelId="{BDF191ED-94B2-4DA5-ADCB-1CEBC425CC7F}" srcId="{BB3D357B-B3F9-4EDF-950D-AFEFF0AF0BA1}" destId="{D39A6E48-1D08-47CD-9296-68F5F09205E3}" srcOrd="6" destOrd="0" parTransId="{87F5E158-8A9A-4A82-9AAD-394F9DC72556}" sibTransId="{206CF35A-4436-483D-8497-33A7A816BF43}"/>
    <dgm:cxn modelId="{B1E301EE-D39B-4F7C-A67B-B67BFB728642}" srcId="{BB3D357B-B3F9-4EDF-950D-AFEFF0AF0BA1}" destId="{4A0650AE-0A4B-499B-9AC4-7192A847DB9D}" srcOrd="0" destOrd="0" parTransId="{E6A7BAFF-7229-4EE0-B1E9-0646BC7039E7}" sibTransId="{455A0318-A6E7-4CD1-8C3F-39FD1CAFBCED}"/>
    <dgm:cxn modelId="{A6AA52F1-638B-4904-A7EB-314F2B281B02}" type="presOf" srcId="{4A0650AE-0A4B-499B-9AC4-7192A847DB9D}" destId="{58C967AF-A7D1-4122-A730-8F5403A32103}" srcOrd="0" destOrd="0" presId="urn:microsoft.com/office/officeart/2005/8/layout/lProcess1"/>
    <dgm:cxn modelId="{F6160781-37EC-4CF6-81C5-B21865B95A41}" type="presParOf" srcId="{3573CD6E-2AA8-47BA-AE89-500649D7F38B}" destId="{84173F88-D401-4872-A642-091E53D482C1}" srcOrd="0" destOrd="0" presId="urn:microsoft.com/office/officeart/2005/8/layout/lProcess1"/>
    <dgm:cxn modelId="{E628C84D-A537-4666-9882-AA78EFF0551B}" type="presParOf" srcId="{84173F88-D401-4872-A642-091E53D482C1}" destId="{58C967AF-A7D1-4122-A730-8F5403A32103}" srcOrd="0" destOrd="0" presId="urn:microsoft.com/office/officeart/2005/8/layout/lProcess1"/>
    <dgm:cxn modelId="{228C1986-19B6-4D3C-86F0-3CF8C8E4F245}" type="presParOf" srcId="{3573CD6E-2AA8-47BA-AE89-500649D7F38B}" destId="{83A2644C-7DD2-4AC0-AE57-187CF3ABC29F}" srcOrd="1" destOrd="0" presId="urn:microsoft.com/office/officeart/2005/8/layout/lProcess1"/>
    <dgm:cxn modelId="{0852E04F-AA3F-4721-89F0-A289E9AF56C8}" type="presParOf" srcId="{3573CD6E-2AA8-47BA-AE89-500649D7F38B}" destId="{AE5CDD5B-C291-4B41-AA37-CA95C12F8666}" srcOrd="2" destOrd="0" presId="urn:microsoft.com/office/officeart/2005/8/layout/lProcess1"/>
    <dgm:cxn modelId="{DA2109B6-3ED2-4C5C-BD23-A410E15CDFDF}" type="presParOf" srcId="{AE5CDD5B-C291-4B41-AA37-CA95C12F8666}" destId="{C879A011-E1FD-4A9E-9B8E-16421D0A8120}" srcOrd="0" destOrd="0" presId="urn:microsoft.com/office/officeart/2005/8/layout/lProcess1"/>
    <dgm:cxn modelId="{BCC4467A-59F5-4F05-839A-127C18186771}" type="presParOf" srcId="{3573CD6E-2AA8-47BA-AE89-500649D7F38B}" destId="{90DB2A82-79D6-46FA-BD59-F55B6CA758E7}" srcOrd="3" destOrd="0" presId="urn:microsoft.com/office/officeart/2005/8/layout/lProcess1"/>
    <dgm:cxn modelId="{FAD6C1D1-4653-4491-AD71-96A45A8ECB13}" type="presParOf" srcId="{3573CD6E-2AA8-47BA-AE89-500649D7F38B}" destId="{9932343F-956F-4935-AF9D-45733CF0A0C0}" srcOrd="4" destOrd="0" presId="urn:microsoft.com/office/officeart/2005/8/layout/lProcess1"/>
    <dgm:cxn modelId="{4CEC5CC1-7BA3-4874-AB14-8B7F5FB4698F}" type="presParOf" srcId="{9932343F-956F-4935-AF9D-45733CF0A0C0}" destId="{8DD21AD2-A55D-4DB5-8245-AE075B576AB5}" srcOrd="0" destOrd="0" presId="urn:microsoft.com/office/officeart/2005/8/layout/lProcess1"/>
    <dgm:cxn modelId="{2F56E928-E607-4D4B-B1C8-F4EE77FC56C0}" type="presParOf" srcId="{3573CD6E-2AA8-47BA-AE89-500649D7F38B}" destId="{10F3811B-2B98-47F2-A30D-3BA260768970}" srcOrd="5" destOrd="0" presId="urn:microsoft.com/office/officeart/2005/8/layout/lProcess1"/>
    <dgm:cxn modelId="{D8712C86-F45E-44B1-829E-CDB2CB40BF34}" type="presParOf" srcId="{3573CD6E-2AA8-47BA-AE89-500649D7F38B}" destId="{18F752DC-5D13-4885-BFE1-035DC8329885}" srcOrd="6" destOrd="0" presId="urn:microsoft.com/office/officeart/2005/8/layout/lProcess1"/>
    <dgm:cxn modelId="{9F0620B1-0310-4EB6-AB9F-EECA7C1BB4FC}" type="presParOf" srcId="{18F752DC-5D13-4885-BFE1-035DC8329885}" destId="{5FD13D48-0D7C-46D1-B86C-41CB5BE7C0FA}" srcOrd="0" destOrd="0" presId="urn:microsoft.com/office/officeart/2005/8/layout/lProcess1"/>
    <dgm:cxn modelId="{CAA007B6-1F4B-4DB2-AD98-9455A3912DE8}" type="presParOf" srcId="{3573CD6E-2AA8-47BA-AE89-500649D7F38B}" destId="{A92FBB36-E6B7-434F-9C6D-ACC681B3E5F9}" srcOrd="7" destOrd="0" presId="urn:microsoft.com/office/officeart/2005/8/layout/lProcess1"/>
    <dgm:cxn modelId="{B4261E23-C7FA-4833-BB22-A569EBD69BE4}" type="presParOf" srcId="{3573CD6E-2AA8-47BA-AE89-500649D7F38B}" destId="{1BBF1378-9D53-4B2E-89BD-81710B06B480}" srcOrd="8" destOrd="0" presId="urn:microsoft.com/office/officeart/2005/8/layout/lProcess1"/>
    <dgm:cxn modelId="{4FE0DD22-95E8-4123-AE12-8ADE23874408}" type="presParOf" srcId="{1BBF1378-9D53-4B2E-89BD-81710B06B480}" destId="{A70183C4-D7A2-431C-A484-FD2AC3C78AD3}" srcOrd="0" destOrd="0" presId="urn:microsoft.com/office/officeart/2005/8/layout/lProcess1"/>
    <dgm:cxn modelId="{9B96A348-E432-48A7-9AB9-17CB0021339B}" type="presParOf" srcId="{3573CD6E-2AA8-47BA-AE89-500649D7F38B}" destId="{1CACF5CE-9ABE-4060-B23D-86B6652F3A86}" srcOrd="9" destOrd="0" presId="urn:microsoft.com/office/officeart/2005/8/layout/lProcess1"/>
    <dgm:cxn modelId="{AC40EBF6-8B1F-4C71-B0B2-6C2B7C684846}" type="presParOf" srcId="{3573CD6E-2AA8-47BA-AE89-500649D7F38B}" destId="{9FAAE5FF-7854-40A7-8219-0E821894C56A}" srcOrd="10" destOrd="0" presId="urn:microsoft.com/office/officeart/2005/8/layout/lProcess1"/>
    <dgm:cxn modelId="{AEEEED92-961B-4B0A-8BFD-19BA62AE0B0A}" type="presParOf" srcId="{9FAAE5FF-7854-40A7-8219-0E821894C56A}" destId="{4C2C54B2-F2B6-4A02-84FF-7FE51B1DDB9C}" srcOrd="0" destOrd="0" presId="urn:microsoft.com/office/officeart/2005/8/layout/lProcess1"/>
    <dgm:cxn modelId="{E05834B6-13FA-410A-B08F-AF4124BCBECC}" type="presParOf" srcId="{3573CD6E-2AA8-47BA-AE89-500649D7F38B}" destId="{854D4B46-B0AD-4408-AFEF-EE597EA4AF2A}" srcOrd="11" destOrd="0" presId="urn:microsoft.com/office/officeart/2005/8/layout/lProcess1"/>
    <dgm:cxn modelId="{4B8CB814-911B-4A14-825B-BCA988DA5E08}" type="presParOf" srcId="{3573CD6E-2AA8-47BA-AE89-500649D7F38B}" destId="{5792E06B-0236-42F9-A484-A7D826AC7E0C}" srcOrd="12" destOrd="0" presId="urn:microsoft.com/office/officeart/2005/8/layout/lProcess1"/>
    <dgm:cxn modelId="{ABD14731-A096-41C2-AD5F-9FCDB5A56513}" type="presParOf" srcId="{5792E06B-0236-42F9-A484-A7D826AC7E0C}" destId="{115EAD05-5F75-4104-8609-4224D02DCB02}" srcOrd="0" destOrd="0" presId="urn:microsoft.com/office/officeart/2005/8/layout/lProcess1"/>
    <dgm:cxn modelId="{A23CBE95-5A95-4FD4-AF13-842FF880F6BD}" type="presParOf" srcId="{3573CD6E-2AA8-47BA-AE89-500649D7F38B}" destId="{AA298252-8F9F-4D6C-91D9-42D07D2F9E73}" srcOrd="13" destOrd="0" presId="urn:microsoft.com/office/officeart/2005/8/layout/lProcess1"/>
    <dgm:cxn modelId="{D6E7CDE4-356A-4529-B53F-FB7064F752DA}" type="presParOf" srcId="{3573CD6E-2AA8-47BA-AE89-500649D7F38B}" destId="{3E4F104B-B3DC-4883-AABC-EB7429470B14}" srcOrd="14" destOrd="0" presId="urn:microsoft.com/office/officeart/2005/8/layout/lProcess1"/>
    <dgm:cxn modelId="{877891DD-2387-4E65-9DA5-2BF189F1920C}" type="presParOf" srcId="{3E4F104B-B3DC-4883-AABC-EB7429470B14}" destId="{CABBC5F8-89A8-4119-BCDE-935941BDF768}" srcOrd="0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B3D357B-B3F9-4EDF-950D-AFEFF0AF0BA1}" type="doc">
      <dgm:prSet loTypeId="urn:microsoft.com/office/officeart/2005/8/layout/lProcess1" loCatId="process" qsTypeId="urn:microsoft.com/office/officeart/2005/8/quickstyle/simple1" qsCatId="simple" csTypeId="urn:microsoft.com/office/officeart/2005/8/colors/accent1_2" csCatId="accent1" phldr="1"/>
      <dgm:spPr/>
    </dgm:pt>
    <dgm:pt modelId="{A39DD8C6-648A-4D9D-90BA-E8711425EC17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endParaRPr lang="nb-NO" dirty="0">
            <a:latin typeface="Consolas" panose="020B0609020204030204" pitchFamily="49" charset="0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DB5BB56C-527F-46D3-89F1-143230665999}" type="parTrans" cxnId="{E1889D1E-D6A5-43AE-A5E3-F7C8D2DA41D0}">
      <dgm:prSet/>
      <dgm:spPr/>
      <dgm:t>
        <a:bodyPr/>
        <a:lstStyle/>
        <a:p>
          <a:endParaRPr lang="nb-NO"/>
        </a:p>
      </dgm:t>
    </dgm:pt>
    <dgm:pt modelId="{9AE97BA6-D09F-452A-BB01-7AB2E7B2F1A0}" type="sibTrans" cxnId="{E1889D1E-D6A5-43AE-A5E3-F7C8D2DA41D0}">
      <dgm:prSet/>
      <dgm:spPr/>
      <dgm:t>
        <a:bodyPr/>
        <a:lstStyle/>
        <a:p>
          <a:endParaRPr lang="nb-NO"/>
        </a:p>
      </dgm:t>
    </dgm:pt>
    <dgm:pt modelId="{A6B6842A-49E3-4AD3-9DAA-94358AB479A2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border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F8E0C1F3-D7FF-4850-B7B4-C633AED3042A}" type="parTrans" cxnId="{2370E444-4C4F-4155-98C1-911398610F4F}">
      <dgm:prSet/>
      <dgm:spPr/>
      <dgm:t>
        <a:bodyPr/>
        <a:lstStyle/>
        <a:p>
          <a:endParaRPr lang="nb-NO"/>
        </a:p>
      </dgm:t>
    </dgm:pt>
    <dgm:pt modelId="{B6C5892D-57F4-4879-A6B5-C07EDB9211AB}" type="sibTrans" cxnId="{2370E444-4C4F-4155-98C1-911398610F4F}">
      <dgm:prSet/>
      <dgm:spPr/>
      <dgm:t>
        <a:bodyPr/>
        <a:lstStyle/>
        <a:p>
          <a:endParaRPr lang="nb-NO"/>
        </a:p>
      </dgm:t>
    </dgm:pt>
    <dgm:pt modelId="{AF3289D0-A2E6-4CB7-B33C-02678C1FC922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7DBA46A8-60F9-431D-AEB0-05BD67EF4F7B}" type="parTrans" cxnId="{83B14C45-DCD1-4F94-8CF6-25BD8951A780}">
      <dgm:prSet/>
      <dgm:spPr/>
      <dgm:t>
        <a:bodyPr/>
        <a:lstStyle/>
        <a:p>
          <a:endParaRPr lang="nb-NO"/>
        </a:p>
      </dgm:t>
    </dgm:pt>
    <dgm:pt modelId="{7DB3100C-6E4A-482A-A084-32172F649573}" type="sibTrans" cxnId="{83B14C45-DCD1-4F94-8CF6-25BD8951A780}">
      <dgm:prSet/>
      <dgm:spPr/>
      <dgm:t>
        <a:bodyPr/>
        <a:lstStyle/>
        <a:p>
          <a:endParaRPr lang="nb-NO"/>
        </a:p>
      </dgm:t>
    </dgm:pt>
    <dgm:pt modelId="{2B7A50F8-5A92-40F3-BAE5-A687BB6A8970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border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F462C551-BC45-469D-890C-2C6FA4F811BA}" type="parTrans" cxnId="{88A52834-2E50-40E1-A786-37B6BECD60EA}">
      <dgm:prSet/>
      <dgm:spPr/>
      <dgm:t>
        <a:bodyPr/>
        <a:lstStyle/>
        <a:p>
          <a:endParaRPr lang="nb-NO"/>
        </a:p>
      </dgm:t>
    </dgm:pt>
    <dgm:pt modelId="{7A5D904F-6C89-4D27-8C52-9A389222122E}" type="sibTrans" cxnId="{88A52834-2E50-40E1-A786-37B6BECD60EA}">
      <dgm:prSet/>
      <dgm:spPr/>
      <dgm:t>
        <a:bodyPr/>
        <a:lstStyle/>
        <a:p>
          <a:endParaRPr lang="nb-NO"/>
        </a:p>
      </dgm:t>
    </dgm:pt>
    <dgm:pt modelId="{F14977E4-751B-4C00-B444-F924BC1E29F8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 action="ppaction://hlinksldjump"/>
          </dgm14:cNvPr>
        </a:ext>
      </dgm:extLst>
    </dgm:pt>
    <dgm:pt modelId="{BD60FBED-A187-433F-BF75-01A9052CDD66}" type="parTrans" cxnId="{E56D583D-4450-4F30-8CD0-B5A060F3F1C4}">
      <dgm:prSet/>
      <dgm:spPr/>
      <dgm:t>
        <a:bodyPr/>
        <a:lstStyle/>
        <a:p>
          <a:endParaRPr lang="nb-NO"/>
        </a:p>
      </dgm:t>
    </dgm:pt>
    <dgm:pt modelId="{03212DF3-4B81-4B9E-A142-BC58899E2249}" type="sibTrans" cxnId="{E56D583D-4450-4F30-8CD0-B5A060F3F1C4}">
      <dgm:prSet/>
      <dgm:spPr/>
      <dgm:t>
        <a:bodyPr/>
        <a:lstStyle/>
        <a:p>
          <a:endParaRPr lang="nb-NO"/>
        </a:p>
      </dgm:t>
    </dgm:pt>
    <dgm:pt modelId="{D39A6E48-1D08-47CD-9296-68F5F09205E3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border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6" action="ppaction://hlinksldjump"/>
          </dgm14:cNvPr>
        </a:ext>
      </dgm:extLst>
    </dgm:pt>
    <dgm:pt modelId="{87F5E158-8A9A-4A82-9AAD-394F9DC72556}" type="parTrans" cxnId="{BDF191ED-94B2-4DA5-ADCB-1CEBC425CC7F}">
      <dgm:prSet/>
      <dgm:spPr/>
      <dgm:t>
        <a:bodyPr/>
        <a:lstStyle/>
        <a:p>
          <a:endParaRPr lang="nb-NO"/>
        </a:p>
      </dgm:t>
    </dgm:pt>
    <dgm:pt modelId="{206CF35A-4436-483D-8497-33A7A816BF43}" type="sibTrans" cxnId="{BDF191ED-94B2-4DA5-ADCB-1CEBC425CC7F}">
      <dgm:prSet/>
      <dgm:spPr/>
      <dgm:t>
        <a:bodyPr/>
        <a:lstStyle/>
        <a:p>
          <a:endParaRPr lang="nb-NO"/>
        </a:p>
      </dgm:t>
    </dgm:pt>
    <dgm:pt modelId="{DB2BDCF1-A711-41A0-8BAC-5ED3DB2EE3E9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border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7" action="ppaction://hlinksldjump"/>
          </dgm14:cNvPr>
        </a:ext>
      </dgm:extLst>
    </dgm:pt>
    <dgm:pt modelId="{7E40FF3C-7B5E-4FC7-8DAF-58BE301E1691}" type="parTrans" cxnId="{08E08DA1-E099-4269-A7E9-4C0FAB8950FF}">
      <dgm:prSet/>
      <dgm:spPr/>
      <dgm:t>
        <a:bodyPr/>
        <a:lstStyle/>
        <a:p>
          <a:endParaRPr lang="nb-NO"/>
        </a:p>
      </dgm:t>
    </dgm:pt>
    <dgm:pt modelId="{20EB2021-B66C-4EFC-B40E-6C68075AFF99}" type="sibTrans" cxnId="{08E08DA1-E099-4269-A7E9-4C0FAB8950FF}">
      <dgm:prSet/>
      <dgm:spPr/>
      <dgm:t>
        <a:bodyPr/>
        <a:lstStyle/>
        <a:p>
          <a:endParaRPr lang="nb-NO"/>
        </a:p>
      </dgm:t>
    </dgm:pt>
    <dgm:pt modelId="{4A0650AE-0A4B-499B-9AC4-7192A847DB9D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div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8" action="ppaction://hlinksldjump"/>
          </dgm14:cNvPr>
        </a:ext>
      </dgm:extLst>
    </dgm:pt>
    <dgm:pt modelId="{E6A7BAFF-7229-4EE0-B1E9-0646BC7039E7}" type="parTrans" cxnId="{B1E301EE-D39B-4F7C-A67B-B67BFB728642}">
      <dgm:prSet/>
      <dgm:spPr/>
      <dgm:t>
        <a:bodyPr/>
        <a:lstStyle/>
        <a:p>
          <a:endParaRPr lang="nb-NO"/>
        </a:p>
      </dgm:t>
    </dgm:pt>
    <dgm:pt modelId="{455A0318-A6E7-4CD1-8C3F-39FD1CAFBCED}" type="sibTrans" cxnId="{B1E301EE-D39B-4F7C-A67B-B67BFB728642}">
      <dgm:prSet/>
      <dgm:spPr/>
      <dgm:t>
        <a:bodyPr/>
        <a:lstStyle/>
        <a:p>
          <a:endParaRPr lang="nb-NO"/>
        </a:p>
      </dgm:t>
    </dgm:pt>
    <dgm:pt modelId="{3573CD6E-2AA8-47BA-AE89-500649D7F38B}" type="pres">
      <dgm:prSet presAssocID="{BB3D357B-B3F9-4EDF-950D-AFEFF0AF0BA1}" presName="Name0" presStyleCnt="0">
        <dgm:presLayoutVars>
          <dgm:dir/>
          <dgm:animLvl val="lvl"/>
          <dgm:resizeHandles val="exact"/>
        </dgm:presLayoutVars>
      </dgm:prSet>
      <dgm:spPr/>
    </dgm:pt>
    <dgm:pt modelId="{84173F88-D401-4872-A642-091E53D482C1}" type="pres">
      <dgm:prSet presAssocID="{4A0650AE-0A4B-499B-9AC4-7192A847DB9D}" presName="vertFlow" presStyleCnt="0"/>
      <dgm:spPr/>
    </dgm:pt>
    <dgm:pt modelId="{58C967AF-A7D1-4122-A730-8F5403A32103}" type="pres">
      <dgm:prSet presAssocID="{4A0650AE-0A4B-499B-9AC4-7192A847DB9D}" presName="header" presStyleLbl="node1" presStyleIdx="0" presStyleCnt="8" custScaleY="379616" custLinFactY="100000" custLinFactNeighborX="-12863" custLinFactNeighborY="119163"/>
      <dgm:spPr/>
    </dgm:pt>
    <dgm:pt modelId="{83A2644C-7DD2-4AC0-AE57-187CF3ABC29F}" type="pres">
      <dgm:prSet presAssocID="{4A0650AE-0A4B-499B-9AC4-7192A847DB9D}" presName="hSp" presStyleCnt="0"/>
      <dgm:spPr/>
    </dgm:pt>
    <dgm:pt modelId="{AE5CDD5B-C291-4B41-AA37-CA95C12F8666}" type="pres">
      <dgm:prSet presAssocID="{A39DD8C6-648A-4D9D-90BA-E8711425EC17}" presName="vertFlow" presStyleCnt="0"/>
      <dgm:spPr/>
    </dgm:pt>
    <dgm:pt modelId="{C879A011-E1FD-4A9E-9B8E-16421D0A8120}" type="pres">
      <dgm:prSet presAssocID="{A39DD8C6-648A-4D9D-90BA-E8711425EC17}" presName="header" presStyleLbl="node1" presStyleIdx="1" presStyleCnt="8" custScaleY="379616" custLinFactY="100000" custLinFactNeighborX="-8923" custLinFactNeighborY="119162"/>
      <dgm:spPr/>
    </dgm:pt>
    <dgm:pt modelId="{90DB2A82-79D6-46FA-BD59-F55B6CA758E7}" type="pres">
      <dgm:prSet presAssocID="{A39DD8C6-648A-4D9D-90BA-E8711425EC17}" presName="hSp" presStyleCnt="0"/>
      <dgm:spPr/>
    </dgm:pt>
    <dgm:pt modelId="{9932343F-956F-4935-AF9D-45733CF0A0C0}" type="pres">
      <dgm:prSet presAssocID="{A6B6842A-49E3-4AD3-9DAA-94358AB479A2}" presName="vertFlow" presStyleCnt="0"/>
      <dgm:spPr/>
    </dgm:pt>
    <dgm:pt modelId="{8DD21AD2-A55D-4DB5-8245-AE075B576AB5}" type="pres">
      <dgm:prSet presAssocID="{A6B6842A-49E3-4AD3-9DAA-94358AB479A2}" presName="header" presStyleLbl="node1" presStyleIdx="2" presStyleCnt="8" custScaleY="379616" custLinFactY="100000" custLinFactNeighborX="-14212" custLinFactNeighborY="119163"/>
      <dgm:spPr/>
    </dgm:pt>
    <dgm:pt modelId="{10F3811B-2B98-47F2-A30D-3BA260768970}" type="pres">
      <dgm:prSet presAssocID="{A6B6842A-49E3-4AD3-9DAA-94358AB479A2}" presName="hSp" presStyleCnt="0"/>
      <dgm:spPr/>
    </dgm:pt>
    <dgm:pt modelId="{18F752DC-5D13-4885-BFE1-035DC8329885}" type="pres">
      <dgm:prSet presAssocID="{AF3289D0-A2E6-4CB7-B33C-02678C1FC922}" presName="vertFlow" presStyleCnt="0"/>
      <dgm:spPr/>
    </dgm:pt>
    <dgm:pt modelId="{5FD13D48-0D7C-46D1-B86C-41CB5BE7C0FA}" type="pres">
      <dgm:prSet presAssocID="{AF3289D0-A2E6-4CB7-B33C-02678C1FC922}" presName="header" presStyleLbl="node1" presStyleIdx="3" presStyleCnt="8" custScaleY="379616" custLinFactY="100000" custLinFactNeighborX="-14212" custLinFactNeighborY="119163"/>
      <dgm:spPr/>
    </dgm:pt>
    <dgm:pt modelId="{A92FBB36-E6B7-434F-9C6D-ACC681B3E5F9}" type="pres">
      <dgm:prSet presAssocID="{AF3289D0-A2E6-4CB7-B33C-02678C1FC922}" presName="hSp" presStyleCnt="0"/>
      <dgm:spPr/>
    </dgm:pt>
    <dgm:pt modelId="{1BBF1378-9D53-4B2E-89BD-81710B06B480}" type="pres">
      <dgm:prSet presAssocID="{2B7A50F8-5A92-40F3-BAE5-A687BB6A8970}" presName="vertFlow" presStyleCnt="0"/>
      <dgm:spPr/>
    </dgm:pt>
    <dgm:pt modelId="{A70183C4-D7A2-431C-A484-FD2AC3C78AD3}" type="pres">
      <dgm:prSet presAssocID="{2B7A50F8-5A92-40F3-BAE5-A687BB6A8970}" presName="header" presStyleLbl="node1" presStyleIdx="4" presStyleCnt="8" custScaleY="379616" custLinFactY="100000" custLinFactNeighborX="-14212" custLinFactNeighborY="119163"/>
      <dgm:spPr/>
    </dgm:pt>
    <dgm:pt modelId="{1CACF5CE-9ABE-4060-B23D-86B6652F3A86}" type="pres">
      <dgm:prSet presAssocID="{2B7A50F8-5A92-40F3-BAE5-A687BB6A8970}" presName="hSp" presStyleCnt="0"/>
      <dgm:spPr/>
    </dgm:pt>
    <dgm:pt modelId="{9FAAE5FF-7854-40A7-8219-0E821894C56A}" type="pres">
      <dgm:prSet presAssocID="{F14977E4-751B-4C00-B444-F924BC1E29F8}" presName="vertFlow" presStyleCnt="0"/>
      <dgm:spPr/>
    </dgm:pt>
    <dgm:pt modelId="{4C2C54B2-F2B6-4A02-84FF-7FE51B1DDB9C}" type="pres">
      <dgm:prSet presAssocID="{F14977E4-751B-4C00-B444-F924BC1E29F8}" presName="header" presStyleLbl="node1" presStyleIdx="5" presStyleCnt="8" custScaleY="379616" custLinFactY="100000" custLinFactNeighborX="-14212" custLinFactNeighborY="119163"/>
      <dgm:spPr/>
    </dgm:pt>
    <dgm:pt modelId="{854D4B46-B0AD-4408-AFEF-EE597EA4AF2A}" type="pres">
      <dgm:prSet presAssocID="{F14977E4-751B-4C00-B444-F924BC1E29F8}" presName="hSp" presStyleCnt="0"/>
      <dgm:spPr/>
    </dgm:pt>
    <dgm:pt modelId="{5792E06B-0236-42F9-A484-A7D826AC7E0C}" type="pres">
      <dgm:prSet presAssocID="{D39A6E48-1D08-47CD-9296-68F5F09205E3}" presName="vertFlow" presStyleCnt="0"/>
      <dgm:spPr/>
    </dgm:pt>
    <dgm:pt modelId="{115EAD05-5F75-4104-8609-4224D02DCB02}" type="pres">
      <dgm:prSet presAssocID="{D39A6E48-1D08-47CD-9296-68F5F09205E3}" presName="header" presStyleLbl="node1" presStyleIdx="6" presStyleCnt="8" custScaleY="379616" custLinFactY="100000" custLinFactNeighborX="-14212" custLinFactNeighborY="119163"/>
      <dgm:spPr/>
    </dgm:pt>
    <dgm:pt modelId="{AA298252-8F9F-4D6C-91D9-42D07D2F9E73}" type="pres">
      <dgm:prSet presAssocID="{D39A6E48-1D08-47CD-9296-68F5F09205E3}" presName="hSp" presStyleCnt="0"/>
      <dgm:spPr/>
    </dgm:pt>
    <dgm:pt modelId="{3E4F104B-B3DC-4883-AABC-EB7429470B14}" type="pres">
      <dgm:prSet presAssocID="{DB2BDCF1-A711-41A0-8BAC-5ED3DB2EE3E9}" presName="vertFlow" presStyleCnt="0"/>
      <dgm:spPr/>
    </dgm:pt>
    <dgm:pt modelId="{CABBC5F8-89A8-4119-BCDE-935941BDF768}" type="pres">
      <dgm:prSet presAssocID="{DB2BDCF1-A711-41A0-8BAC-5ED3DB2EE3E9}" presName="header" presStyleLbl="node1" presStyleIdx="7" presStyleCnt="8" custScaleY="379616" custLinFactY="100000" custLinFactNeighborX="-14212" custLinFactNeighborY="119163"/>
      <dgm:spPr/>
    </dgm:pt>
  </dgm:ptLst>
  <dgm:cxnLst>
    <dgm:cxn modelId="{AF231305-D9D4-496D-906A-BF00DDE09C6C}" type="presOf" srcId="{D39A6E48-1D08-47CD-9296-68F5F09205E3}" destId="{115EAD05-5F75-4104-8609-4224D02DCB02}" srcOrd="0" destOrd="0" presId="urn:microsoft.com/office/officeart/2005/8/layout/lProcess1"/>
    <dgm:cxn modelId="{33C2E30B-9E01-4CA8-A13C-0A92774EE39F}" type="presOf" srcId="{BB3D357B-B3F9-4EDF-950D-AFEFF0AF0BA1}" destId="{3573CD6E-2AA8-47BA-AE89-500649D7F38B}" srcOrd="0" destOrd="0" presId="urn:microsoft.com/office/officeart/2005/8/layout/lProcess1"/>
    <dgm:cxn modelId="{E1889D1E-D6A5-43AE-A5E3-F7C8D2DA41D0}" srcId="{BB3D357B-B3F9-4EDF-950D-AFEFF0AF0BA1}" destId="{A39DD8C6-648A-4D9D-90BA-E8711425EC17}" srcOrd="1" destOrd="0" parTransId="{DB5BB56C-527F-46D3-89F1-143230665999}" sibTransId="{9AE97BA6-D09F-452A-BB01-7AB2E7B2F1A0}"/>
    <dgm:cxn modelId="{88A52834-2E50-40E1-A786-37B6BECD60EA}" srcId="{BB3D357B-B3F9-4EDF-950D-AFEFF0AF0BA1}" destId="{2B7A50F8-5A92-40F3-BAE5-A687BB6A8970}" srcOrd="4" destOrd="0" parTransId="{F462C551-BC45-469D-890C-2C6FA4F811BA}" sibTransId="{7A5D904F-6C89-4D27-8C52-9A389222122E}"/>
    <dgm:cxn modelId="{0620EF39-D3D9-4FF1-AF5D-6DB5A0CB8B09}" type="presOf" srcId="{F14977E4-751B-4C00-B444-F924BC1E29F8}" destId="{4C2C54B2-F2B6-4A02-84FF-7FE51B1DDB9C}" srcOrd="0" destOrd="0" presId="urn:microsoft.com/office/officeart/2005/8/layout/lProcess1"/>
    <dgm:cxn modelId="{E56D583D-4450-4F30-8CD0-B5A060F3F1C4}" srcId="{BB3D357B-B3F9-4EDF-950D-AFEFF0AF0BA1}" destId="{F14977E4-751B-4C00-B444-F924BC1E29F8}" srcOrd="5" destOrd="0" parTransId="{BD60FBED-A187-433F-BF75-01A9052CDD66}" sibTransId="{03212DF3-4B81-4B9E-A142-BC58899E2249}"/>
    <dgm:cxn modelId="{2370E444-4C4F-4155-98C1-911398610F4F}" srcId="{BB3D357B-B3F9-4EDF-950D-AFEFF0AF0BA1}" destId="{A6B6842A-49E3-4AD3-9DAA-94358AB479A2}" srcOrd="2" destOrd="0" parTransId="{F8E0C1F3-D7FF-4850-B7B4-C633AED3042A}" sibTransId="{B6C5892D-57F4-4879-A6B5-C07EDB9211AB}"/>
    <dgm:cxn modelId="{83B14C45-DCD1-4F94-8CF6-25BD8951A780}" srcId="{BB3D357B-B3F9-4EDF-950D-AFEFF0AF0BA1}" destId="{AF3289D0-A2E6-4CB7-B33C-02678C1FC922}" srcOrd="3" destOrd="0" parTransId="{7DBA46A8-60F9-431D-AEB0-05BD67EF4F7B}" sibTransId="{7DB3100C-6E4A-482A-A084-32172F649573}"/>
    <dgm:cxn modelId="{6838186A-3350-43BB-AECD-DE681EE3A881}" type="presOf" srcId="{2B7A50F8-5A92-40F3-BAE5-A687BB6A8970}" destId="{A70183C4-D7A2-431C-A484-FD2AC3C78AD3}" srcOrd="0" destOrd="0" presId="urn:microsoft.com/office/officeart/2005/8/layout/lProcess1"/>
    <dgm:cxn modelId="{1F880A4E-D0BA-4290-A055-661273E7F456}" type="presOf" srcId="{A6B6842A-49E3-4AD3-9DAA-94358AB479A2}" destId="{8DD21AD2-A55D-4DB5-8245-AE075B576AB5}" srcOrd="0" destOrd="0" presId="urn:microsoft.com/office/officeart/2005/8/layout/lProcess1"/>
    <dgm:cxn modelId="{08E08DA1-E099-4269-A7E9-4C0FAB8950FF}" srcId="{BB3D357B-B3F9-4EDF-950D-AFEFF0AF0BA1}" destId="{DB2BDCF1-A711-41A0-8BAC-5ED3DB2EE3E9}" srcOrd="7" destOrd="0" parTransId="{7E40FF3C-7B5E-4FC7-8DAF-58BE301E1691}" sibTransId="{20EB2021-B66C-4EFC-B40E-6C68075AFF99}"/>
    <dgm:cxn modelId="{67F2F9C0-4A98-42B1-AB34-4DD436EA9437}" type="presOf" srcId="{A39DD8C6-648A-4D9D-90BA-E8711425EC17}" destId="{C879A011-E1FD-4A9E-9B8E-16421D0A8120}" srcOrd="0" destOrd="0" presId="urn:microsoft.com/office/officeart/2005/8/layout/lProcess1"/>
    <dgm:cxn modelId="{78A947CC-4843-4120-9BD8-3C79B2F3A6AF}" type="presOf" srcId="{DB2BDCF1-A711-41A0-8BAC-5ED3DB2EE3E9}" destId="{CABBC5F8-89A8-4119-BCDE-935941BDF768}" srcOrd="0" destOrd="0" presId="urn:microsoft.com/office/officeart/2005/8/layout/lProcess1"/>
    <dgm:cxn modelId="{1AD817DC-0F7A-48A3-8DF1-B8D4FCBB0638}" type="presOf" srcId="{AF3289D0-A2E6-4CB7-B33C-02678C1FC922}" destId="{5FD13D48-0D7C-46D1-B86C-41CB5BE7C0FA}" srcOrd="0" destOrd="0" presId="urn:microsoft.com/office/officeart/2005/8/layout/lProcess1"/>
    <dgm:cxn modelId="{BDF191ED-94B2-4DA5-ADCB-1CEBC425CC7F}" srcId="{BB3D357B-B3F9-4EDF-950D-AFEFF0AF0BA1}" destId="{D39A6E48-1D08-47CD-9296-68F5F09205E3}" srcOrd="6" destOrd="0" parTransId="{87F5E158-8A9A-4A82-9AAD-394F9DC72556}" sibTransId="{206CF35A-4436-483D-8497-33A7A816BF43}"/>
    <dgm:cxn modelId="{B1E301EE-D39B-4F7C-A67B-B67BFB728642}" srcId="{BB3D357B-B3F9-4EDF-950D-AFEFF0AF0BA1}" destId="{4A0650AE-0A4B-499B-9AC4-7192A847DB9D}" srcOrd="0" destOrd="0" parTransId="{E6A7BAFF-7229-4EE0-B1E9-0646BC7039E7}" sibTransId="{455A0318-A6E7-4CD1-8C3F-39FD1CAFBCED}"/>
    <dgm:cxn modelId="{A6AA52F1-638B-4904-A7EB-314F2B281B02}" type="presOf" srcId="{4A0650AE-0A4B-499B-9AC4-7192A847DB9D}" destId="{58C967AF-A7D1-4122-A730-8F5403A32103}" srcOrd="0" destOrd="0" presId="urn:microsoft.com/office/officeart/2005/8/layout/lProcess1"/>
    <dgm:cxn modelId="{F6160781-37EC-4CF6-81C5-B21865B95A41}" type="presParOf" srcId="{3573CD6E-2AA8-47BA-AE89-500649D7F38B}" destId="{84173F88-D401-4872-A642-091E53D482C1}" srcOrd="0" destOrd="0" presId="urn:microsoft.com/office/officeart/2005/8/layout/lProcess1"/>
    <dgm:cxn modelId="{E628C84D-A537-4666-9882-AA78EFF0551B}" type="presParOf" srcId="{84173F88-D401-4872-A642-091E53D482C1}" destId="{58C967AF-A7D1-4122-A730-8F5403A32103}" srcOrd="0" destOrd="0" presId="urn:microsoft.com/office/officeart/2005/8/layout/lProcess1"/>
    <dgm:cxn modelId="{228C1986-19B6-4D3C-86F0-3CF8C8E4F245}" type="presParOf" srcId="{3573CD6E-2AA8-47BA-AE89-500649D7F38B}" destId="{83A2644C-7DD2-4AC0-AE57-187CF3ABC29F}" srcOrd="1" destOrd="0" presId="urn:microsoft.com/office/officeart/2005/8/layout/lProcess1"/>
    <dgm:cxn modelId="{0852E04F-AA3F-4721-89F0-A289E9AF56C8}" type="presParOf" srcId="{3573CD6E-2AA8-47BA-AE89-500649D7F38B}" destId="{AE5CDD5B-C291-4B41-AA37-CA95C12F8666}" srcOrd="2" destOrd="0" presId="urn:microsoft.com/office/officeart/2005/8/layout/lProcess1"/>
    <dgm:cxn modelId="{DA2109B6-3ED2-4C5C-BD23-A410E15CDFDF}" type="presParOf" srcId="{AE5CDD5B-C291-4B41-AA37-CA95C12F8666}" destId="{C879A011-E1FD-4A9E-9B8E-16421D0A8120}" srcOrd="0" destOrd="0" presId="urn:microsoft.com/office/officeart/2005/8/layout/lProcess1"/>
    <dgm:cxn modelId="{BCC4467A-59F5-4F05-839A-127C18186771}" type="presParOf" srcId="{3573CD6E-2AA8-47BA-AE89-500649D7F38B}" destId="{90DB2A82-79D6-46FA-BD59-F55B6CA758E7}" srcOrd="3" destOrd="0" presId="urn:microsoft.com/office/officeart/2005/8/layout/lProcess1"/>
    <dgm:cxn modelId="{FAD6C1D1-4653-4491-AD71-96A45A8ECB13}" type="presParOf" srcId="{3573CD6E-2AA8-47BA-AE89-500649D7F38B}" destId="{9932343F-956F-4935-AF9D-45733CF0A0C0}" srcOrd="4" destOrd="0" presId="urn:microsoft.com/office/officeart/2005/8/layout/lProcess1"/>
    <dgm:cxn modelId="{4CEC5CC1-7BA3-4874-AB14-8B7F5FB4698F}" type="presParOf" srcId="{9932343F-956F-4935-AF9D-45733CF0A0C0}" destId="{8DD21AD2-A55D-4DB5-8245-AE075B576AB5}" srcOrd="0" destOrd="0" presId="urn:microsoft.com/office/officeart/2005/8/layout/lProcess1"/>
    <dgm:cxn modelId="{2F56E928-E607-4D4B-B1C8-F4EE77FC56C0}" type="presParOf" srcId="{3573CD6E-2AA8-47BA-AE89-500649D7F38B}" destId="{10F3811B-2B98-47F2-A30D-3BA260768970}" srcOrd="5" destOrd="0" presId="urn:microsoft.com/office/officeart/2005/8/layout/lProcess1"/>
    <dgm:cxn modelId="{D8712C86-F45E-44B1-829E-CDB2CB40BF34}" type="presParOf" srcId="{3573CD6E-2AA8-47BA-AE89-500649D7F38B}" destId="{18F752DC-5D13-4885-BFE1-035DC8329885}" srcOrd="6" destOrd="0" presId="urn:microsoft.com/office/officeart/2005/8/layout/lProcess1"/>
    <dgm:cxn modelId="{9F0620B1-0310-4EB6-AB9F-EECA7C1BB4FC}" type="presParOf" srcId="{18F752DC-5D13-4885-BFE1-035DC8329885}" destId="{5FD13D48-0D7C-46D1-B86C-41CB5BE7C0FA}" srcOrd="0" destOrd="0" presId="urn:microsoft.com/office/officeart/2005/8/layout/lProcess1"/>
    <dgm:cxn modelId="{CAA007B6-1F4B-4DB2-AD98-9455A3912DE8}" type="presParOf" srcId="{3573CD6E-2AA8-47BA-AE89-500649D7F38B}" destId="{A92FBB36-E6B7-434F-9C6D-ACC681B3E5F9}" srcOrd="7" destOrd="0" presId="urn:microsoft.com/office/officeart/2005/8/layout/lProcess1"/>
    <dgm:cxn modelId="{B4261E23-C7FA-4833-BB22-A569EBD69BE4}" type="presParOf" srcId="{3573CD6E-2AA8-47BA-AE89-500649D7F38B}" destId="{1BBF1378-9D53-4B2E-89BD-81710B06B480}" srcOrd="8" destOrd="0" presId="urn:microsoft.com/office/officeart/2005/8/layout/lProcess1"/>
    <dgm:cxn modelId="{4FE0DD22-95E8-4123-AE12-8ADE23874408}" type="presParOf" srcId="{1BBF1378-9D53-4B2E-89BD-81710B06B480}" destId="{A70183C4-D7A2-431C-A484-FD2AC3C78AD3}" srcOrd="0" destOrd="0" presId="urn:microsoft.com/office/officeart/2005/8/layout/lProcess1"/>
    <dgm:cxn modelId="{9B96A348-E432-48A7-9AB9-17CB0021339B}" type="presParOf" srcId="{3573CD6E-2AA8-47BA-AE89-500649D7F38B}" destId="{1CACF5CE-9ABE-4060-B23D-86B6652F3A86}" srcOrd="9" destOrd="0" presId="urn:microsoft.com/office/officeart/2005/8/layout/lProcess1"/>
    <dgm:cxn modelId="{AC40EBF6-8B1F-4C71-B0B2-6C2B7C684846}" type="presParOf" srcId="{3573CD6E-2AA8-47BA-AE89-500649D7F38B}" destId="{9FAAE5FF-7854-40A7-8219-0E821894C56A}" srcOrd="10" destOrd="0" presId="urn:microsoft.com/office/officeart/2005/8/layout/lProcess1"/>
    <dgm:cxn modelId="{AEEEED92-961B-4B0A-8BFD-19BA62AE0B0A}" type="presParOf" srcId="{9FAAE5FF-7854-40A7-8219-0E821894C56A}" destId="{4C2C54B2-F2B6-4A02-84FF-7FE51B1DDB9C}" srcOrd="0" destOrd="0" presId="urn:microsoft.com/office/officeart/2005/8/layout/lProcess1"/>
    <dgm:cxn modelId="{E05834B6-13FA-410A-B08F-AF4124BCBECC}" type="presParOf" srcId="{3573CD6E-2AA8-47BA-AE89-500649D7F38B}" destId="{854D4B46-B0AD-4408-AFEF-EE597EA4AF2A}" srcOrd="11" destOrd="0" presId="urn:microsoft.com/office/officeart/2005/8/layout/lProcess1"/>
    <dgm:cxn modelId="{4B8CB814-911B-4A14-825B-BCA988DA5E08}" type="presParOf" srcId="{3573CD6E-2AA8-47BA-AE89-500649D7F38B}" destId="{5792E06B-0236-42F9-A484-A7D826AC7E0C}" srcOrd="12" destOrd="0" presId="urn:microsoft.com/office/officeart/2005/8/layout/lProcess1"/>
    <dgm:cxn modelId="{ABD14731-A096-41C2-AD5F-9FCDB5A56513}" type="presParOf" srcId="{5792E06B-0236-42F9-A484-A7D826AC7E0C}" destId="{115EAD05-5F75-4104-8609-4224D02DCB02}" srcOrd="0" destOrd="0" presId="urn:microsoft.com/office/officeart/2005/8/layout/lProcess1"/>
    <dgm:cxn modelId="{A23CBE95-5A95-4FD4-AF13-842FF880F6BD}" type="presParOf" srcId="{3573CD6E-2AA8-47BA-AE89-500649D7F38B}" destId="{AA298252-8F9F-4D6C-91D9-42D07D2F9E73}" srcOrd="13" destOrd="0" presId="urn:microsoft.com/office/officeart/2005/8/layout/lProcess1"/>
    <dgm:cxn modelId="{D6E7CDE4-356A-4529-B53F-FB7064F752DA}" type="presParOf" srcId="{3573CD6E-2AA8-47BA-AE89-500649D7F38B}" destId="{3E4F104B-B3DC-4883-AABC-EB7429470B14}" srcOrd="14" destOrd="0" presId="urn:microsoft.com/office/officeart/2005/8/layout/lProcess1"/>
    <dgm:cxn modelId="{877891DD-2387-4E65-9DA5-2BF189F1920C}" type="presParOf" srcId="{3E4F104B-B3DC-4883-AABC-EB7429470B14}" destId="{CABBC5F8-89A8-4119-BCDE-935941BDF768}" srcOrd="0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B3D357B-B3F9-4EDF-950D-AFEFF0AF0BA1}" type="doc">
      <dgm:prSet loTypeId="urn:microsoft.com/office/officeart/2005/8/layout/lProcess1" loCatId="process" qsTypeId="urn:microsoft.com/office/officeart/2005/8/quickstyle/simple1" qsCatId="simple" csTypeId="urn:microsoft.com/office/officeart/2005/8/colors/accent1_2" csCatId="accent1" phldr="1"/>
      <dgm:spPr/>
    </dgm:pt>
    <dgm:pt modelId="{A39DD8C6-648A-4D9D-90BA-E8711425EC17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endParaRPr lang="nb-NO" dirty="0">
            <a:latin typeface="Consolas" panose="020B0609020204030204" pitchFamily="49" charset="0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DB5BB56C-527F-46D3-89F1-143230665999}" type="parTrans" cxnId="{E1889D1E-D6A5-43AE-A5E3-F7C8D2DA41D0}">
      <dgm:prSet/>
      <dgm:spPr/>
      <dgm:t>
        <a:bodyPr/>
        <a:lstStyle/>
        <a:p>
          <a:endParaRPr lang="nb-NO"/>
        </a:p>
      </dgm:t>
    </dgm:pt>
    <dgm:pt modelId="{9AE97BA6-D09F-452A-BB01-7AB2E7B2F1A0}" type="sibTrans" cxnId="{E1889D1E-D6A5-43AE-A5E3-F7C8D2DA41D0}">
      <dgm:prSet/>
      <dgm:spPr/>
      <dgm:t>
        <a:bodyPr/>
        <a:lstStyle/>
        <a:p>
          <a:endParaRPr lang="nb-NO"/>
        </a:p>
      </dgm:t>
    </dgm:pt>
    <dgm:pt modelId="{A6B6842A-49E3-4AD3-9DAA-94358AB479A2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border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F8E0C1F3-D7FF-4850-B7B4-C633AED3042A}" type="parTrans" cxnId="{2370E444-4C4F-4155-98C1-911398610F4F}">
      <dgm:prSet/>
      <dgm:spPr/>
      <dgm:t>
        <a:bodyPr/>
        <a:lstStyle/>
        <a:p>
          <a:endParaRPr lang="nb-NO"/>
        </a:p>
      </dgm:t>
    </dgm:pt>
    <dgm:pt modelId="{B6C5892D-57F4-4879-A6B5-C07EDB9211AB}" type="sibTrans" cxnId="{2370E444-4C4F-4155-98C1-911398610F4F}">
      <dgm:prSet/>
      <dgm:spPr/>
      <dgm:t>
        <a:bodyPr/>
        <a:lstStyle/>
        <a:p>
          <a:endParaRPr lang="nb-NO"/>
        </a:p>
      </dgm:t>
    </dgm:pt>
    <dgm:pt modelId="{AF3289D0-A2E6-4CB7-B33C-02678C1FC922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7DBA46A8-60F9-431D-AEB0-05BD67EF4F7B}" type="parTrans" cxnId="{83B14C45-DCD1-4F94-8CF6-25BD8951A780}">
      <dgm:prSet/>
      <dgm:spPr/>
      <dgm:t>
        <a:bodyPr/>
        <a:lstStyle/>
        <a:p>
          <a:endParaRPr lang="nb-NO"/>
        </a:p>
      </dgm:t>
    </dgm:pt>
    <dgm:pt modelId="{7DB3100C-6E4A-482A-A084-32172F649573}" type="sibTrans" cxnId="{83B14C45-DCD1-4F94-8CF6-25BD8951A780}">
      <dgm:prSet/>
      <dgm:spPr/>
      <dgm:t>
        <a:bodyPr/>
        <a:lstStyle/>
        <a:p>
          <a:endParaRPr lang="nb-NO"/>
        </a:p>
      </dgm:t>
    </dgm:pt>
    <dgm:pt modelId="{2B7A50F8-5A92-40F3-BAE5-A687BB6A8970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border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F462C551-BC45-469D-890C-2C6FA4F811BA}" type="parTrans" cxnId="{88A52834-2E50-40E1-A786-37B6BECD60EA}">
      <dgm:prSet/>
      <dgm:spPr/>
      <dgm:t>
        <a:bodyPr/>
        <a:lstStyle/>
        <a:p>
          <a:endParaRPr lang="nb-NO"/>
        </a:p>
      </dgm:t>
    </dgm:pt>
    <dgm:pt modelId="{7A5D904F-6C89-4D27-8C52-9A389222122E}" type="sibTrans" cxnId="{88A52834-2E50-40E1-A786-37B6BECD60EA}">
      <dgm:prSet/>
      <dgm:spPr/>
      <dgm:t>
        <a:bodyPr/>
        <a:lstStyle/>
        <a:p>
          <a:endParaRPr lang="nb-NO"/>
        </a:p>
      </dgm:t>
    </dgm:pt>
    <dgm:pt modelId="{F14977E4-751B-4C00-B444-F924BC1E29F8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 action="ppaction://hlinksldjump"/>
          </dgm14:cNvPr>
        </a:ext>
      </dgm:extLst>
    </dgm:pt>
    <dgm:pt modelId="{BD60FBED-A187-433F-BF75-01A9052CDD66}" type="parTrans" cxnId="{E56D583D-4450-4F30-8CD0-B5A060F3F1C4}">
      <dgm:prSet/>
      <dgm:spPr/>
      <dgm:t>
        <a:bodyPr/>
        <a:lstStyle/>
        <a:p>
          <a:endParaRPr lang="nb-NO"/>
        </a:p>
      </dgm:t>
    </dgm:pt>
    <dgm:pt modelId="{03212DF3-4B81-4B9E-A142-BC58899E2249}" type="sibTrans" cxnId="{E56D583D-4450-4F30-8CD0-B5A060F3F1C4}">
      <dgm:prSet/>
      <dgm:spPr/>
      <dgm:t>
        <a:bodyPr/>
        <a:lstStyle/>
        <a:p>
          <a:endParaRPr lang="nb-NO"/>
        </a:p>
      </dgm:t>
    </dgm:pt>
    <dgm:pt modelId="{D39A6E48-1D08-47CD-9296-68F5F09205E3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border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6" action="ppaction://hlinksldjump"/>
          </dgm14:cNvPr>
        </a:ext>
      </dgm:extLst>
    </dgm:pt>
    <dgm:pt modelId="{87F5E158-8A9A-4A82-9AAD-394F9DC72556}" type="parTrans" cxnId="{BDF191ED-94B2-4DA5-ADCB-1CEBC425CC7F}">
      <dgm:prSet/>
      <dgm:spPr/>
      <dgm:t>
        <a:bodyPr/>
        <a:lstStyle/>
        <a:p>
          <a:endParaRPr lang="nb-NO"/>
        </a:p>
      </dgm:t>
    </dgm:pt>
    <dgm:pt modelId="{206CF35A-4436-483D-8497-33A7A816BF43}" type="sibTrans" cxnId="{BDF191ED-94B2-4DA5-ADCB-1CEBC425CC7F}">
      <dgm:prSet/>
      <dgm:spPr/>
      <dgm:t>
        <a:bodyPr/>
        <a:lstStyle/>
        <a:p>
          <a:endParaRPr lang="nb-NO"/>
        </a:p>
      </dgm:t>
    </dgm:pt>
    <dgm:pt modelId="{DB2BDCF1-A711-41A0-8BAC-5ED3DB2EE3E9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border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7" action="ppaction://hlinksldjump"/>
          </dgm14:cNvPr>
        </a:ext>
      </dgm:extLst>
    </dgm:pt>
    <dgm:pt modelId="{7E40FF3C-7B5E-4FC7-8DAF-58BE301E1691}" type="parTrans" cxnId="{08E08DA1-E099-4269-A7E9-4C0FAB8950FF}">
      <dgm:prSet/>
      <dgm:spPr/>
      <dgm:t>
        <a:bodyPr/>
        <a:lstStyle/>
        <a:p>
          <a:endParaRPr lang="nb-NO"/>
        </a:p>
      </dgm:t>
    </dgm:pt>
    <dgm:pt modelId="{20EB2021-B66C-4EFC-B40E-6C68075AFF99}" type="sibTrans" cxnId="{08E08DA1-E099-4269-A7E9-4C0FAB8950FF}">
      <dgm:prSet/>
      <dgm:spPr/>
      <dgm:t>
        <a:bodyPr/>
        <a:lstStyle/>
        <a:p>
          <a:endParaRPr lang="nb-NO"/>
        </a:p>
      </dgm:t>
    </dgm:pt>
    <dgm:pt modelId="{4A0650AE-0A4B-499B-9AC4-7192A847DB9D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div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8" action="ppaction://hlinksldjump"/>
          </dgm14:cNvPr>
        </a:ext>
      </dgm:extLst>
    </dgm:pt>
    <dgm:pt modelId="{E6A7BAFF-7229-4EE0-B1E9-0646BC7039E7}" type="parTrans" cxnId="{B1E301EE-D39B-4F7C-A67B-B67BFB728642}">
      <dgm:prSet/>
      <dgm:spPr/>
      <dgm:t>
        <a:bodyPr/>
        <a:lstStyle/>
        <a:p>
          <a:endParaRPr lang="nb-NO"/>
        </a:p>
      </dgm:t>
    </dgm:pt>
    <dgm:pt modelId="{455A0318-A6E7-4CD1-8C3F-39FD1CAFBCED}" type="sibTrans" cxnId="{B1E301EE-D39B-4F7C-A67B-B67BFB728642}">
      <dgm:prSet/>
      <dgm:spPr/>
      <dgm:t>
        <a:bodyPr/>
        <a:lstStyle/>
        <a:p>
          <a:endParaRPr lang="nb-NO"/>
        </a:p>
      </dgm:t>
    </dgm:pt>
    <dgm:pt modelId="{3573CD6E-2AA8-47BA-AE89-500649D7F38B}" type="pres">
      <dgm:prSet presAssocID="{BB3D357B-B3F9-4EDF-950D-AFEFF0AF0BA1}" presName="Name0" presStyleCnt="0">
        <dgm:presLayoutVars>
          <dgm:dir/>
          <dgm:animLvl val="lvl"/>
          <dgm:resizeHandles val="exact"/>
        </dgm:presLayoutVars>
      </dgm:prSet>
      <dgm:spPr/>
    </dgm:pt>
    <dgm:pt modelId="{84173F88-D401-4872-A642-091E53D482C1}" type="pres">
      <dgm:prSet presAssocID="{4A0650AE-0A4B-499B-9AC4-7192A847DB9D}" presName="vertFlow" presStyleCnt="0"/>
      <dgm:spPr/>
    </dgm:pt>
    <dgm:pt modelId="{58C967AF-A7D1-4122-A730-8F5403A32103}" type="pres">
      <dgm:prSet presAssocID="{4A0650AE-0A4B-499B-9AC4-7192A847DB9D}" presName="header" presStyleLbl="node1" presStyleIdx="0" presStyleCnt="8" custScaleY="379616" custLinFactY="100000" custLinFactNeighborX="-12863" custLinFactNeighborY="119163"/>
      <dgm:spPr/>
    </dgm:pt>
    <dgm:pt modelId="{83A2644C-7DD2-4AC0-AE57-187CF3ABC29F}" type="pres">
      <dgm:prSet presAssocID="{4A0650AE-0A4B-499B-9AC4-7192A847DB9D}" presName="hSp" presStyleCnt="0"/>
      <dgm:spPr/>
    </dgm:pt>
    <dgm:pt modelId="{AE5CDD5B-C291-4B41-AA37-CA95C12F8666}" type="pres">
      <dgm:prSet presAssocID="{A39DD8C6-648A-4D9D-90BA-E8711425EC17}" presName="vertFlow" presStyleCnt="0"/>
      <dgm:spPr/>
    </dgm:pt>
    <dgm:pt modelId="{C879A011-E1FD-4A9E-9B8E-16421D0A8120}" type="pres">
      <dgm:prSet presAssocID="{A39DD8C6-648A-4D9D-90BA-E8711425EC17}" presName="header" presStyleLbl="node1" presStyleIdx="1" presStyleCnt="8" custScaleY="379616" custLinFactY="100000" custLinFactNeighborX="-8923" custLinFactNeighborY="119162"/>
      <dgm:spPr/>
    </dgm:pt>
    <dgm:pt modelId="{90DB2A82-79D6-46FA-BD59-F55B6CA758E7}" type="pres">
      <dgm:prSet presAssocID="{A39DD8C6-648A-4D9D-90BA-E8711425EC17}" presName="hSp" presStyleCnt="0"/>
      <dgm:spPr/>
    </dgm:pt>
    <dgm:pt modelId="{9932343F-956F-4935-AF9D-45733CF0A0C0}" type="pres">
      <dgm:prSet presAssocID="{A6B6842A-49E3-4AD3-9DAA-94358AB479A2}" presName="vertFlow" presStyleCnt="0"/>
      <dgm:spPr/>
    </dgm:pt>
    <dgm:pt modelId="{8DD21AD2-A55D-4DB5-8245-AE075B576AB5}" type="pres">
      <dgm:prSet presAssocID="{A6B6842A-49E3-4AD3-9DAA-94358AB479A2}" presName="header" presStyleLbl="node1" presStyleIdx="2" presStyleCnt="8" custScaleY="379616" custLinFactY="100000" custLinFactNeighborX="-14212" custLinFactNeighborY="119163"/>
      <dgm:spPr/>
    </dgm:pt>
    <dgm:pt modelId="{10F3811B-2B98-47F2-A30D-3BA260768970}" type="pres">
      <dgm:prSet presAssocID="{A6B6842A-49E3-4AD3-9DAA-94358AB479A2}" presName="hSp" presStyleCnt="0"/>
      <dgm:spPr/>
    </dgm:pt>
    <dgm:pt modelId="{18F752DC-5D13-4885-BFE1-035DC8329885}" type="pres">
      <dgm:prSet presAssocID="{AF3289D0-A2E6-4CB7-B33C-02678C1FC922}" presName="vertFlow" presStyleCnt="0"/>
      <dgm:spPr/>
    </dgm:pt>
    <dgm:pt modelId="{5FD13D48-0D7C-46D1-B86C-41CB5BE7C0FA}" type="pres">
      <dgm:prSet presAssocID="{AF3289D0-A2E6-4CB7-B33C-02678C1FC922}" presName="header" presStyleLbl="node1" presStyleIdx="3" presStyleCnt="8" custScaleY="379616" custLinFactY="100000" custLinFactNeighborX="-14212" custLinFactNeighborY="119163"/>
      <dgm:spPr/>
    </dgm:pt>
    <dgm:pt modelId="{A92FBB36-E6B7-434F-9C6D-ACC681B3E5F9}" type="pres">
      <dgm:prSet presAssocID="{AF3289D0-A2E6-4CB7-B33C-02678C1FC922}" presName="hSp" presStyleCnt="0"/>
      <dgm:spPr/>
    </dgm:pt>
    <dgm:pt modelId="{1BBF1378-9D53-4B2E-89BD-81710B06B480}" type="pres">
      <dgm:prSet presAssocID="{2B7A50F8-5A92-40F3-BAE5-A687BB6A8970}" presName="vertFlow" presStyleCnt="0"/>
      <dgm:spPr/>
    </dgm:pt>
    <dgm:pt modelId="{A70183C4-D7A2-431C-A484-FD2AC3C78AD3}" type="pres">
      <dgm:prSet presAssocID="{2B7A50F8-5A92-40F3-BAE5-A687BB6A8970}" presName="header" presStyleLbl="node1" presStyleIdx="4" presStyleCnt="8" custScaleY="379616" custLinFactY="100000" custLinFactNeighborX="-14212" custLinFactNeighborY="119163"/>
      <dgm:spPr/>
    </dgm:pt>
    <dgm:pt modelId="{1CACF5CE-9ABE-4060-B23D-86B6652F3A86}" type="pres">
      <dgm:prSet presAssocID="{2B7A50F8-5A92-40F3-BAE5-A687BB6A8970}" presName="hSp" presStyleCnt="0"/>
      <dgm:spPr/>
    </dgm:pt>
    <dgm:pt modelId="{9FAAE5FF-7854-40A7-8219-0E821894C56A}" type="pres">
      <dgm:prSet presAssocID="{F14977E4-751B-4C00-B444-F924BC1E29F8}" presName="vertFlow" presStyleCnt="0"/>
      <dgm:spPr/>
    </dgm:pt>
    <dgm:pt modelId="{4C2C54B2-F2B6-4A02-84FF-7FE51B1DDB9C}" type="pres">
      <dgm:prSet presAssocID="{F14977E4-751B-4C00-B444-F924BC1E29F8}" presName="header" presStyleLbl="node1" presStyleIdx="5" presStyleCnt="8" custScaleY="379616" custLinFactY="100000" custLinFactNeighborX="-14212" custLinFactNeighborY="119163"/>
      <dgm:spPr/>
    </dgm:pt>
    <dgm:pt modelId="{854D4B46-B0AD-4408-AFEF-EE597EA4AF2A}" type="pres">
      <dgm:prSet presAssocID="{F14977E4-751B-4C00-B444-F924BC1E29F8}" presName="hSp" presStyleCnt="0"/>
      <dgm:spPr/>
    </dgm:pt>
    <dgm:pt modelId="{5792E06B-0236-42F9-A484-A7D826AC7E0C}" type="pres">
      <dgm:prSet presAssocID="{D39A6E48-1D08-47CD-9296-68F5F09205E3}" presName="vertFlow" presStyleCnt="0"/>
      <dgm:spPr/>
    </dgm:pt>
    <dgm:pt modelId="{115EAD05-5F75-4104-8609-4224D02DCB02}" type="pres">
      <dgm:prSet presAssocID="{D39A6E48-1D08-47CD-9296-68F5F09205E3}" presName="header" presStyleLbl="node1" presStyleIdx="6" presStyleCnt="8" custScaleY="379616" custLinFactY="100000" custLinFactNeighborX="-14212" custLinFactNeighborY="119163"/>
      <dgm:spPr/>
    </dgm:pt>
    <dgm:pt modelId="{AA298252-8F9F-4D6C-91D9-42D07D2F9E73}" type="pres">
      <dgm:prSet presAssocID="{D39A6E48-1D08-47CD-9296-68F5F09205E3}" presName="hSp" presStyleCnt="0"/>
      <dgm:spPr/>
    </dgm:pt>
    <dgm:pt modelId="{3E4F104B-B3DC-4883-AABC-EB7429470B14}" type="pres">
      <dgm:prSet presAssocID="{DB2BDCF1-A711-41A0-8BAC-5ED3DB2EE3E9}" presName="vertFlow" presStyleCnt="0"/>
      <dgm:spPr/>
    </dgm:pt>
    <dgm:pt modelId="{CABBC5F8-89A8-4119-BCDE-935941BDF768}" type="pres">
      <dgm:prSet presAssocID="{DB2BDCF1-A711-41A0-8BAC-5ED3DB2EE3E9}" presName="header" presStyleLbl="node1" presStyleIdx="7" presStyleCnt="8" custScaleY="379616" custLinFactY="100000" custLinFactNeighborX="-14212" custLinFactNeighborY="119163"/>
      <dgm:spPr/>
    </dgm:pt>
  </dgm:ptLst>
  <dgm:cxnLst>
    <dgm:cxn modelId="{AF231305-D9D4-496D-906A-BF00DDE09C6C}" type="presOf" srcId="{D39A6E48-1D08-47CD-9296-68F5F09205E3}" destId="{115EAD05-5F75-4104-8609-4224D02DCB02}" srcOrd="0" destOrd="0" presId="urn:microsoft.com/office/officeart/2005/8/layout/lProcess1"/>
    <dgm:cxn modelId="{33C2E30B-9E01-4CA8-A13C-0A92774EE39F}" type="presOf" srcId="{BB3D357B-B3F9-4EDF-950D-AFEFF0AF0BA1}" destId="{3573CD6E-2AA8-47BA-AE89-500649D7F38B}" srcOrd="0" destOrd="0" presId="urn:microsoft.com/office/officeart/2005/8/layout/lProcess1"/>
    <dgm:cxn modelId="{E1889D1E-D6A5-43AE-A5E3-F7C8D2DA41D0}" srcId="{BB3D357B-B3F9-4EDF-950D-AFEFF0AF0BA1}" destId="{A39DD8C6-648A-4D9D-90BA-E8711425EC17}" srcOrd="1" destOrd="0" parTransId="{DB5BB56C-527F-46D3-89F1-143230665999}" sibTransId="{9AE97BA6-D09F-452A-BB01-7AB2E7B2F1A0}"/>
    <dgm:cxn modelId="{88A52834-2E50-40E1-A786-37B6BECD60EA}" srcId="{BB3D357B-B3F9-4EDF-950D-AFEFF0AF0BA1}" destId="{2B7A50F8-5A92-40F3-BAE5-A687BB6A8970}" srcOrd="4" destOrd="0" parTransId="{F462C551-BC45-469D-890C-2C6FA4F811BA}" sibTransId="{7A5D904F-6C89-4D27-8C52-9A389222122E}"/>
    <dgm:cxn modelId="{0620EF39-D3D9-4FF1-AF5D-6DB5A0CB8B09}" type="presOf" srcId="{F14977E4-751B-4C00-B444-F924BC1E29F8}" destId="{4C2C54B2-F2B6-4A02-84FF-7FE51B1DDB9C}" srcOrd="0" destOrd="0" presId="urn:microsoft.com/office/officeart/2005/8/layout/lProcess1"/>
    <dgm:cxn modelId="{E56D583D-4450-4F30-8CD0-B5A060F3F1C4}" srcId="{BB3D357B-B3F9-4EDF-950D-AFEFF0AF0BA1}" destId="{F14977E4-751B-4C00-B444-F924BC1E29F8}" srcOrd="5" destOrd="0" parTransId="{BD60FBED-A187-433F-BF75-01A9052CDD66}" sibTransId="{03212DF3-4B81-4B9E-A142-BC58899E2249}"/>
    <dgm:cxn modelId="{2370E444-4C4F-4155-98C1-911398610F4F}" srcId="{BB3D357B-B3F9-4EDF-950D-AFEFF0AF0BA1}" destId="{A6B6842A-49E3-4AD3-9DAA-94358AB479A2}" srcOrd="2" destOrd="0" parTransId="{F8E0C1F3-D7FF-4850-B7B4-C633AED3042A}" sibTransId="{B6C5892D-57F4-4879-A6B5-C07EDB9211AB}"/>
    <dgm:cxn modelId="{83B14C45-DCD1-4F94-8CF6-25BD8951A780}" srcId="{BB3D357B-B3F9-4EDF-950D-AFEFF0AF0BA1}" destId="{AF3289D0-A2E6-4CB7-B33C-02678C1FC922}" srcOrd="3" destOrd="0" parTransId="{7DBA46A8-60F9-431D-AEB0-05BD67EF4F7B}" sibTransId="{7DB3100C-6E4A-482A-A084-32172F649573}"/>
    <dgm:cxn modelId="{6838186A-3350-43BB-AECD-DE681EE3A881}" type="presOf" srcId="{2B7A50F8-5A92-40F3-BAE5-A687BB6A8970}" destId="{A70183C4-D7A2-431C-A484-FD2AC3C78AD3}" srcOrd="0" destOrd="0" presId="urn:microsoft.com/office/officeart/2005/8/layout/lProcess1"/>
    <dgm:cxn modelId="{1F880A4E-D0BA-4290-A055-661273E7F456}" type="presOf" srcId="{A6B6842A-49E3-4AD3-9DAA-94358AB479A2}" destId="{8DD21AD2-A55D-4DB5-8245-AE075B576AB5}" srcOrd="0" destOrd="0" presId="urn:microsoft.com/office/officeart/2005/8/layout/lProcess1"/>
    <dgm:cxn modelId="{08E08DA1-E099-4269-A7E9-4C0FAB8950FF}" srcId="{BB3D357B-B3F9-4EDF-950D-AFEFF0AF0BA1}" destId="{DB2BDCF1-A711-41A0-8BAC-5ED3DB2EE3E9}" srcOrd="7" destOrd="0" parTransId="{7E40FF3C-7B5E-4FC7-8DAF-58BE301E1691}" sibTransId="{20EB2021-B66C-4EFC-B40E-6C68075AFF99}"/>
    <dgm:cxn modelId="{67F2F9C0-4A98-42B1-AB34-4DD436EA9437}" type="presOf" srcId="{A39DD8C6-648A-4D9D-90BA-E8711425EC17}" destId="{C879A011-E1FD-4A9E-9B8E-16421D0A8120}" srcOrd="0" destOrd="0" presId="urn:microsoft.com/office/officeart/2005/8/layout/lProcess1"/>
    <dgm:cxn modelId="{78A947CC-4843-4120-9BD8-3C79B2F3A6AF}" type="presOf" srcId="{DB2BDCF1-A711-41A0-8BAC-5ED3DB2EE3E9}" destId="{CABBC5F8-89A8-4119-BCDE-935941BDF768}" srcOrd="0" destOrd="0" presId="urn:microsoft.com/office/officeart/2005/8/layout/lProcess1"/>
    <dgm:cxn modelId="{1AD817DC-0F7A-48A3-8DF1-B8D4FCBB0638}" type="presOf" srcId="{AF3289D0-A2E6-4CB7-B33C-02678C1FC922}" destId="{5FD13D48-0D7C-46D1-B86C-41CB5BE7C0FA}" srcOrd="0" destOrd="0" presId="urn:microsoft.com/office/officeart/2005/8/layout/lProcess1"/>
    <dgm:cxn modelId="{BDF191ED-94B2-4DA5-ADCB-1CEBC425CC7F}" srcId="{BB3D357B-B3F9-4EDF-950D-AFEFF0AF0BA1}" destId="{D39A6E48-1D08-47CD-9296-68F5F09205E3}" srcOrd="6" destOrd="0" parTransId="{87F5E158-8A9A-4A82-9AAD-394F9DC72556}" sibTransId="{206CF35A-4436-483D-8497-33A7A816BF43}"/>
    <dgm:cxn modelId="{B1E301EE-D39B-4F7C-A67B-B67BFB728642}" srcId="{BB3D357B-B3F9-4EDF-950D-AFEFF0AF0BA1}" destId="{4A0650AE-0A4B-499B-9AC4-7192A847DB9D}" srcOrd="0" destOrd="0" parTransId="{E6A7BAFF-7229-4EE0-B1E9-0646BC7039E7}" sibTransId="{455A0318-A6E7-4CD1-8C3F-39FD1CAFBCED}"/>
    <dgm:cxn modelId="{A6AA52F1-638B-4904-A7EB-314F2B281B02}" type="presOf" srcId="{4A0650AE-0A4B-499B-9AC4-7192A847DB9D}" destId="{58C967AF-A7D1-4122-A730-8F5403A32103}" srcOrd="0" destOrd="0" presId="urn:microsoft.com/office/officeart/2005/8/layout/lProcess1"/>
    <dgm:cxn modelId="{F6160781-37EC-4CF6-81C5-B21865B95A41}" type="presParOf" srcId="{3573CD6E-2AA8-47BA-AE89-500649D7F38B}" destId="{84173F88-D401-4872-A642-091E53D482C1}" srcOrd="0" destOrd="0" presId="urn:microsoft.com/office/officeart/2005/8/layout/lProcess1"/>
    <dgm:cxn modelId="{E628C84D-A537-4666-9882-AA78EFF0551B}" type="presParOf" srcId="{84173F88-D401-4872-A642-091E53D482C1}" destId="{58C967AF-A7D1-4122-A730-8F5403A32103}" srcOrd="0" destOrd="0" presId="urn:microsoft.com/office/officeart/2005/8/layout/lProcess1"/>
    <dgm:cxn modelId="{228C1986-19B6-4D3C-86F0-3CF8C8E4F245}" type="presParOf" srcId="{3573CD6E-2AA8-47BA-AE89-500649D7F38B}" destId="{83A2644C-7DD2-4AC0-AE57-187CF3ABC29F}" srcOrd="1" destOrd="0" presId="urn:microsoft.com/office/officeart/2005/8/layout/lProcess1"/>
    <dgm:cxn modelId="{0852E04F-AA3F-4721-89F0-A289E9AF56C8}" type="presParOf" srcId="{3573CD6E-2AA8-47BA-AE89-500649D7F38B}" destId="{AE5CDD5B-C291-4B41-AA37-CA95C12F8666}" srcOrd="2" destOrd="0" presId="urn:microsoft.com/office/officeart/2005/8/layout/lProcess1"/>
    <dgm:cxn modelId="{DA2109B6-3ED2-4C5C-BD23-A410E15CDFDF}" type="presParOf" srcId="{AE5CDD5B-C291-4B41-AA37-CA95C12F8666}" destId="{C879A011-E1FD-4A9E-9B8E-16421D0A8120}" srcOrd="0" destOrd="0" presId="urn:microsoft.com/office/officeart/2005/8/layout/lProcess1"/>
    <dgm:cxn modelId="{BCC4467A-59F5-4F05-839A-127C18186771}" type="presParOf" srcId="{3573CD6E-2AA8-47BA-AE89-500649D7F38B}" destId="{90DB2A82-79D6-46FA-BD59-F55B6CA758E7}" srcOrd="3" destOrd="0" presId="urn:microsoft.com/office/officeart/2005/8/layout/lProcess1"/>
    <dgm:cxn modelId="{FAD6C1D1-4653-4491-AD71-96A45A8ECB13}" type="presParOf" srcId="{3573CD6E-2AA8-47BA-AE89-500649D7F38B}" destId="{9932343F-956F-4935-AF9D-45733CF0A0C0}" srcOrd="4" destOrd="0" presId="urn:microsoft.com/office/officeart/2005/8/layout/lProcess1"/>
    <dgm:cxn modelId="{4CEC5CC1-7BA3-4874-AB14-8B7F5FB4698F}" type="presParOf" srcId="{9932343F-956F-4935-AF9D-45733CF0A0C0}" destId="{8DD21AD2-A55D-4DB5-8245-AE075B576AB5}" srcOrd="0" destOrd="0" presId="urn:microsoft.com/office/officeart/2005/8/layout/lProcess1"/>
    <dgm:cxn modelId="{2F56E928-E607-4D4B-B1C8-F4EE77FC56C0}" type="presParOf" srcId="{3573CD6E-2AA8-47BA-AE89-500649D7F38B}" destId="{10F3811B-2B98-47F2-A30D-3BA260768970}" srcOrd="5" destOrd="0" presId="urn:microsoft.com/office/officeart/2005/8/layout/lProcess1"/>
    <dgm:cxn modelId="{D8712C86-F45E-44B1-829E-CDB2CB40BF34}" type="presParOf" srcId="{3573CD6E-2AA8-47BA-AE89-500649D7F38B}" destId="{18F752DC-5D13-4885-BFE1-035DC8329885}" srcOrd="6" destOrd="0" presId="urn:microsoft.com/office/officeart/2005/8/layout/lProcess1"/>
    <dgm:cxn modelId="{9F0620B1-0310-4EB6-AB9F-EECA7C1BB4FC}" type="presParOf" srcId="{18F752DC-5D13-4885-BFE1-035DC8329885}" destId="{5FD13D48-0D7C-46D1-B86C-41CB5BE7C0FA}" srcOrd="0" destOrd="0" presId="urn:microsoft.com/office/officeart/2005/8/layout/lProcess1"/>
    <dgm:cxn modelId="{CAA007B6-1F4B-4DB2-AD98-9455A3912DE8}" type="presParOf" srcId="{3573CD6E-2AA8-47BA-AE89-500649D7F38B}" destId="{A92FBB36-E6B7-434F-9C6D-ACC681B3E5F9}" srcOrd="7" destOrd="0" presId="urn:microsoft.com/office/officeart/2005/8/layout/lProcess1"/>
    <dgm:cxn modelId="{B4261E23-C7FA-4833-BB22-A569EBD69BE4}" type="presParOf" srcId="{3573CD6E-2AA8-47BA-AE89-500649D7F38B}" destId="{1BBF1378-9D53-4B2E-89BD-81710B06B480}" srcOrd="8" destOrd="0" presId="urn:microsoft.com/office/officeart/2005/8/layout/lProcess1"/>
    <dgm:cxn modelId="{4FE0DD22-95E8-4123-AE12-8ADE23874408}" type="presParOf" srcId="{1BBF1378-9D53-4B2E-89BD-81710B06B480}" destId="{A70183C4-D7A2-431C-A484-FD2AC3C78AD3}" srcOrd="0" destOrd="0" presId="urn:microsoft.com/office/officeart/2005/8/layout/lProcess1"/>
    <dgm:cxn modelId="{9B96A348-E432-48A7-9AB9-17CB0021339B}" type="presParOf" srcId="{3573CD6E-2AA8-47BA-AE89-500649D7F38B}" destId="{1CACF5CE-9ABE-4060-B23D-86B6652F3A86}" srcOrd="9" destOrd="0" presId="urn:microsoft.com/office/officeart/2005/8/layout/lProcess1"/>
    <dgm:cxn modelId="{AC40EBF6-8B1F-4C71-B0B2-6C2B7C684846}" type="presParOf" srcId="{3573CD6E-2AA8-47BA-AE89-500649D7F38B}" destId="{9FAAE5FF-7854-40A7-8219-0E821894C56A}" srcOrd="10" destOrd="0" presId="urn:microsoft.com/office/officeart/2005/8/layout/lProcess1"/>
    <dgm:cxn modelId="{AEEEED92-961B-4B0A-8BFD-19BA62AE0B0A}" type="presParOf" srcId="{9FAAE5FF-7854-40A7-8219-0E821894C56A}" destId="{4C2C54B2-F2B6-4A02-84FF-7FE51B1DDB9C}" srcOrd="0" destOrd="0" presId="urn:microsoft.com/office/officeart/2005/8/layout/lProcess1"/>
    <dgm:cxn modelId="{E05834B6-13FA-410A-B08F-AF4124BCBECC}" type="presParOf" srcId="{3573CD6E-2AA8-47BA-AE89-500649D7F38B}" destId="{854D4B46-B0AD-4408-AFEF-EE597EA4AF2A}" srcOrd="11" destOrd="0" presId="urn:microsoft.com/office/officeart/2005/8/layout/lProcess1"/>
    <dgm:cxn modelId="{4B8CB814-911B-4A14-825B-BCA988DA5E08}" type="presParOf" srcId="{3573CD6E-2AA8-47BA-AE89-500649D7F38B}" destId="{5792E06B-0236-42F9-A484-A7D826AC7E0C}" srcOrd="12" destOrd="0" presId="urn:microsoft.com/office/officeart/2005/8/layout/lProcess1"/>
    <dgm:cxn modelId="{ABD14731-A096-41C2-AD5F-9FCDB5A56513}" type="presParOf" srcId="{5792E06B-0236-42F9-A484-A7D826AC7E0C}" destId="{115EAD05-5F75-4104-8609-4224D02DCB02}" srcOrd="0" destOrd="0" presId="urn:microsoft.com/office/officeart/2005/8/layout/lProcess1"/>
    <dgm:cxn modelId="{A23CBE95-5A95-4FD4-AF13-842FF880F6BD}" type="presParOf" srcId="{3573CD6E-2AA8-47BA-AE89-500649D7F38B}" destId="{AA298252-8F9F-4D6C-91D9-42D07D2F9E73}" srcOrd="13" destOrd="0" presId="urn:microsoft.com/office/officeart/2005/8/layout/lProcess1"/>
    <dgm:cxn modelId="{D6E7CDE4-356A-4529-B53F-FB7064F752DA}" type="presParOf" srcId="{3573CD6E-2AA8-47BA-AE89-500649D7F38B}" destId="{3E4F104B-B3DC-4883-AABC-EB7429470B14}" srcOrd="14" destOrd="0" presId="urn:microsoft.com/office/officeart/2005/8/layout/lProcess1"/>
    <dgm:cxn modelId="{877891DD-2387-4E65-9DA5-2BF189F1920C}" type="presParOf" srcId="{3E4F104B-B3DC-4883-AABC-EB7429470B14}" destId="{CABBC5F8-89A8-4119-BCDE-935941BDF768}" srcOrd="0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B3D357B-B3F9-4EDF-950D-AFEFF0AF0BA1}" type="doc">
      <dgm:prSet loTypeId="urn:microsoft.com/office/officeart/2005/8/layout/lProcess1" loCatId="process" qsTypeId="urn:microsoft.com/office/officeart/2005/8/quickstyle/simple1" qsCatId="simple" csTypeId="urn:microsoft.com/office/officeart/2005/8/colors/accent1_2" csCatId="accent1" phldr="1"/>
      <dgm:spPr/>
    </dgm:pt>
    <dgm:pt modelId="{A39DD8C6-648A-4D9D-90BA-E8711425EC17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endParaRPr lang="nb-NO" dirty="0">
            <a:latin typeface="Consolas" panose="020B0609020204030204" pitchFamily="49" charset="0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DB5BB56C-527F-46D3-89F1-143230665999}" type="parTrans" cxnId="{E1889D1E-D6A5-43AE-A5E3-F7C8D2DA41D0}">
      <dgm:prSet/>
      <dgm:spPr/>
      <dgm:t>
        <a:bodyPr/>
        <a:lstStyle/>
        <a:p>
          <a:endParaRPr lang="nb-NO"/>
        </a:p>
      </dgm:t>
    </dgm:pt>
    <dgm:pt modelId="{9AE97BA6-D09F-452A-BB01-7AB2E7B2F1A0}" type="sibTrans" cxnId="{E1889D1E-D6A5-43AE-A5E3-F7C8D2DA41D0}">
      <dgm:prSet/>
      <dgm:spPr/>
      <dgm:t>
        <a:bodyPr/>
        <a:lstStyle/>
        <a:p>
          <a:endParaRPr lang="nb-NO"/>
        </a:p>
      </dgm:t>
    </dgm:pt>
    <dgm:pt modelId="{A6B6842A-49E3-4AD3-9DAA-94358AB479A2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border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F8E0C1F3-D7FF-4850-B7B4-C633AED3042A}" type="parTrans" cxnId="{2370E444-4C4F-4155-98C1-911398610F4F}">
      <dgm:prSet/>
      <dgm:spPr/>
      <dgm:t>
        <a:bodyPr/>
        <a:lstStyle/>
        <a:p>
          <a:endParaRPr lang="nb-NO"/>
        </a:p>
      </dgm:t>
    </dgm:pt>
    <dgm:pt modelId="{B6C5892D-57F4-4879-A6B5-C07EDB9211AB}" type="sibTrans" cxnId="{2370E444-4C4F-4155-98C1-911398610F4F}">
      <dgm:prSet/>
      <dgm:spPr/>
      <dgm:t>
        <a:bodyPr/>
        <a:lstStyle/>
        <a:p>
          <a:endParaRPr lang="nb-NO"/>
        </a:p>
      </dgm:t>
    </dgm:pt>
    <dgm:pt modelId="{AF3289D0-A2E6-4CB7-B33C-02678C1FC922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7DBA46A8-60F9-431D-AEB0-05BD67EF4F7B}" type="parTrans" cxnId="{83B14C45-DCD1-4F94-8CF6-25BD8951A780}">
      <dgm:prSet/>
      <dgm:spPr/>
      <dgm:t>
        <a:bodyPr/>
        <a:lstStyle/>
        <a:p>
          <a:endParaRPr lang="nb-NO"/>
        </a:p>
      </dgm:t>
    </dgm:pt>
    <dgm:pt modelId="{7DB3100C-6E4A-482A-A084-32172F649573}" type="sibTrans" cxnId="{83B14C45-DCD1-4F94-8CF6-25BD8951A780}">
      <dgm:prSet/>
      <dgm:spPr/>
      <dgm:t>
        <a:bodyPr/>
        <a:lstStyle/>
        <a:p>
          <a:endParaRPr lang="nb-NO"/>
        </a:p>
      </dgm:t>
    </dgm:pt>
    <dgm:pt modelId="{2B7A50F8-5A92-40F3-BAE5-A687BB6A8970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border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F462C551-BC45-469D-890C-2C6FA4F811BA}" type="parTrans" cxnId="{88A52834-2E50-40E1-A786-37B6BECD60EA}">
      <dgm:prSet/>
      <dgm:spPr/>
      <dgm:t>
        <a:bodyPr/>
        <a:lstStyle/>
        <a:p>
          <a:endParaRPr lang="nb-NO"/>
        </a:p>
      </dgm:t>
    </dgm:pt>
    <dgm:pt modelId="{7A5D904F-6C89-4D27-8C52-9A389222122E}" type="sibTrans" cxnId="{88A52834-2E50-40E1-A786-37B6BECD60EA}">
      <dgm:prSet/>
      <dgm:spPr/>
      <dgm:t>
        <a:bodyPr/>
        <a:lstStyle/>
        <a:p>
          <a:endParaRPr lang="nb-NO"/>
        </a:p>
      </dgm:t>
    </dgm:pt>
    <dgm:pt modelId="{F14977E4-751B-4C00-B444-F924BC1E29F8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 action="ppaction://hlinksldjump"/>
          </dgm14:cNvPr>
        </a:ext>
      </dgm:extLst>
    </dgm:pt>
    <dgm:pt modelId="{BD60FBED-A187-433F-BF75-01A9052CDD66}" type="parTrans" cxnId="{E56D583D-4450-4F30-8CD0-B5A060F3F1C4}">
      <dgm:prSet/>
      <dgm:spPr/>
      <dgm:t>
        <a:bodyPr/>
        <a:lstStyle/>
        <a:p>
          <a:endParaRPr lang="nb-NO"/>
        </a:p>
      </dgm:t>
    </dgm:pt>
    <dgm:pt modelId="{03212DF3-4B81-4B9E-A142-BC58899E2249}" type="sibTrans" cxnId="{E56D583D-4450-4F30-8CD0-B5A060F3F1C4}">
      <dgm:prSet/>
      <dgm:spPr/>
      <dgm:t>
        <a:bodyPr/>
        <a:lstStyle/>
        <a:p>
          <a:endParaRPr lang="nb-NO"/>
        </a:p>
      </dgm:t>
    </dgm:pt>
    <dgm:pt modelId="{D39A6E48-1D08-47CD-9296-68F5F09205E3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border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6" action="ppaction://hlinksldjump"/>
          </dgm14:cNvPr>
        </a:ext>
      </dgm:extLst>
    </dgm:pt>
    <dgm:pt modelId="{87F5E158-8A9A-4A82-9AAD-394F9DC72556}" type="parTrans" cxnId="{BDF191ED-94B2-4DA5-ADCB-1CEBC425CC7F}">
      <dgm:prSet/>
      <dgm:spPr/>
      <dgm:t>
        <a:bodyPr/>
        <a:lstStyle/>
        <a:p>
          <a:endParaRPr lang="nb-NO"/>
        </a:p>
      </dgm:t>
    </dgm:pt>
    <dgm:pt modelId="{206CF35A-4436-483D-8497-33A7A816BF43}" type="sibTrans" cxnId="{BDF191ED-94B2-4DA5-ADCB-1CEBC425CC7F}">
      <dgm:prSet/>
      <dgm:spPr/>
      <dgm:t>
        <a:bodyPr/>
        <a:lstStyle/>
        <a:p>
          <a:endParaRPr lang="nb-NO"/>
        </a:p>
      </dgm:t>
    </dgm:pt>
    <dgm:pt modelId="{DB2BDCF1-A711-41A0-8BAC-5ED3DB2EE3E9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border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7" action="ppaction://hlinksldjump"/>
          </dgm14:cNvPr>
        </a:ext>
      </dgm:extLst>
    </dgm:pt>
    <dgm:pt modelId="{7E40FF3C-7B5E-4FC7-8DAF-58BE301E1691}" type="parTrans" cxnId="{08E08DA1-E099-4269-A7E9-4C0FAB8950FF}">
      <dgm:prSet/>
      <dgm:spPr/>
      <dgm:t>
        <a:bodyPr/>
        <a:lstStyle/>
        <a:p>
          <a:endParaRPr lang="nb-NO"/>
        </a:p>
      </dgm:t>
    </dgm:pt>
    <dgm:pt modelId="{20EB2021-B66C-4EFC-B40E-6C68075AFF99}" type="sibTrans" cxnId="{08E08DA1-E099-4269-A7E9-4C0FAB8950FF}">
      <dgm:prSet/>
      <dgm:spPr/>
      <dgm:t>
        <a:bodyPr/>
        <a:lstStyle/>
        <a:p>
          <a:endParaRPr lang="nb-NO"/>
        </a:p>
      </dgm:t>
    </dgm:pt>
    <dgm:pt modelId="{4A0650AE-0A4B-499B-9AC4-7192A847DB9D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div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8" action="ppaction://hlinksldjump"/>
          </dgm14:cNvPr>
        </a:ext>
      </dgm:extLst>
    </dgm:pt>
    <dgm:pt modelId="{E6A7BAFF-7229-4EE0-B1E9-0646BC7039E7}" type="parTrans" cxnId="{B1E301EE-D39B-4F7C-A67B-B67BFB728642}">
      <dgm:prSet/>
      <dgm:spPr/>
      <dgm:t>
        <a:bodyPr/>
        <a:lstStyle/>
        <a:p>
          <a:endParaRPr lang="nb-NO"/>
        </a:p>
      </dgm:t>
    </dgm:pt>
    <dgm:pt modelId="{455A0318-A6E7-4CD1-8C3F-39FD1CAFBCED}" type="sibTrans" cxnId="{B1E301EE-D39B-4F7C-A67B-B67BFB728642}">
      <dgm:prSet/>
      <dgm:spPr/>
      <dgm:t>
        <a:bodyPr/>
        <a:lstStyle/>
        <a:p>
          <a:endParaRPr lang="nb-NO"/>
        </a:p>
      </dgm:t>
    </dgm:pt>
    <dgm:pt modelId="{3573CD6E-2AA8-47BA-AE89-500649D7F38B}" type="pres">
      <dgm:prSet presAssocID="{BB3D357B-B3F9-4EDF-950D-AFEFF0AF0BA1}" presName="Name0" presStyleCnt="0">
        <dgm:presLayoutVars>
          <dgm:dir/>
          <dgm:animLvl val="lvl"/>
          <dgm:resizeHandles val="exact"/>
        </dgm:presLayoutVars>
      </dgm:prSet>
      <dgm:spPr/>
    </dgm:pt>
    <dgm:pt modelId="{84173F88-D401-4872-A642-091E53D482C1}" type="pres">
      <dgm:prSet presAssocID="{4A0650AE-0A4B-499B-9AC4-7192A847DB9D}" presName="vertFlow" presStyleCnt="0"/>
      <dgm:spPr/>
    </dgm:pt>
    <dgm:pt modelId="{58C967AF-A7D1-4122-A730-8F5403A32103}" type="pres">
      <dgm:prSet presAssocID="{4A0650AE-0A4B-499B-9AC4-7192A847DB9D}" presName="header" presStyleLbl="node1" presStyleIdx="0" presStyleCnt="8" custScaleY="379616" custLinFactY="100000" custLinFactNeighborX="-12863" custLinFactNeighborY="119163"/>
      <dgm:spPr/>
    </dgm:pt>
    <dgm:pt modelId="{83A2644C-7DD2-4AC0-AE57-187CF3ABC29F}" type="pres">
      <dgm:prSet presAssocID="{4A0650AE-0A4B-499B-9AC4-7192A847DB9D}" presName="hSp" presStyleCnt="0"/>
      <dgm:spPr/>
    </dgm:pt>
    <dgm:pt modelId="{AE5CDD5B-C291-4B41-AA37-CA95C12F8666}" type="pres">
      <dgm:prSet presAssocID="{A39DD8C6-648A-4D9D-90BA-E8711425EC17}" presName="vertFlow" presStyleCnt="0"/>
      <dgm:spPr/>
    </dgm:pt>
    <dgm:pt modelId="{C879A011-E1FD-4A9E-9B8E-16421D0A8120}" type="pres">
      <dgm:prSet presAssocID="{A39DD8C6-648A-4D9D-90BA-E8711425EC17}" presName="header" presStyleLbl="node1" presStyleIdx="1" presStyleCnt="8" custScaleY="379616" custLinFactY="100000" custLinFactNeighborX="-8923" custLinFactNeighborY="119162"/>
      <dgm:spPr/>
    </dgm:pt>
    <dgm:pt modelId="{90DB2A82-79D6-46FA-BD59-F55B6CA758E7}" type="pres">
      <dgm:prSet presAssocID="{A39DD8C6-648A-4D9D-90BA-E8711425EC17}" presName="hSp" presStyleCnt="0"/>
      <dgm:spPr/>
    </dgm:pt>
    <dgm:pt modelId="{9932343F-956F-4935-AF9D-45733CF0A0C0}" type="pres">
      <dgm:prSet presAssocID="{A6B6842A-49E3-4AD3-9DAA-94358AB479A2}" presName="vertFlow" presStyleCnt="0"/>
      <dgm:spPr/>
    </dgm:pt>
    <dgm:pt modelId="{8DD21AD2-A55D-4DB5-8245-AE075B576AB5}" type="pres">
      <dgm:prSet presAssocID="{A6B6842A-49E3-4AD3-9DAA-94358AB479A2}" presName="header" presStyleLbl="node1" presStyleIdx="2" presStyleCnt="8" custScaleY="379616" custLinFactY="100000" custLinFactNeighborX="-14212" custLinFactNeighborY="119163"/>
      <dgm:spPr/>
    </dgm:pt>
    <dgm:pt modelId="{10F3811B-2B98-47F2-A30D-3BA260768970}" type="pres">
      <dgm:prSet presAssocID="{A6B6842A-49E3-4AD3-9DAA-94358AB479A2}" presName="hSp" presStyleCnt="0"/>
      <dgm:spPr/>
    </dgm:pt>
    <dgm:pt modelId="{18F752DC-5D13-4885-BFE1-035DC8329885}" type="pres">
      <dgm:prSet presAssocID="{AF3289D0-A2E6-4CB7-B33C-02678C1FC922}" presName="vertFlow" presStyleCnt="0"/>
      <dgm:spPr/>
    </dgm:pt>
    <dgm:pt modelId="{5FD13D48-0D7C-46D1-B86C-41CB5BE7C0FA}" type="pres">
      <dgm:prSet presAssocID="{AF3289D0-A2E6-4CB7-B33C-02678C1FC922}" presName="header" presStyleLbl="node1" presStyleIdx="3" presStyleCnt="8" custScaleY="379616" custLinFactY="100000" custLinFactNeighborX="-14212" custLinFactNeighborY="119163"/>
      <dgm:spPr/>
    </dgm:pt>
    <dgm:pt modelId="{A92FBB36-E6B7-434F-9C6D-ACC681B3E5F9}" type="pres">
      <dgm:prSet presAssocID="{AF3289D0-A2E6-4CB7-B33C-02678C1FC922}" presName="hSp" presStyleCnt="0"/>
      <dgm:spPr/>
    </dgm:pt>
    <dgm:pt modelId="{1BBF1378-9D53-4B2E-89BD-81710B06B480}" type="pres">
      <dgm:prSet presAssocID="{2B7A50F8-5A92-40F3-BAE5-A687BB6A8970}" presName="vertFlow" presStyleCnt="0"/>
      <dgm:spPr/>
    </dgm:pt>
    <dgm:pt modelId="{A70183C4-D7A2-431C-A484-FD2AC3C78AD3}" type="pres">
      <dgm:prSet presAssocID="{2B7A50F8-5A92-40F3-BAE5-A687BB6A8970}" presName="header" presStyleLbl="node1" presStyleIdx="4" presStyleCnt="8" custScaleY="379616" custLinFactY="100000" custLinFactNeighborX="-14212" custLinFactNeighborY="119163"/>
      <dgm:spPr/>
    </dgm:pt>
    <dgm:pt modelId="{1CACF5CE-9ABE-4060-B23D-86B6652F3A86}" type="pres">
      <dgm:prSet presAssocID="{2B7A50F8-5A92-40F3-BAE5-A687BB6A8970}" presName="hSp" presStyleCnt="0"/>
      <dgm:spPr/>
    </dgm:pt>
    <dgm:pt modelId="{9FAAE5FF-7854-40A7-8219-0E821894C56A}" type="pres">
      <dgm:prSet presAssocID="{F14977E4-751B-4C00-B444-F924BC1E29F8}" presName="vertFlow" presStyleCnt="0"/>
      <dgm:spPr/>
    </dgm:pt>
    <dgm:pt modelId="{4C2C54B2-F2B6-4A02-84FF-7FE51B1DDB9C}" type="pres">
      <dgm:prSet presAssocID="{F14977E4-751B-4C00-B444-F924BC1E29F8}" presName="header" presStyleLbl="node1" presStyleIdx="5" presStyleCnt="8" custScaleY="379616" custLinFactY="100000" custLinFactNeighborX="-14212" custLinFactNeighborY="119163"/>
      <dgm:spPr/>
    </dgm:pt>
    <dgm:pt modelId="{854D4B46-B0AD-4408-AFEF-EE597EA4AF2A}" type="pres">
      <dgm:prSet presAssocID="{F14977E4-751B-4C00-B444-F924BC1E29F8}" presName="hSp" presStyleCnt="0"/>
      <dgm:spPr/>
    </dgm:pt>
    <dgm:pt modelId="{5792E06B-0236-42F9-A484-A7D826AC7E0C}" type="pres">
      <dgm:prSet presAssocID="{D39A6E48-1D08-47CD-9296-68F5F09205E3}" presName="vertFlow" presStyleCnt="0"/>
      <dgm:spPr/>
    </dgm:pt>
    <dgm:pt modelId="{115EAD05-5F75-4104-8609-4224D02DCB02}" type="pres">
      <dgm:prSet presAssocID="{D39A6E48-1D08-47CD-9296-68F5F09205E3}" presName="header" presStyleLbl="node1" presStyleIdx="6" presStyleCnt="8" custScaleY="379616" custLinFactY="100000" custLinFactNeighborX="-14212" custLinFactNeighborY="119163"/>
      <dgm:spPr/>
    </dgm:pt>
    <dgm:pt modelId="{AA298252-8F9F-4D6C-91D9-42D07D2F9E73}" type="pres">
      <dgm:prSet presAssocID="{D39A6E48-1D08-47CD-9296-68F5F09205E3}" presName="hSp" presStyleCnt="0"/>
      <dgm:spPr/>
    </dgm:pt>
    <dgm:pt modelId="{3E4F104B-B3DC-4883-AABC-EB7429470B14}" type="pres">
      <dgm:prSet presAssocID="{DB2BDCF1-A711-41A0-8BAC-5ED3DB2EE3E9}" presName="vertFlow" presStyleCnt="0"/>
      <dgm:spPr/>
    </dgm:pt>
    <dgm:pt modelId="{CABBC5F8-89A8-4119-BCDE-935941BDF768}" type="pres">
      <dgm:prSet presAssocID="{DB2BDCF1-A711-41A0-8BAC-5ED3DB2EE3E9}" presName="header" presStyleLbl="node1" presStyleIdx="7" presStyleCnt="8" custScaleY="379616" custLinFactY="100000" custLinFactNeighborX="-14212" custLinFactNeighborY="119163"/>
      <dgm:spPr/>
    </dgm:pt>
  </dgm:ptLst>
  <dgm:cxnLst>
    <dgm:cxn modelId="{AF231305-D9D4-496D-906A-BF00DDE09C6C}" type="presOf" srcId="{D39A6E48-1D08-47CD-9296-68F5F09205E3}" destId="{115EAD05-5F75-4104-8609-4224D02DCB02}" srcOrd="0" destOrd="0" presId="urn:microsoft.com/office/officeart/2005/8/layout/lProcess1"/>
    <dgm:cxn modelId="{33C2E30B-9E01-4CA8-A13C-0A92774EE39F}" type="presOf" srcId="{BB3D357B-B3F9-4EDF-950D-AFEFF0AF0BA1}" destId="{3573CD6E-2AA8-47BA-AE89-500649D7F38B}" srcOrd="0" destOrd="0" presId="urn:microsoft.com/office/officeart/2005/8/layout/lProcess1"/>
    <dgm:cxn modelId="{E1889D1E-D6A5-43AE-A5E3-F7C8D2DA41D0}" srcId="{BB3D357B-B3F9-4EDF-950D-AFEFF0AF0BA1}" destId="{A39DD8C6-648A-4D9D-90BA-E8711425EC17}" srcOrd="1" destOrd="0" parTransId="{DB5BB56C-527F-46D3-89F1-143230665999}" sibTransId="{9AE97BA6-D09F-452A-BB01-7AB2E7B2F1A0}"/>
    <dgm:cxn modelId="{88A52834-2E50-40E1-A786-37B6BECD60EA}" srcId="{BB3D357B-B3F9-4EDF-950D-AFEFF0AF0BA1}" destId="{2B7A50F8-5A92-40F3-BAE5-A687BB6A8970}" srcOrd="4" destOrd="0" parTransId="{F462C551-BC45-469D-890C-2C6FA4F811BA}" sibTransId="{7A5D904F-6C89-4D27-8C52-9A389222122E}"/>
    <dgm:cxn modelId="{0620EF39-D3D9-4FF1-AF5D-6DB5A0CB8B09}" type="presOf" srcId="{F14977E4-751B-4C00-B444-F924BC1E29F8}" destId="{4C2C54B2-F2B6-4A02-84FF-7FE51B1DDB9C}" srcOrd="0" destOrd="0" presId="urn:microsoft.com/office/officeart/2005/8/layout/lProcess1"/>
    <dgm:cxn modelId="{E56D583D-4450-4F30-8CD0-B5A060F3F1C4}" srcId="{BB3D357B-B3F9-4EDF-950D-AFEFF0AF0BA1}" destId="{F14977E4-751B-4C00-B444-F924BC1E29F8}" srcOrd="5" destOrd="0" parTransId="{BD60FBED-A187-433F-BF75-01A9052CDD66}" sibTransId="{03212DF3-4B81-4B9E-A142-BC58899E2249}"/>
    <dgm:cxn modelId="{2370E444-4C4F-4155-98C1-911398610F4F}" srcId="{BB3D357B-B3F9-4EDF-950D-AFEFF0AF0BA1}" destId="{A6B6842A-49E3-4AD3-9DAA-94358AB479A2}" srcOrd="2" destOrd="0" parTransId="{F8E0C1F3-D7FF-4850-B7B4-C633AED3042A}" sibTransId="{B6C5892D-57F4-4879-A6B5-C07EDB9211AB}"/>
    <dgm:cxn modelId="{83B14C45-DCD1-4F94-8CF6-25BD8951A780}" srcId="{BB3D357B-B3F9-4EDF-950D-AFEFF0AF0BA1}" destId="{AF3289D0-A2E6-4CB7-B33C-02678C1FC922}" srcOrd="3" destOrd="0" parTransId="{7DBA46A8-60F9-431D-AEB0-05BD67EF4F7B}" sibTransId="{7DB3100C-6E4A-482A-A084-32172F649573}"/>
    <dgm:cxn modelId="{6838186A-3350-43BB-AECD-DE681EE3A881}" type="presOf" srcId="{2B7A50F8-5A92-40F3-BAE5-A687BB6A8970}" destId="{A70183C4-D7A2-431C-A484-FD2AC3C78AD3}" srcOrd="0" destOrd="0" presId="urn:microsoft.com/office/officeart/2005/8/layout/lProcess1"/>
    <dgm:cxn modelId="{1F880A4E-D0BA-4290-A055-661273E7F456}" type="presOf" srcId="{A6B6842A-49E3-4AD3-9DAA-94358AB479A2}" destId="{8DD21AD2-A55D-4DB5-8245-AE075B576AB5}" srcOrd="0" destOrd="0" presId="urn:microsoft.com/office/officeart/2005/8/layout/lProcess1"/>
    <dgm:cxn modelId="{08E08DA1-E099-4269-A7E9-4C0FAB8950FF}" srcId="{BB3D357B-B3F9-4EDF-950D-AFEFF0AF0BA1}" destId="{DB2BDCF1-A711-41A0-8BAC-5ED3DB2EE3E9}" srcOrd="7" destOrd="0" parTransId="{7E40FF3C-7B5E-4FC7-8DAF-58BE301E1691}" sibTransId="{20EB2021-B66C-4EFC-B40E-6C68075AFF99}"/>
    <dgm:cxn modelId="{67F2F9C0-4A98-42B1-AB34-4DD436EA9437}" type="presOf" srcId="{A39DD8C6-648A-4D9D-90BA-E8711425EC17}" destId="{C879A011-E1FD-4A9E-9B8E-16421D0A8120}" srcOrd="0" destOrd="0" presId="urn:microsoft.com/office/officeart/2005/8/layout/lProcess1"/>
    <dgm:cxn modelId="{78A947CC-4843-4120-9BD8-3C79B2F3A6AF}" type="presOf" srcId="{DB2BDCF1-A711-41A0-8BAC-5ED3DB2EE3E9}" destId="{CABBC5F8-89A8-4119-BCDE-935941BDF768}" srcOrd="0" destOrd="0" presId="urn:microsoft.com/office/officeart/2005/8/layout/lProcess1"/>
    <dgm:cxn modelId="{1AD817DC-0F7A-48A3-8DF1-B8D4FCBB0638}" type="presOf" srcId="{AF3289D0-A2E6-4CB7-B33C-02678C1FC922}" destId="{5FD13D48-0D7C-46D1-B86C-41CB5BE7C0FA}" srcOrd="0" destOrd="0" presId="urn:microsoft.com/office/officeart/2005/8/layout/lProcess1"/>
    <dgm:cxn modelId="{BDF191ED-94B2-4DA5-ADCB-1CEBC425CC7F}" srcId="{BB3D357B-B3F9-4EDF-950D-AFEFF0AF0BA1}" destId="{D39A6E48-1D08-47CD-9296-68F5F09205E3}" srcOrd="6" destOrd="0" parTransId="{87F5E158-8A9A-4A82-9AAD-394F9DC72556}" sibTransId="{206CF35A-4436-483D-8497-33A7A816BF43}"/>
    <dgm:cxn modelId="{B1E301EE-D39B-4F7C-A67B-B67BFB728642}" srcId="{BB3D357B-B3F9-4EDF-950D-AFEFF0AF0BA1}" destId="{4A0650AE-0A4B-499B-9AC4-7192A847DB9D}" srcOrd="0" destOrd="0" parTransId="{E6A7BAFF-7229-4EE0-B1E9-0646BC7039E7}" sibTransId="{455A0318-A6E7-4CD1-8C3F-39FD1CAFBCED}"/>
    <dgm:cxn modelId="{A6AA52F1-638B-4904-A7EB-314F2B281B02}" type="presOf" srcId="{4A0650AE-0A4B-499B-9AC4-7192A847DB9D}" destId="{58C967AF-A7D1-4122-A730-8F5403A32103}" srcOrd="0" destOrd="0" presId="urn:microsoft.com/office/officeart/2005/8/layout/lProcess1"/>
    <dgm:cxn modelId="{F6160781-37EC-4CF6-81C5-B21865B95A41}" type="presParOf" srcId="{3573CD6E-2AA8-47BA-AE89-500649D7F38B}" destId="{84173F88-D401-4872-A642-091E53D482C1}" srcOrd="0" destOrd="0" presId="urn:microsoft.com/office/officeart/2005/8/layout/lProcess1"/>
    <dgm:cxn modelId="{E628C84D-A537-4666-9882-AA78EFF0551B}" type="presParOf" srcId="{84173F88-D401-4872-A642-091E53D482C1}" destId="{58C967AF-A7D1-4122-A730-8F5403A32103}" srcOrd="0" destOrd="0" presId="urn:microsoft.com/office/officeart/2005/8/layout/lProcess1"/>
    <dgm:cxn modelId="{228C1986-19B6-4D3C-86F0-3CF8C8E4F245}" type="presParOf" srcId="{3573CD6E-2AA8-47BA-AE89-500649D7F38B}" destId="{83A2644C-7DD2-4AC0-AE57-187CF3ABC29F}" srcOrd="1" destOrd="0" presId="urn:microsoft.com/office/officeart/2005/8/layout/lProcess1"/>
    <dgm:cxn modelId="{0852E04F-AA3F-4721-89F0-A289E9AF56C8}" type="presParOf" srcId="{3573CD6E-2AA8-47BA-AE89-500649D7F38B}" destId="{AE5CDD5B-C291-4B41-AA37-CA95C12F8666}" srcOrd="2" destOrd="0" presId="urn:microsoft.com/office/officeart/2005/8/layout/lProcess1"/>
    <dgm:cxn modelId="{DA2109B6-3ED2-4C5C-BD23-A410E15CDFDF}" type="presParOf" srcId="{AE5CDD5B-C291-4B41-AA37-CA95C12F8666}" destId="{C879A011-E1FD-4A9E-9B8E-16421D0A8120}" srcOrd="0" destOrd="0" presId="urn:microsoft.com/office/officeart/2005/8/layout/lProcess1"/>
    <dgm:cxn modelId="{BCC4467A-59F5-4F05-839A-127C18186771}" type="presParOf" srcId="{3573CD6E-2AA8-47BA-AE89-500649D7F38B}" destId="{90DB2A82-79D6-46FA-BD59-F55B6CA758E7}" srcOrd="3" destOrd="0" presId="urn:microsoft.com/office/officeart/2005/8/layout/lProcess1"/>
    <dgm:cxn modelId="{FAD6C1D1-4653-4491-AD71-96A45A8ECB13}" type="presParOf" srcId="{3573CD6E-2AA8-47BA-AE89-500649D7F38B}" destId="{9932343F-956F-4935-AF9D-45733CF0A0C0}" srcOrd="4" destOrd="0" presId="urn:microsoft.com/office/officeart/2005/8/layout/lProcess1"/>
    <dgm:cxn modelId="{4CEC5CC1-7BA3-4874-AB14-8B7F5FB4698F}" type="presParOf" srcId="{9932343F-956F-4935-AF9D-45733CF0A0C0}" destId="{8DD21AD2-A55D-4DB5-8245-AE075B576AB5}" srcOrd="0" destOrd="0" presId="urn:microsoft.com/office/officeart/2005/8/layout/lProcess1"/>
    <dgm:cxn modelId="{2F56E928-E607-4D4B-B1C8-F4EE77FC56C0}" type="presParOf" srcId="{3573CD6E-2AA8-47BA-AE89-500649D7F38B}" destId="{10F3811B-2B98-47F2-A30D-3BA260768970}" srcOrd="5" destOrd="0" presId="urn:microsoft.com/office/officeart/2005/8/layout/lProcess1"/>
    <dgm:cxn modelId="{D8712C86-F45E-44B1-829E-CDB2CB40BF34}" type="presParOf" srcId="{3573CD6E-2AA8-47BA-AE89-500649D7F38B}" destId="{18F752DC-5D13-4885-BFE1-035DC8329885}" srcOrd="6" destOrd="0" presId="urn:microsoft.com/office/officeart/2005/8/layout/lProcess1"/>
    <dgm:cxn modelId="{9F0620B1-0310-4EB6-AB9F-EECA7C1BB4FC}" type="presParOf" srcId="{18F752DC-5D13-4885-BFE1-035DC8329885}" destId="{5FD13D48-0D7C-46D1-B86C-41CB5BE7C0FA}" srcOrd="0" destOrd="0" presId="urn:microsoft.com/office/officeart/2005/8/layout/lProcess1"/>
    <dgm:cxn modelId="{CAA007B6-1F4B-4DB2-AD98-9455A3912DE8}" type="presParOf" srcId="{3573CD6E-2AA8-47BA-AE89-500649D7F38B}" destId="{A92FBB36-E6B7-434F-9C6D-ACC681B3E5F9}" srcOrd="7" destOrd="0" presId="urn:microsoft.com/office/officeart/2005/8/layout/lProcess1"/>
    <dgm:cxn modelId="{B4261E23-C7FA-4833-BB22-A569EBD69BE4}" type="presParOf" srcId="{3573CD6E-2AA8-47BA-AE89-500649D7F38B}" destId="{1BBF1378-9D53-4B2E-89BD-81710B06B480}" srcOrd="8" destOrd="0" presId="urn:microsoft.com/office/officeart/2005/8/layout/lProcess1"/>
    <dgm:cxn modelId="{4FE0DD22-95E8-4123-AE12-8ADE23874408}" type="presParOf" srcId="{1BBF1378-9D53-4B2E-89BD-81710B06B480}" destId="{A70183C4-D7A2-431C-A484-FD2AC3C78AD3}" srcOrd="0" destOrd="0" presId="urn:microsoft.com/office/officeart/2005/8/layout/lProcess1"/>
    <dgm:cxn modelId="{9B96A348-E432-48A7-9AB9-17CB0021339B}" type="presParOf" srcId="{3573CD6E-2AA8-47BA-AE89-500649D7F38B}" destId="{1CACF5CE-9ABE-4060-B23D-86B6652F3A86}" srcOrd="9" destOrd="0" presId="urn:microsoft.com/office/officeart/2005/8/layout/lProcess1"/>
    <dgm:cxn modelId="{AC40EBF6-8B1F-4C71-B0B2-6C2B7C684846}" type="presParOf" srcId="{3573CD6E-2AA8-47BA-AE89-500649D7F38B}" destId="{9FAAE5FF-7854-40A7-8219-0E821894C56A}" srcOrd="10" destOrd="0" presId="urn:microsoft.com/office/officeart/2005/8/layout/lProcess1"/>
    <dgm:cxn modelId="{AEEEED92-961B-4B0A-8BFD-19BA62AE0B0A}" type="presParOf" srcId="{9FAAE5FF-7854-40A7-8219-0E821894C56A}" destId="{4C2C54B2-F2B6-4A02-84FF-7FE51B1DDB9C}" srcOrd="0" destOrd="0" presId="urn:microsoft.com/office/officeart/2005/8/layout/lProcess1"/>
    <dgm:cxn modelId="{E05834B6-13FA-410A-B08F-AF4124BCBECC}" type="presParOf" srcId="{3573CD6E-2AA8-47BA-AE89-500649D7F38B}" destId="{854D4B46-B0AD-4408-AFEF-EE597EA4AF2A}" srcOrd="11" destOrd="0" presId="urn:microsoft.com/office/officeart/2005/8/layout/lProcess1"/>
    <dgm:cxn modelId="{4B8CB814-911B-4A14-825B-BCA988DA5E08}" type="presParOf" srcId="{3573CD6E-2AA8-47BA-AE89-500649D7F38B}" destId="{5792E06B-0236-42F9-A484-A7D826AC7E0C}" srcOrd="12" destOrd="0" presId="urn:microsoft.com/office/officeart/2005/8/layout/lProcess1"/>
    <dgm:cxn modelId="{ABD14731-A096-41C2-AD5F-9FCDB5A56513}" type="presParOf" srcId="{5792E06B-0236-42F9-A484-A7D826AC7E0C}" destId="{115EAD05-5F75-4104-8609-4224D02DCB02}" srcOrd="0" destOrd="0" presId="urn:microsoft.com/office/officeart/2005/8/layout/lProcess1"/>
    <dgm:cxn modelId="{A23CBE95-5A95-4FD4-AF13-842FF880F6BD}" type="presParOf" srcId="{3573CD6E-2AA8-47BA-AE89-500649D7F38B}" destId="{AA298252-8F9F-4D6C-91D9-42D07D2F9E73}" srcOrd="13" destOrd="0" presId="urn:microsoft.com/office/officeart/2005/8/layout/lProcess1"/>
    <dgm:cxn modelId="{D6E7CDE4-356A-4529-B53F-FB7064F752DA}" type="presParOf" srcId="{3573CD6E-2AA8-47BA-AE89-500649D7F38B}" destId="{3E4F104B-B3DC-4883-AABC-EB7429470B14}" srcOrd="14" destOrd="0" presId="urn:microsoft.com/office/officeart/2005/8/layout/lProcess1"/>
    <dgm:cxn modelId="{877891DD-2387-4E65-9DA5-2BF189F1920C}" type="presParOf" srcId="{3E4F104B-B3DC-4883-AABC-EB7429470B14}" destId="{CABBC5F8-89A8-4119-BCDE-935941BDF768}" srcOrd="0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B3D357B-B3F9-4EDF-950D-AFEFF0AF0BA1}" type="doc">
      <dgm:prSet loTypeId="urn:microsoft.com/office/officeart/2005/8/layout/lProcess1" loCatId="process" qsTypeId="urn:microsoft.com/office/officeart/2005/8/quickstyle/simple1" qsCatId="simple" csTypeId="urn:microsoft.com/office/officeart/2005/8/colors/accent1_2" csCatId="accent1" phldr="1"/>
      <dgm:spPr/>
    </dgm:pt>
    <dgm:pt modelId="{A39DD8C6-648A-4D9D-90BA-E8711425EC17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endParaRPr lang="nb-NO" dirty="0">
            <a:latin typeface="Consolas" panose="020B0609020204030204" pitchFamily="49" charset="0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DB5BB56C-527F-46D3-89F1-143230665999}" type="parTrans" cxnId="{E1889D1E-D6A5-43AE-A5E3-F7C8D2DA41D0}">
      <dgm:prSet/>
      <dgm:spPr/>
      <dgm:t>
        <a:bodyPr/>
        <a:lstStyle/>
        <a:p>
          <a:endParaRPr lang="nb-NO"/>
        </a:p>
      </dgm:t>
    </dgm:pt>
    <dgm:pt modelId="{9AE97BA6-D09F-452A-BB01-7AB2E7B2F1A0}" type="sibTrans" cxnId="{E1889D1E-D6A5-43AE-A5E3-F7C8D2DA41D0}">
      <dgm:prSet/>
      <dgm:spPr/>
      <dgm:t>
        <a:bodyPr/>
        <a:lstStyle/>
        <a:p>
          <a:endParaRPr lang="nb-NO"/>
        </a:p>
      </dgm:t>
    </dgm:pt>
    <dgm:pt modelId="{A6B6842A-49E3-4AD3-9DAA-94358AB479A2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border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F8E0C1F3-D7FF-4850-B7B4-C633AED3042A}" type="parTrans" cxnId="{2370E444-4C4F-4155-98C1-911398610F4F}">
      <dgm:prSet/>
      <dgm:spPr/>
      <dgm:t>
        <a:bodyPr/>
        <a:lstStyle/>
        <a:p>
          <a:endParaRPr lang="nb-NO"/>
        </a:p>
      </dgm:t>
    </dgm:pt>
    <dgm:pt modelId="{B6C5892D-57F4-4879-A6B5-C07EDB9211AB}" type="sibTrans" cxnId="{2370E444-4C4F-4155-98C1-911398610F4F}">
      <dgm:prSet/>
      <dgm:spPr/>
      <dgm:t>
        <a:bodyPr/>
        <a:lstStyle/>
        <a:p>
          <a:endParaRPr lang="nb-NO"/>
        </a:p>
      </dgm:t>
    </dgm:pt>
    <dgm:pt modelId="{AF3289D0-A2E6-4CB7-B33C-02678C1FC922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7DBA46A8-60F9-431D-AEB0-05BD67EF4F7B}" type="parTrans" cxnId="{83B14C45-DCD1-4F94-8CF6-25BD8951A780}">
      <dgm:prSet/>
      <dgm:spPr/>
      <dgm:t>
        <a:bodyPr/>
        <a:lstStyle/>
        <a:p>
          <a:endParaRPr lang="nb-NO"/>
        </a:p>
      </dgm:t>
    </dgm:pt>
    <dgm:pt modelId="{7DB3100C-6E4A-482A-A084-32172F649573}" type="sibTrans" cxnId="{83B14C45-DCD1-4F94-8CF6-25BD8951A780}">
      <dgm:prSet/>
      <dgm:spPr/>
      <dgm:t>
        <a:bodyPr/>
        <a:lstStyle/>
        <a:p>
          <a:endParaRPr lang="nb-NO"/>
        </a:p>
      </dgm:t>
    </dgm:pt>
    <dgm:pt modelId="{2B7A50F8-5A92-40F3-BAE5-A687BB6A8970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border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F462C551-BC45-469D-890C-2C6FA4F811BA}" type="parTrans" cxnId="{88A52834-2E50-40E1-A786-37B6BECD60EA}">
      <dgm:prSet/>
      <dgm:spPr/>
      <dgm:t>
        <a:bodyPr/>
        <a:lstStyle/>
        <a:p>
          <a:endParaRPr lang="nb-NO"/>
        </a:p>
      </dgm:t>
    </dgm:pt>
    <dgm:pt modelId="{7A5D904F-6C89-4D27-8C52-9A389222122E}" type="sibTrans" cxnId="{88A52834-2E50-40E1-A786-37B6BECD60EA}">
      <dgm:prSet/>
      <dgm:spPr/>
      <dgm:t>
        <a:bodyPr/>
        <a:lstStyle/>
        <a:p>
          <a:endParaRPr lang="nb-NO"/>
        </a:p>
      </dgm:t>
    </dgm:pt>
    <dgm:pt modelId="{F14977E4-751B-4C00-B444-F924BC1E29F8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 action="ppaction://hlinksldjump"/>
          </dgm14:cNvPr>
        </a:ext>
      </dgm:extLst>
    </dgm:pt>
    <dgm:pt modelId="{BD60FBED-A187-433F-BF75-01A9052CDD66}" type="parTrans" cxnId="{E56D583D-4450-4F30-8CD0-B5A060F3F1C4}">
      <dgm:prSet/>
      <dgm:spPr/>
      <dgm:t>
        <a:bodyPr/>
        <a:lstStyle/>
        <a:p>
          <a:endParaRPr lang="nb-NO"/>
        </a:p>
      </dgm:t>
    </dgm:pt>
    <dgm:pt modelId="{03212DF3-4B81-4B9E-A142-BC58899E2249}" type="sibTrans" cxnId="{E56D583D-4450-4F30-8CD0-B5A060F3F1C4}">
      <dgm:prSet/>
      <dgm:spPr/>
      <dgm:t>
        <a:bodyPr/>
        <a:lstStyle/>
        <a:p>
          <a:endParaRPr lang="nb-NO"/>
        </a:p>
      </dgm:t>
    </dgm:pt>
    <dgm:pt modelId="{D39A6E48-1D08-47CD-9296-68F5F09205E3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border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6" action="ppaction://hlinksldjump"/>
          </dgm14:cNvPr>
        </a:ext>
      </dgm:extLst>
    </dgm:pt>
    <dgm:pt modelId="{87F5E158-8A9A-4A82-9AAD-394F9DC72556}" type="parTrans" cxnId="{BDF191ED-94B2-4DA5-ADCB-1CEBC425CC7F}">
      <dgm:prSet/>
      <dgm:spPr/>
      <dgm:t>
        <a:bodyPr/>
        <a:lstStyle/>
        <a:p>
          <a:endParaRPr lang="nb-NO"/>
        </a:p>
      </dgm:t>
    </dgm:pt>
    <dgm:pt modelId="{206CF35A-4436-483D-8497-33A7A816BF43}" type="sibTrans" cxnId="{BDF191ED-94B2-4DA5-ADCB-1CEBC425CC7F}">
      <dgm:prSet/>
      <dgm:spPr/>
      <dgm:t>
        <a:bodyPr/>
        <a:lstStyle/>
        <a:p>
          <a:endParaRPr lang="nb-NO"/>
        </a:p>
      </dgm:t>
    </dgm:pt>
    <dgm:pt modelId="{DB2BDCF1-A711-41A0-8BAC-5ED3DB2EE3E9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border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7" action="ppaction://hlinksldjump"/>
          </dgm14:cNvPr>
        </a:ext>
      </dgm:extLst>
    </dgm:pt>
    <dgm:pt modelId="{7E40FF3C-7B5E-4FC7-8DAF-58BE301E1691}" type="parTrans" cxnId="{08E08DA1-E099-4269-A7E9-4C0FAB8950FF}">
      <dgm:prSet/>
      <dgm:spPr/>
      <dgm:t>
        <a:bodyPr/>
        <a:lstStyle/>
        <a:p>
          <a:endParaRPr lang="nb-NO"/>
        </a:p>
      </dgm:t>
    </dgm:pt>
    <dgm:pt modelId="{20EB2021-B66C-4EFC-B40E-6C68075AFF99}" type="sibTrans" cxnId="{08E08DA1-E099-4269-A7E9-4C0FAB8950FF}">
      <dgm:prSet/>
      <dgm:spPr/>
      <dgm:t>
        <a:bodyPr/>
        <a:lstStyle/>
        <a:p>
          <a:endParaRPr lang="nb-NO"/>
        </a:p>
      </dgm:t>
    </dgm:pt>
    <dgm:pt modelId="{4A0650AE-0A4B-499B-9AC4-7192A847DB9D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div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8" action="ppaction://hlinksldjump"/>
          </dgm14:cNvPr>
        </a:ext>
      </dgm:extLst>
    </dgm:pt>
    <dgm:pt modelId="{E6A7BAFF-7229-4EE0-B1E9-0646BC7039E7}" type="parTrans" cxnId="{B1E301EE-D39B-4F7C-A67B-B67BFB728642}">
      <dgm:prSet/>
      <dgm:spPr/>
      <dgm:t>
        <a:bodyPr/>
        <a:lstStyle/>
        <a:p>
          <a:endParaRPr lang="nb-NO"/>
        </a:p>
      </dgm:t>
    </dgm:pt>
    <dgm:pt modelId="{455A0318-A6E7-4CD1-8C3F-39FD1CAFBCED}" type="sibTrans" cxnId="{B1E301EE-D39B-4F7C-A67B-B67BFB728642}">
      <dgm:prSet/>
      <dgm:spPr/>
      <dgm:t>
        <a:bodyPr/>
        <a:lstStyle/>
        <a:p>
          <a:endParaRPr lang="nb-NO"/>
        </a:p>
      </dgm:t>
    </dgm:pt>
    <dgm:pt modelId="{3573CD6E-2AA8-47BA-AE89-500649D7F38B}" type="pres">
      <dgm:prSet presAssocID="{BB3D357B-B3F9-4EDF-950D-AFEFF0AF0BA1}" presName="Name0" presStyleCnt="0">
        <dgm:presLayoutVars>
          <dgm:dir/>
          <dgm:animLvl val="lvl"/>
          <dgm:resizeHandles val="exact"/>
        </dgm:presLayoutVars>
      </dgm:prSet>
      <dgm:spPr/>
    </dgm:pt>
    <dgm:pt modelId="{84173F88-D401-4872-A642-091E53D482C1}" type="pres">
      <dgm:prSet presAssocID="{4A0650AE-0A4B-499B-9AC4-7192A847DB9D}" presName="vertFlow" presStyleCnt="0"/>
      <dgm:spPr/>
    </dgm:pt>
    <dgm:pt modelId="{58C967AF-A7D1-4122-A730-8F5403A32103}" type="pres">
      <dgm:prSet presAssocID="{4A0650AE-0A4B-499B-9AC4-7192A847DB9D}" presName="header" presStyleLbl="node1" presStyleIdx="0" presStyleCnt="8" custScaleY="379616" custLinFactY="100000" custLinFactNeighborX="-12863" custLinFactNeighborY="119163"/>
      <dgm:spPr/>
    </dgm:pt>
    <dgm:pt modelId="{83A2644C-7DD2-4AC0-AE57-187CF3ABC29F}" type="pres">
      <dgm:prSet presAssocID="{4A0650AE-0A4B-499B-9AC4-7192A847DB9D}" presName="hSp" presStyleCnt="0"/>
      <dgm:spPr/>
    </dgm:pt>
    <dgm:pt modelId="{AE5CDD5B-C291-4B41-AA37-CA95C12F8666}" type="pres">
      <dgm:prSet presAssocID="{A39DD8C6-648A-4D9D-90BA-E8711425EC17}" presName="vertFlow" presStyleCnt="0"/>
      <dgm:spPr/>
    </dgm:pt>
    <dgm:pt modelId="{C879A011-E1FD-4A9E-9B8E-16421D0A8120}" type="pres">
      <dgm:prSet presAssocID="{A39DD8C6-648A-4D9D-90BA-E8711425EC17}" presName="header" presStyleLbl="node1" presStyleIdx="1" presStyleCnt="8" custScaleY="379616" custLinFactY="100000" custLinFactNeighborX="-8923" custLinFactNeighborY="119162"/>
      <dgm:spPr/>
    </dgm:pt>
    <dgm:pt modelId="{90DB2A82-79D6-46FA-BD59-F55B6CA758E7}" type="pres">
      <dgm:prSet presAssocID="{A39DD8C6-648A-4D9D-90BA-E8711425EC17}" presName="hSp" presStyleCnt="0"/>
      <dgm:spPr/>
    </dgm:pt>
    <dgm:pt modelId="{9932343F-956F-4935-AF9D-45733CF0A0C0}" type="pres">
      <dgm:prSet presAssocID="{A6B6842A-49E3-4AD3-9DAA-94358AB479A2}" presName="vertFlow" presStyleCnt="0"/>
      <dgm:spPr/>
    </dgm:pt>
    <dgm:pt modelId="{8DD21AD2-A55D-4DB5-8245-AE075B576AB5}" type="pres">
      <dgm:prSet presAssocID="{A6B6842A-49E3-4AD3-9DAA-94358AB479A2}" presName="header" presStyleLbl="node1" presStyleIdx="2" presStyleCnt="8" custScaleY="379616" custLinFactY="100000" custLinFactNeighborX="-14212" custLinFactNeighborY="119163"/>
      <dgm:spPr/>
    </dgm:pt>
    <dgm:pt modelId="{10F3811B-2B98-47F2-A30D-3BA260768970}" type="pres">
      <dgm:prSet presAssocID="{A6B6842A-49E3-4AD3-9DAA-94358AB479A2}" presName="hSp" presStyleCnt="0"/>
      <dgm:spPr/>
    </dgm:pt>
    <dgm:pt modelId="{18F752DC-5D13-4885-BFE1-035DC8329885}" type="pres">
      <dgm:prSet presAssocID="{AF3289D0-A2E6-4CB7-B33C-02678C1FC922}" presName="vertFlow" presStyleCnt="0"/>
      <dgm:spPr/>
    </dgm:pt>
    <dgm:pt modelId="{5FD13D48-0D7C-46D1-B86C-41CB5BE7C0FA}" type="pres">
      <dgm:prSet presAssocID="{AF3289D0-A2E6-4CB7-B33C-02678C1FC922}" presName="header" presStyleLbl="node1" presStyleIdx="3" presStyleCnt="8" custScaleY="379616" custLinFactY="100000" custLinFactNeighborX="-14212" custLinFactNeighborY="119163"/>
      <dgm:spPr/>
    </dgm:pt>
    <dgm:pt modelId="{A92FBB36-E6B7-434F-9C6D-ACC681B3E5F9}" type="pres">
      <dgm:prSet presAssocID="{AF3289D0-A2E6-4CB7-B33C-02678C1FC922}" presName="hSp" presStyleCnt="0"/>
      <dgm:spPr/>
    </dgm:pt>
    <dgm:pt modelId="{1BBF1378-9D53-4B2E-89BD-81710B06B480}" type="pres">
      <dgm:prSet presAssocID="{2B7A50F8-5A92-40F3-BAE5-A687BB6A8970}" presName="vertFlow" presStyleCnt="0"/>
      <dgm:spPr/>
    </dgm:pt>
    <dgm:pt modelId="{A70183C4-D7A2-431C-A484-FD2AC3C78AD3}" type="pres">
      <dgm:prSet presAssocID="{2B7A50F8-5A92-40F3-BAE5-A687BB6A8970}" presName="header" presStyleLbl="node1" presStyleIdx="4" presStyleCnt="8" custScaleY="379616" custLinFactY="100000" custLinFactNeighborX="-14212" custLinFactNeighborY="119163"/>
      <dgm:spPr/>
    </dgm:pt>
    <dgm:pt modelId="{1CACF5CE-9ABE-4060-B23D-86B6652F3A86}" type="pres">
      <dgm:prSet presAssocID="{2B7A50F8-5A92-40F3-BAE5-A687BB6A8970}" presName="hSp" presStyleCnt="0"/>
      <dgm:spPr/>
    </dgm:pt>
    <dgm:pt modelId="{9FAAE5FF-7854-40A7-8219-0E821894C56A}" type="pres">
      <dgm:prSet presAssocID="{F14977E4-751B-4C00-B444-F924BC1E29F8}" presName="vertFlow" presStyleCnt="0"/>
      <dgm:spPr/>
    </dgm:pt>
    <dgm:pt modelId="{4C2C54B2-F2B6-4A02-84FF-7FE51B1DDB9C}" type="pres">
      <dgm:prSet presAssocID="{F14977E4-751B-4C00-B444-F924BC1E29F8}" presName="header" presStyleLbl="node1" presStyleIdx="5" presStyleCnt="8" custScaleY="379616" custLinFactY="100000" custLinFactNeighborX="-14212" custLinFactNeighborY="119163"/>
      <dgm:spPr/>
    </dgm:pt>
    <dgm:pt modelId="{854D4B46-B0AD-4408-AFEF-EE597EA4AF2A}" type="pres">
      <dgm:prSet presAssocID="{F14977E4-751B-4C00-B444-F924BC1E29F8}" presName="hSp" presStyleCnt="0"/>
      <dgm:spPr/>
    </dgm:pt>
    <dgm:pt modelId="{5792E06B-0236-42F9-A484-A7D826AC7E0C}" type="pres">
      <dgm:prSet presAssocID="{D39A6E48-1D08-47CD-9296-68F5F09205E3}" presName="vertFlow" presStyleCnt="0"/>
      <dgm:spPr/>
    </dgm:pt>
    <dgm:pt modelId="{115EAD05-5F75-4104-8609-4224D02DCB02}" type="pres">
      <dgm:prSet presAssocID="{D39A6E48-1D08-47CD-9296-68F5F09205E3}" presName="header" presStyleLbl="node1" presStyleIdx="6" presStyleCnt="8" custScaleY="379616" custLinFactY="100000" custLinFactNeighborX="-14212" custLinFactNeighborY="119163"/>
      <dgm:spPr/>
    </dgm:pt>
    <dgm:pt modelId="{AA298252-8F9F-4D6C-91D9-42D07D2F9E73}" type="pres">
      <dgm:prSet presAssocID="{D39A6E48-1D08-47CD-9296-68F5F09205E3}" presName="hSp" presStyleCnt="0"/>
      <dgm:spPr/>
    </dgm:pt>
    <dgm:pt modelId="{3E4F104B-B3DC-4883-AABC-EB7429470B14}" type="pres">
      <dgm:prSet presAssocID="{DB2BDCF1-A711-41A0-8BAC-5ED3DB2EE3E9}" presName="vertFlow" presStyleCnt="0"/>
      <dgm:spPr/>
    </dgm:pt>
    <dgm:pt modelId="{CABBC5F8-89A8-4119-BCDE-935941BDF768}" type="pres">
      <dgm:prSet presAssocID="{DB2BDCF1-A711-41A0-8BAC-5ED3DB2EE3E9}" presName="header" presStyleLbl="node1" presStyleIdx="7" presStyleCnt="8" custScaleY="379616" custLinFactY="100000" custLinFactNeighborX="-14212" custLinFactNeighborY="119163"/>
      <dgm:spPr/>
    </dgm:pt>
  </dgm:ptLst>
  <dgm:cxnLst>
    <dgm:cxn modelId="{AF231305-D9D4-496D-906A-BF00DDE09C6C}" type="presOf" srcId="{D39A6E48-1D08-47CD-9296-68F5F09205E3}" destId="{115EAD05-5F75-4104-8609-4224D02DCB02}" srcOrd="0" destOrd="0" presId="urn:microsoft.com/office/officeart/2005/8/layout/lProcess1"/>
    <dgm:cxn modelId="{33C2E30B-9E01-4CA8-A13C-0A92774EE39F}" type="presOf" srcId="{BB3D357B-B3F9-4EDF-950D-AFEFF0AF0BA1}" destId="{3573CD6E-2AA8-47BA-AE89-500649D7F38B}" srcOrd="0" destOrd="0" presId="urn:microsoft.com/office/officeart/2005/8/layout/lProcess1"/>
    <dgm:cxn modelId="{E1889D1E-D6A5-43AE-A5E3-F7C8D2DA41D0}" srcId="{BB3D357B-B3F9-4EDF-950D-AFEFF0AF0BA1}" destId="{A39DD8C6-648A-4D9D-90BA-E8711425EC17}" srcOrd="1" destOrd="0" parTransId="{DB5BB56C-527F-46D3-89F1-143230665999}" sibTransId="{9AE97BA6-D09F-452A-BB01-7AB2E7B2F1A0}"/>
    <dgm:cxn modelId="{88A52834-2E50-40E1-A786-37B6BECD60EA}" srcId="{BB3D357B-B3F9-4EDF-950D-AFEFF0AF0BA1}" destId="{2B7A50F8-5A92-40F3-BAE5-A687BB6A8970}" srcOrd="4" destOrd="0" parTransId="{F462C551-BC45-469D-890C-2C6FA4F811BA}" sibTransId="{7A5D904F-6C89-4D27-8C52-9A389222122E}"/>
    <dgm:cxn modelId="{0620EF39-D3D9-4FF1-AF5D-6DB5A0CB8B09}" type="presOf" srcId="{F14977E4-751B-4C00-B444-F924BC1E29F8}" destId="{4C2C54B2-F2B6-4A02-84FF-7FE51B1DDB9C}" srcOrd="0" destOrd="0" presId="urn:microsoft.com/office/officeart/2005/8/layout/lProcess1"/>
    <dgm:cxn modelId="{E56D583D-4450-4F30-8CD0-B5A060F3F1C4}" srcId="{BB3D357B-B3F9-4EDF-950D-AFEFF0AF0BA1}" destId="{F14977E4-751B-4C00-B444-F924BC1E29F8}" srcOrd="5" destOrd="0" parTransId="{BD60FBED-A187-433F-BF75-01A9052CDD66}" sibTransId="{03212DF3-4B81-4B9E-A142-BC58899E2249}"/>
    <dgm:cxn modelId="{2370E444-4C4F-4155-98C1-911398610F4F}" srcId="{BB3D357B-B3F9-4EDF-950D-AFEFF0AF0BA1}" destId="{A6B6842A-49E3-4AD3-9DAA-94358AB479A2}" srcOrd="2" destOrd="0" parTransId="{F8E0C1F3-D7FF-4850-B7B4-C633AED3042A}" sibTransId="{B6C5892D-57F4-4879-A6B5-C07EDB9211AB}"/>
    <dgm:cxn modelId="{83B14C45-DCD1-4F94-8CF6-25BD8951A780}" srcId="{BB3D357B-B3F9-4EDF-950D-AFEFF0AF0BA1}" destId="{AF3289D0-A2E6-4CB7-B33C-02678C1FC922}" srcOrd="3" destOrd="0" parTransId="{7DBA46A8-60F9-431D-AEB0-05BD67EF4F7B}" sibTransId="{7DB3100C-6E4A-482A-A084-32172F649573}"/>
    <dgm:cxn modelId="{6838186A-3350-43BB-AECD-DE681EE3A881}" type="presOf" srcId="{2B7A50F8-5A92-40F3-BAE5-A687BB6A8970}" destId="{A70183C4-D7A2-431C-A484-FD2AC3C78AD3}" srcOrd="0" destOrd="0" presId="urn:microsoft.com/office/officeart/2005/8/layout/lProcess1"/>
    <dgm:cxn modelId="{1F880A4E-D0BA-4290-A055-661273E7F456}" type="presOf" srcId="{A6B6842A-49E3-4AD3-9DAA-94358AB479A2}" destId="{8DD21AD2-A55D-4DB5-8245-AE075B576AB5}" srcOrd="0" destOrd="0" presId="urn:microsoft.com/office/officeart/2005/8/layout/lProcess1"/>
    <dgm:cxn modelId="{08E08DA1-E099-4269-A7E9-4C0FAB8950FF}" srcId="{BB3D357B-B3F9-4EDF-950D-AFEFF0AF0BA1}" destId="{DB2BDCF1-A711-41A0-8BAC-5ED3DB2EE3E9}" srcOrd="7" destOrd="0" parTransId="{7E40FF3C-7B5E-4FC7-8DAF-58BE301E1691}" sibTransId="{20EB2021-B66C-4EFC-B40E-6C68075AFF99}"/>
    <dgm:cxn modelId="{67F2F9C0-4A98-42B1-AB34-4DD436EA9437}" type="presOf" srcId="{A39DD8C6-648A-4D9D-90BA-E8711425EC17}" destId="{C879A011-E1FD-4A9E-9B8E-16421D0A8120}" srcOrd="0" destOrd="0" presId="urn:microsoft.com/office/officeart/2005/8/layout/lProcess1"/>
    <dgm:cxn modelId="{78A947CC-4843-4120-9BD8-3C79B2F3A6AF}" type="presOf" srcId="{DB2BDCF1-A711-41A0-8BAC-5ED3DB2EE3E9}" destId="{CABBC5F8-89A8-4119-BCDE-935941BDF768}" srcOrd="0" destOrd="0" presId="urn:microsoft.com/office/officeart/2005/8/layout/lProcess1"/>
    <dgm:cxn modelId="{1AD817DC-0F7A-48A3-8DF1-B8D4FCBB0638}" type="presOf" srcId="{AF3289D0-A2E6-4CB7-B33C-02678C1FC922}" destId="{5FD13D48-0D7C-46D1-B86C-41CB5BE7C0FA}" srcOrd="0" destOrd="0" presId="urn:microsoft.com/office/officeart/2005/8/layout/lProcess1"/>
    <dgm:cxn modelId="{BDF191ED-94B2-4DA5-ADCB-1CEBC425CC7F}" srcId="{BB3D357B-B3F9-4EDF-950D-AFEFF0AF0BA1}" destId="{D39A6E48-1D08-47CD-9296-68F5F09205E3}" srcOrd="6" destOrd="0" parTransId="{87F5E158-8A9A-4A82-9AAD-394F9DC72556}" sibTransId="{206CF35A-4436-483D-8497-33A7A816BF43}"/>
    <dgm:cxn modelId="{B1E301EE-D39B-4F7C-A67B-B67BFB728642}" srcId="{BB3D357B-B3F9-4EDF-950D-AFEFF0AF0BA1}" destId="{4A0650AE-0A4B-499B-9AC4-7192A847DB9D}" srcOrd="0" destOrd="0" parTransId="{E6A7BAFF-7229-4EE0-B1E9-0646BC7039E7}" sibTransId="{455A0318-A6E7-4CD1-8C3F-39FD1CAFBCED}"/>
    <dgm:cxn modelId="{A6AA52F1-638B-4904-A7EB-314F2B281B02}" type="presOf" srcId="{4A0650AE-0A4B-499B-9AC4-7192A847DB9D}" destId="{58C967AF-A7D1-4122-A730-8F5403A32103}" srcOrd="0" destOrd="0" presId="urn:microsoft.com/office/officeart/2005/8/layout/lProcess1"/>
    <dgm:cxn modelId="{F6160781-37EC-4CF6-81C5-B21865B95A41}" type="presParOf" srcId="{3573CD6E-2AA8-47BA-AE89-500649D7F38B}" destId="{84173F88-D401-4872-A642-091E53D482C1}" srcOrd="0" destOrd="0" presId="urn:microsoft.com/office/officeart/2005/8/layout/lProcess1"/>
    <dgm:cxn modelId="{E628C84D-A537-4666-9882-AA78EFF0551B}" type="presParOf" srcId="{84173F88-D401-4872-A642-091E53D482C1}" destId="{58C967AF-A7D1-4122-A730-8F5403A32103}" srcOrd="0" destOrd="0" presId="urn:microsoft.com/office/officeart/2005/8/layout/lProcess1"/>
    <dgm:cxn modelId="{228C1986-19B6-4D3C-86F0-3CF8C8E4F245}" type="presParOf" srcId="{3573CD6E-2AA8-47BA-AE89-500649D7F38B}" destId="{83A2644C-7DD2-4AC0-AE57-187CF3ABC29F}" srcOrd="1" destOrd="0" presId="urn:microsoft.com/office/officeart/2005/8/layout/lProcess1"/>
    <dgm:cxn modelId="{0852E04F-AA3F-4721-89F0-A289E9AF56C8}" type="presParOf" srcId="{3573CD6E-2AA8-47BA-AE89-500649D7F38B}" destId="{AE5CDD5B-C291-4B41-AA37-CA95C12F8666}" srcOrd="2" destOrd="0" presId="urn:microsoft.com/office/officeart/2005/8/layout/lProcess1"/>
    <dgm:cxn modelId="{DA2109B6-3ED2-4C5C-BD23-A410E15CDFDF}" type="presParOf" srcId="{AE5CDD5B-C291-4B41-AA37-CA95C12F8666}" destId="{C879A011-E1FD-4A9E-9B8E-16421D0A8120}" srcOrd="0" destOrd="0" presId="urn:microsoft.com/office/officeart/2005/8/layout/lProcess1"/>
    <dgm:cxn modelId="{BCC4467A-59F5-4F05-839A-127C18186771}" type="presParOf" srcId="{3573CD6E-2AA8-47BA-AE89-500649D7F38B}" destId="{90DB2A82-79D6-46FA-BD59-F55B6CA758E7}" srcOrd="3" destOrd="0" presId="urn:microsoft.com/office/officeart/2005/8/layout/lProcess1"/>
    <dgm:cxn modelId="{FAD6C1D1-4653-4491-AD71-96A45A8ECB13}" type="presParOf" srcId="{3573CD6E-2AA8-47BA-AE89-500649D7F38B}" destId="{9932343F-956F-4935-AF9D-45733CF0A0C0}" srcOrd="4" destOrd="0" presId="urn:microsoft.com/office/officeart/2005/8/layout/lProcess1"/>
    <dgm:cxn modelId="{4CEC5CC1-7BA3-4874-AB14-8B7F5FB4698F}" type="presParOf" srcId="{9932343F-956F-4935-AF9D-45733CF0A0C0}" destId="{8DD21AD2-A55D-4DB5-8245-AE075B576AB5}" srcOrd="0" destOrd="0" presId="urn:microsoft.com/office/officeart/2005/8/layout/lProcess1"/>
    <dgm:cxn modelId="{2F56E928-E607-4D4B-B1C8-F4EE77FC56C0}" type="presParOf" srcId="{3573CD6E-2AA8-47BA-AE89-500649D7F38B}" destId="{10F3811B-2B98-47F2-A30D-3BA260768970}" srcOrd="5" destOrd="0" presId="urn:microsoft.com/office/officeart/2005/8/layout/lProcess1"/>
    <dgm:cxn modelId="{D8712C86-F45E-44B1-829E-CDB2CB40BF34}" type="presParOf" srcId="{3573CD6E-2AA8-47BA-AE89-500649D7F38B}" destId="{18F752DC-5D13-4885-BFE1-035DC8329885}" srcOrd="6" destOrd="0" presId="urn:microsoft.com/office/officeart/2005/8/layout/lProcess1"/>
    <dgm:cxn modelId="{9F0620B1-0310-4EB6-AB9F-EECA7C1BB4FC}" type="presParOf" srcId="{18F752DC-5D13-4885-BFE1-035DC8329885}" destId="{5FD13D48-0D7C-46D1-B86C-41CB5BE7C0FA}" srcOrd="0" destOrd="0" presId="urn:microsoft.com/office/officeart/2005/8/layout/lProcess1"/>
    <dgm:cxn modelId="{CAA007B6-1F4B-4DB2-AD98-9455A3912DE8}" type="presParOf" srcId="{3573CD6E-2AA8-47BA-AE89-500649D7F38B}" destId="{A92FBB36-E6B7-434F-9C6D-ACC681B3E5F9}" srcOrd="7" destOrd="0" presId="urn:microsoft.com/office/officeart/2005/8/layout/lProcess1"/>
    <dgm:cxn modelId="{B4261E23-C7FA-4833-BB22-A569EBD69BE4}" type="presParOf" srcId="{3573CD6E-2AA8-47BA-AE89-500649D7F38B}" destId="{1BBF1378-9D53-4B2E-89BD-81710B06B480}" srcOrd="8" destOrd="0" presId="urn:microsoft.com/office/officeart/2005/8/layout/lProcess1"/>
    <dgm:cxn modelId="{4FE0DD22-95E8-4123-AE12-8ADE23874408}" type="presParOf" srcId="{1BBF1378-9D53-4B2E-89BD-81710B06B480}" destId="{A70183C4-D7A2-431C-A484-FD2AC3C78AD3}" srcOrd="0" destOrd="0" presId="urn:microsoft.com/office/officeart/2005/8/layout/lProcess1"/>
    <dgm:cxn modelId="{9B96A348-E432-48A7-9AB9-17CB0021339B}" type="presParOf" srcId="{3573CD6E-2AA8-47BA-AE89-500649D7F38B}" destId="{1CACF5CE-9ABE-4060-B23D-86B6652F3A86}" srcOrd="9" destOrd="0" presId="urn:microsoft.com/office/officeart/2005/8/layout/lProcess1"/>
    <dgm:cxn modelId="{AC40EBF6-8B1F-4C71-B0B2-6C2B7C684846}" type="presParOf" srcId="{3573CD6E-2AA8-47BA-AE89-500649D7F38B}" destId="{9FAAE5FF-7854-40A7-8219-0E821894C56A}" srcOrd="10" destOrd="0" presId="urn:microsoft.com/office/officeart/2005/8/layout/lProcess1"/>
    <dgm:cxn modelId="{AEEEED92-961B-4B0A-8BFD-19BA62AE0B0A}" type="presParOf" srcId="{9FAAE5FF-7854-40A7-8219-0E821894C56A}" destId="{4C2C54B2-F2B6-4A02-84FF-7FE51B1DDB9C}" srcOrd="0" destOrd="0" presId="urn:microsoft.com/office/officeart/2005/8/layout/lProcess1"/>
    <dgm:cxn modelId="{E05834B6-13FA-410A-B08F-AF4124BCBECC}" type="presParOf" srcId="{3573CD6E-2AA8-47BA-AE89-500649D7F38B}" destId="{854D4B46-B0AD-4408-AFEF-EE597EA4AF2A}" srcOrd="11" destOrd="0" presId="urn:microsoft.com/office/officeart/2005/8/layout/lProcess1"/>
    <dgm:cxn modelId="{4B8CB814-911B-4A14-825B-BCA988DA5E08}" type="presParOf" srcId="{3573CD6E-2AA8-47BA-AE89-500649D7F38B}" destId="{5792E06B-0236-42F9-A484-A7D826AC7E0C}" srcOrd="12" destOrd="0" presId="urn:microsoft.com/office/officeart/2005/8/layout/lProcess1"/>
    <dgm:cxn modelId="{ABD14731-A096-41C2-AD5F-9FCDB5A56513}" type="presParOf" srcId="{5792E06B-0236-42F9-A484-A7D826AC7E0C}" destId="{115EAD05-5F75-4104-8609-4224D02DCB02}" srcOrd="0" destOrd="0" presId="urn:microsoft.com/office/officeart/2005/8/layout/lProcess1"/>
    <dgm:cxn modelId="{A23CBE95-5A95-4FD4-AF13-842FF880F6BD}" type="presParOf" srcId="{3573CD6E-2AA8-47BA-AE89-500649D7F38B}" destId="{AA298252-8F9F-4D6C-91D9-42D07D2F9E73}" srcOrd="13" destOrd="0" presId="urn:microsoft.com/office/officeart/2005/8/layout/lProcess1"/>
    <dgm:cxn modelId="{D6E7CDE4-356A-4529-B53F-FB7064F752DA}" type="presParOf" srcId="{3573CD6E-2AA8-47BA-AE89-500649D7F38B}" destId="{3E4F104B-B3DC-4883-AABC-EB7429470B14}" srcOrd="14" destOrd="0" presId="urn:microsoft.com/office/officeart/2005/8/layout/lProcess1"/>
    <dgm:cxn modelId="{877891DD-2387-4E65-9DA5-2BF189F1920C}" type="presParOf" srcId="{3E4F104B-B3DC-4883-AABC-EB7429470B14}" destId="{CABBC5F8-89A8-4119-BCDE-935941BDF768}" srcOrd="0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B3D357B-B3F9-4EDF-950D-AFEFF0AF0BA1}" type="doc">
      <dgm:prSet loTypeId="urn:microsoft.com/office/officeart/2005/8/layout/lProcess1" loCatId="process" qsTypeId="urn:microsoft.com/office/officeart/2005/8/quickstyle/simple1" qsCatId="simple" csTypeId="urn:microsoft.com/office/officeart/2005/8/colors/accent1_2" csCatId="accent1" phldr="1"/>
      <dgm:spPr/>
    </dgm:pt>
    <dgm:pt modelId="{A39DD8C6-648A-4D9D-90BA-E8711425EC17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endParaRPr lang="nb-NO" dirty="0">
            <a:latin typeface="Consolas" panose="020B0609020204030204" pitchFamily="49" charset="0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DB5BB56C-527F-46D3-89F1-143230665999}" type="parTrans" cxnId="{E1889D1E-D6A5-43AE-A5E3-F7C8D2DA41D0}">
      <dgm:prSet/>
      <dgm:spPr/>
      <dgm:t>
        <a:bodyPr/>
        <a:lstStyle/>
        <a:p>
          <a:endParaRPr lang="nb-NO"/>
        </a:p>
      </dgm:t>
    </dgm:pt>
    <dgm:pt modelId="{9AE97BA6-D09F-452A-BB01-7AB2E7B2F1A0}" type="sibTrans" cxnId="{E1889D1E-D6A5-43AE-A5E3-F7C8D2DA41D0}">
      <dgm:prSet/>
      <dgm:spPr/>
      <dgm:t>
        <a:bodyPr/>
        <a:lstStyle/>
        <a:p>
          <a:endParaRPr lang="nb-NO"/>
        </a:p>
      </dgm:t>
    </dgm:pt>
    <dgm:pt modelId="{A6B6842A-49E3-4AD3-9DAA-94358AB479A2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border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F8E0C1F3-D7FF-4850-B7B4-C633AED3042A}" type="parTrans" cxnId="{2370E444-4C4F-4155-98C1-911398610F4F}">
      <dgm:prSet/>
      <dgm:spPr/>
      <dgm:t>
        <a:bodyPr/>
        <a:lstStyle/>
        <a:p>
          <a:endParaRPr lang="nb-NO"/>
        </a:p>
      </dgm:t>
    </dgm:pt>
    <dgm:pt modelId="{B6C5892D-57F4-4879-A6B5-C07EDB9211AB}" type="sibTrans" cxnId="{2370E444-4C4F-4155-98C1-911398610F4F}">
      <dgm:prSet/>
      <dgm:spPr/>
      <dgm:t>
        <a:bodyPr/>
        <a:lstStyle/>
        <a:p>
          <a:endParaRPr lang="nb-NO"/>
        </a:p>
      </dgm:t>
    </dgm:pt>
    <dgm:pt modelId="{AF3289D0-A2E6-4CB7-B33C-02678C1FC922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7DBA46A8-60F9-431D-AEB0-05BD67EF4F7B}" type="parTrans" cxnId="{83B14C45-DCD1-4F94-8CF6-25BD8951A780}">
      <dgm:prSet/>
      <dgm:spPr/>
      <dgm:t>
        <a:bodyPr/>
        <a:lstStyle/>
        <a:p>
          <a:endParaRPr lang="nb-NO"/>
        </a:p>
      </dgm:t>
    </dgm:pt>
    <dgm:pt modelId="{7DB3100C-6E4A-482A-A084-32172F649573}" type="sibTrans" cxnId="{83B14C45-DCD1-4F94-8CF6-25BD8951A780}">
      <dgm:prSet/>
      <dgm:spPr/>
      <dgm:t>
        <a:bodyPr/>
        <a:lstStyle/>
        <a:p>
          <a:endParaRPr lang="nb-NO"/>
        </a:p>
      </dgm:t>
    </dgm:pt>
    <dgm:pt modelId="{2B7A50F8-5A92-40F3-BAE5-A687BB6A8970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border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F462C551-BC45-469D-890C-2C6FA4F811BA}" type="parTrans" cxnId="{88A52834-2E50-40E1-A786-37B6BECD60EA}">
      <dgm:prSet/>
      <dgm:spPr/>
      <dgm:t>
        <a:bodyPr/>
        <a:lstStyle/>
        <a:p>
          <a:endParaRPr lang="nb-NO"/>
        </a:p>
      </dgm:t>
    </dgm:pt>
    <dgm:pt modelId="{7A5D904F-6C89-4D27-8C52-9A389222122E}" type="sibTrans" cxnId="{88A52834-2E50-40E1-A786-37B6BECD60EA}">
      <dgm:prSet/>
      <dgm:spPr/>
      <dgm:t>
        <a:bodyPr/>
        <a:lstStyle/>
        <a:p>
          <a:endParaRPr lang="nb-NO"/>
        </a:p>
      </dgm:t>
    </dgm:pt>
    <dgm:pt modelId="{F14977E4-751B-4C00-B444-F924BC1E29F8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 action="ppaction://hlinksldjump"/>
          </dgm14:cNvPr>
        </a:ext>
      </dgm:extLst>
    </dgm:pt>
    <dgm:pt modelId="{BD60FBED-A187-433F-BF75-01A9052CDD66}" type="parTrans" cxnId="{E56D583D-4450-4F30-8CD0-B5A060F3F1C4}">
      <dgm:prSet/>
      <dgm:spPr/>
      <dgm:t>
        <a:bodyPr/>
        <a:lstStyle/>
        <a:p>
          <a:endParaRPr lang="nb-NO"/>
        </a:p>
      </dgm:t>
    </dgm:pt>
    <dgm:pt modelId="{03212DF3-4B81-4B9E-A142-BC58899E2249}" type="sibTrans" cxnId="{E56D583D-4450-4F30-8CD0-B5A060F3F1C4}">
      <dgm:prSet/>
      <dgm:spPr/>
      <dgm:t>
        <a:bodyPr/>
        <a:lstStyle/>
        <a:p>
          <a:endParaRPr lang="nb-NO"/>
        </a:p>
      </dgm:t>
    </dgm:pt>
    <dgm:pt modelId="{D39A6E48-1D08-47CD-9296-68F5F09205E3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border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6" action="ppaction://hlinksldjump"/>
          </dgm14:cNvPr>
        </a:ext>
      </dgm:extLst>
    </dgm:pt>
    <dgm:pt modelId="{87F5E158-8A9A-4A82-9AAD-394F9DC72556}" type="parTrans" cxnId="{BDF191ED-94B2-4DA5-ADCB-1CEBC425CC7F}">
      <dgm:prSet/>
      <dgm:spPr/>
      <dgm:t>
        <a:bodyPr/>
        <a:lstStyle/>
        <a:p>
          <a:endParaRPr lang="nb-NO"/>
        </a:p>
      </dgm:t>
    </dgm:pt>
    <dgm:pt modelId="{206CF35A-4436-483D-8497-33A7A816BF43}" type="sibTrans" cxnId="{BDF191ED-94B2-4DA5-ADCB-1CEBC425CC7F}">
      <dgm:prSet/>
      <dgm:spPr/>
      <dgm:t>
        <a:bodyPr/>
        <a:lstStyle/>
        <a:p>
          <a:endParaRPr lang="nb-NO"/>
        </a:p>
      </dgm:t>
    </dgm:pt>
    <dgm:pt modelId="{DB2BDCF1-A711-41A0-8BAC-5ED3DB2EE3E9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border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7" action="ppaction://hlinksldjump"/>
          </dgm14:cNvPr>
        </a:ext>
      </dgm:extLst>
    </dgm:pt>
    <dgm:pt modelId="{7E40FF3C-7B5E-4FC7-8DAF-58BE301E1691}" type="parTrans" cxnId="{08E08DA1-E099-4269-A7E9-4C0FAB8950FF}">
      <dgm:prSet/>
      <dgm:spPr/>
      <dgm:t>
        <a:bodyPr/>
        <a:lstStyle/>
        <a:p>
          <a:endParaRPr lang="nb-NO"/>
        </a:p>
      </dgm:t>
    </dgm:pt>
    <dgm:pt modelId="{20EB2021-B66C-4EFC-B40E-6C68075AFF99}" type="sibTrans" cxnId="{08E08DA1-E099-4269-A7E9-4C0FAB8950FF}">
      <dgm:prSet/>
      <dgm:spPr/>
      <dgm:t>
        <a:bodyPr/>
        <a:lstStyle/>
        <a:p>
          <a:endParaRPr lang="nb-NO"/>
        </a:p>
      </dgm:t>
    </dgm:pt>
    <dgm:pt modelId="{4A0650AE-0A4B-499B-9AC4-7192A847DB9D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div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8" action="ppaction://hlinksldjump"/>
          </dgm14:cNvPr>
        </a:ext>
      </dgm:extLst>
    </dgm:pt>
    <dgm:pt modelId="{E6A7BAFF-7229-4EE0-B1E9-0646BC7039E7}" type="parTrans" cxnId="{B1E301EE-D39B-4F7C-A67B-B67BFB728642}">
      <dgm:prSet/>
      <dgm:spPr/>
      <dgm:t>
        <a:bodyPr/>
        <a:lstStyle/>
        <a:p>
          <a:endParaRPr lang="nb-NO"/>
        </a:p>
      </dgm:t>
    </dgm:pt>
    <dgm:pt modelId="{455A0318-A6E7-4CD1-8C3F-39FD1CAFBCED}" type="sibTrans" cxnId="{B1E301EE-D39B-4F7C-A67B-B67BFB728642}">
      <dgm:prSet/>
      <dgm:spPr/>
      <dgm:t>
        <a:bodyPr/>
        <a:lstStyle/>
        <a:p>
          <a:endParaRPr lang="nb-NO"/>
        </a:p>
      </dgm:t>
    </dgm:pt>
    <dgm:pt modelId="{3573CD6E-2AA8-47BA-AE89-500649D7F38B}" type="pres">
      <dgm:prSet presAssocID="{BB3D357B-B3F9-4EDF-950D-AFEFF0AF0BA1}" presName="Name0" presStyleCnt="0">
        <dgm:presLayoutVars>
          <dgm:dir/>
          <dgm:animLvl val="lvl"/>
          <dgm:resizeHandles val="exact"/>
        </dgm:presLayoutVars>
      </dgm:prSet>
      <dgm:spPr/>
    </dgm:pt>
    <dgm:pt modelId="{84173F88-D401-4872-A642-091E53D482C1}" type="pres">
      <dgm:prSet presAssocID="{4A0650AE-0A4B-499B-9AC4-7192A847DB9D}" presName="vertFlow" presStyleCnt="0"/>
      <dgm:spPr/>
    </dgm:pt>
    <dgm:pt modelId="{58C967AF-A7D1-4122-A730-8F5403A32103}" type="pres">
      <dgm:prSet presAssocID="{4A0650AE-0A4B-499B-9AC4-7192A847DB9D}" presName="header" presStyleLbl="node1" presStyleIdx="0" presStyleCnt="8" custScaleY="379616" custLinFactY="100000" custLinFactNeighborX="-12863" custLinFactNeighborY="119163"/>
      <dgm:spPr/>
    </dgm:pt>
    <dgm:pt modelId="{83A2644C-7DD2-4AC0-AE57-187CF3ABC29F}" type="pres">
      <dgm:prSet presAssocID="{4A0650AE-0A4B-499B-9AC4-7192A847DB9D}" presName="hSp" presStyleCnt="0"/>
      <dgm:spPr/>
    </dgm:pt>
    <dgm:pt modelId="{AE5CDD5B-C291-4B41-AA37-CA95C12F8666}" type="pres">
      <dgm:prSet presAssocID="{A39DD8C6-648A-4D9D-90BA-E8711425EC17}" presName="vertFlow" presStyleCnt="0"/>
      <dgm:spPr/>
    </dgm:pt>
    <dgm:pt modelId="{C879A011-E1FD-4A9E-9B8E-16421D0A8120}" type="pres">
      <dgm:prSet presAssocID="{A39DD8C6-648A-4D9D-90BA-E8711425EC17}" presName="header" presStyleLbl="node1" presStyleIdx="1" presStyleCnt="8" custScaleY="379616" custLinFactY="100000" custLinFactNeighborX="-8923" custLinFactNeighborY="119162"/>
      <dgm:spPr/>
    </dgm:pt>
    <dgm:pt modelId="{90DB2A82-79D6-46FA-BD59-F55B6CA758E7}" type="pres">
      <dgm:prSet presAssocID="{A39DD8C6-648A-4D9D-90BA-E8711425EC17}" presName="hSp" presStyleCnt="0"/>
      <dgm:spPr/>
    </dgm:pt>
    <dgm:pt modelId="{9932343F-956F-4935-AF9D-45733CF0A0C0}" type="pres">
      <dgm:prSet presAssocID="{A6B6842A-49E3-4AD3-9DAA-94358AB479A2}" presName="vertFlow" presStyleCnt="0"/>
      <dgm:spPr/>
    </dgm:pt>
    <dgm:pt modelId="{8DD21AD2-A55D-4DB5-8245-AE075B576AB5}" type="pres">
      <dgm:prSet presAssocID="{A6B6842A-49E3-4AD3-9DAA-94358AB479A2}" presName="header" presStyleLbl="node1" presStyleIdx="2" presStyleCnt="8" custScaleY="379616" custLinFactY="100000" custLinFactNeighborX="-14212" custLinFactNeighborY="119163"/>
      <dgm:spPr/>
    </dgm:pt>
    <dgm:pt modelId="{10F3811B-2B98-47F2-A30D-3BA260768970}" type="pres">
      <dgm:prSet presAssocID="{A6B6842A-49E3-4AD3-9DAA-94358AB479A2}" presName="hSp" presStyleCnt="0"/>
      <dgm:spPr/>
    </dgm:pt>
    <dgm:pt modelId="{18F752DC-5D13-4885-BFE1-035DC8329885}" type="pres">
      <dgm:prSet presAssocID="{AF3289D0-A2E6-4CB7-B33C-02678C1FC922}" presName="vertFlow" presStyleCnt="0"/>
      <dgm:spPr/>
    </dgm:pt>
    <dgm:pt modelId="{5FD13D48-0D7C-46D1-B86C-41CB5BE7C0FA}" type="pres">
      <dgm:prSet presAssocID="{AF3289D0-A2E6-4CB7-B33C-02678C1FC922}" presName="header" presStyleLbl="node1" presStyleIdx="3" presStyleCnt="8" custScaleY="379616" custLinFactY="100000" custLinFactNeighborX="-14212" custLinFactNeighborY="119163"/>
      <dgm:spPr/>
    </dgm:pt>
    <dgm:pt modelId="{A92FBB36-E6B7-434F-9C6D-ACC681B3E5F9}" type="pres">
      <dgm:prSet presAssocID="{AF3289D0-A2E6-4CB7-B33C-02678C1FC922}" presName="hSp" presStyleCnt="0"/>
      <dgm:spPr/>
    </dgm:pt>
    <dgm:pt modelId="{1BBF1378-9D53-4B2E-89BD-81710B06B480}" type="pres">
      <dgm:prSet presAssocID="{2B7A50F8-5A92-40F3-BAE5-A687BB6A8970}" presName="vertFlow" presStyleCnt="0"/>
      <dgm:spPr/>
    </dgm:pt>
    <dgm:pt modelId="{A70183C4-D7A2-431C-A484-FD2AC3C78AD3}" type="pres">
      <dgm:prSet presAssocID="{2B7A50F8-5A92-40F3-BAE5-A687BB6A8970}" presName="header" presStyleLbl="node1" presStyleIdx="4" presStyleCnt="8" custScaleY="379616" custLinFactY="100000" custLinFactNeighborX="-14212" custLinFactNeighborY="119163"/>
      <dgm:spPr/>
    </dgm:pt>
    <dgm:pt modelId="{1CACF5CE-9ABE-4060-B23D-86B6652F3A86}" type="pres">
      <dgm:prSet presAssocID="{2B7A50F8-5A92-40F3-BAE5-A687BB6A8970}" presName="hSp" presStyleCnt="0"/>
      <dgm:spPr/>
    </dgm:pt>
    <dgm:pt modelId="{9FAAE5FF-7854-40A7-8219-0E821894C56A}" type="pres">
      <dgm:prSet presAssocID="{F14977E4-751B-4C00-B444-F924BC1E29F8}" presName="vertFlow" presStyleCnt="0"/>
      <dgm:spPr/>
    </dgm:pt>
    <dgm:pt modelId="{4C2C54B2-F2B6-4A02-84FF-7FE51B1DDB9C}" type="pres">
      <dgm:prSet presAssocID="{F14977E4-751B-4C00-B444-F924BC1E29F8}" presName="header" presStyleLbl="node1" presStyleIdx="5" presStyleCnt="8" custScaleY="379616" custLinFactY="100000" custLinFactNeighborX="-14212" custLinFactNeighborY="119163"/>
      <dgm:spPr/>
    </dgm:pt>
    <dgm:pt modelId="{854D4B46-B0AD-4408-AFEF-EE597EA4AF2A}" type="pres">
      <dgm:prSet presAssocID="{F14977E4-751B-4C00-B444-F924BC1E29F8}" presName="hSp" presStyleCnt="0"/>
      <dgm:spPr/>
    </dgm:pt>
    <dgm:pt modelId="{5792E06B-0236-42F9-A484-A7D826AC7E0C}" type="pres">
      <dgm:prSet presAssocID="{D39A6E48-1D08-47CD-9296-68F5F09205E3}" presName="vertFlow" presStyleCnt="0"/>
      <dgm:spPr/>
    </dgm:pt>
    <dgm:pt modelId="{115EAD05-5F75-4104-8609-4224D02DCB02}" type="pres">
      <dgm:prSet presAssocID="{D39A6E48-1D08-47CD-9296-68F5F09205E3}" presName="header" presStyleLbl="node1" presStyleIdx="6" presStyleCnt="8" custScaleY="379616" custLinFactY="100000" custLinFactNeighborX="-14212" custLinFactNeighborY="119163"/>
      <dgm:spPr/>
    </dgm:pt>
    <dgm:pt modelId="{AA298252-8F9F-4D6C-91D9-42D07D2F9E73}" type="pres">
      <dgm:prSet presAssocID="{D39A6E48-1D08-47CD-9296-68F5F09205E3}" presName="hSp" presStyleCnt="0"/>
      <dgm:spPr/>
    </dgm:pt>
    <dgm:pt modelId="{3E4F104B-B3DC-4883-AABC-EB7429470B14}" type="pres">
      <dgm:prSet presAssocID="{DB2BDCF1-A711-41A0-8BAC-5ED3DB2EE3E9}" presName="vertFlow" presStyleCnt="0"/>
      <dgm:spPr/>
    </dgm:pt>
    <dgm:pt modelId="{CABBC5F8-89A8-4119-BCDE-935941BDF768}" type="pres">
      <dgm:prSet presAssocID="{DB2BDCF1-A711-41A0-8BAC-5ED3DB2EE3E9}" presName="header" presStyleLbl="node1" presStyleIdx="7" presStyleCnt="8" custScaleY="379616" custLinFactY="100000" custLinFactNeighborX="-14212" custLinFactNeighborY="119163"/>
      <dgm:spPr/>
    </dgm:pt>
  </dgm:ptLst>
  <dgm:cxnLst>
    <dgm:cxn modelId="{AF231305-D9D4-496D-906A-BF00DDE09C6C}" type="presOf" srcId="{D39A6E48-1D08-47CD-9296-68F5F09205E3}" destId="{115EAD05-5F75-4104-8609-4224D02DCB02}" srcOrd="0" destOrd="0" presId="urn:microsoft.com/office/officeart/2005/8/layout/lProcess1"/>
    <dgm:cxn modelId="{33C2E30B-9E01-4CA8-A13C-0A92774EE39F}" type="presOf" srcId="{BB3D357B-B3F9-4EDF-950D-AFEFF0AF0BA1}" destId="{3573CD6E-2AA8-47BA-AE89-500649D7F38B}" srcOrd="0" destOrd="0" presId="urn:microsoft.com/office/officeart/2005/8/layout/lProcess1"/>
    <dgm:cxn modelId="{E1889D1E-D6A5-43AE-A5E3-F7C8D2DA41D0}" srcId="{BB3D357B-B3F9-4EDF-950D-AFEFF0AF0BA1}" destId="{A39DD8C6-648A-4D9D-90BA-E8711425EC17}" srcOrd="1" destOrd="0" parTransId="{DB5BB56C-527F-46D3-89F1-143230665999}" sibTransId="{9AE97BA6-D09F-452A-BB01-7AB2E7B2F1A0}"/>
    <dgm:cxn modelId="{88A52834-2E50-40E1-A786-37B6BECD60EA}" srcId="{BB3D357B-B3F9-4EDF-950D-AFEFF0AF0BA1}" destId="{2B7A50F8-5A92-40F3-BAE5-A687BB6A8970}" srcOrd="4" destOrd="0" parTransId="{F462C551-BC45-469D-890C-2C6FA4F811BA}" sibTransId="{7A5D904F-6C89-4D27-8C52-9A389222122E}"/>
    <dgm:cxn modelId="{0620EF39-D3D9-4FF1-AF5D-6DB5A0CB8B09}" type="presOf" srcId="{F14977E4-751B-4C00-B444-F924BC1E29F8}" destId="{4C2C54B2-F2B6-4A02-84FF-7FE51B1DDB9C}" srcOrd="0" destOrd="0" presId="urn:microsoft.com/office/officeart/2005/8/layout/lProcess1"/>
    <dgm:cxn modelId="{E56D583D-4450-4F30-8CD0-B5A060F3F1C4}" srcId="{BB3D357B-B3F9-4EDF-950D-AFEFF0AF0BA1}" destId="{F14977E4-751B-4C00-B444-F924BC1E29F8}" srcOrd="5" destOrd="0" parTransId="{BD60FBED-A187-433F-BF75-01A9052CDD66}" sibTransId="{03212DF3-4B81-4B9E-A142-BC58899E2249}"/>
    <dgm:cxn modelId="{2370E444-4C4F-4155-98C1-911398610F4F}" srcId="{BB3D357B-B3F9-4EDF-950D-AFEFF0AF0BA1}" destId="{A6B6842A-49E3-4AD3-9DAA-94358AB479A2}" srcOrd="2" destOrd="0" parTransId="{F8E0C1F3-D7FF-4850-B7B4-C633AED3042A}" sibTransId="{B6C5892D-57F4-4879-A6B5-C07EDB9211AB}"/>
    <dgm:cxn modelId="{83B14C45-DCD1-4F94-8CF6-25BD8951A780}" srcId="{BB3D357B-B3F9-4EDF-950D-AFEFF0AF0BA1}" destId="{AF3289D0-A2E6-4CB7-B33C-02678C1FC922}" srcOrd="3" destOrd="0" parTransId="{7DBA46A8-60F9-431D-AEB0-05BD67EF4F7B}" sibTransId="{7DB3100C-6E4A-482A-A084-32172F649573}"/>
    <dgm:cxn modelId="{6838186A-3350-43BB-AECD-DE681EE3A881}" type="presOf" srcId="{2B7A50F8-5A92-40F3-BAE5-A687BB6A8970}" destId="{A70183C4-D7A2-431C-A484-FD2AC3C78AD3}" srcOrd="0" destOrd="0" presId="urn:microsoft.com/office/officeart/2005/8/layout/lProcess1"/>
    <dgm:cxn modelId="{1F880A4E-D0BA-4290-A055-661273E7F456}" type="presOf" srcId="{A6B6842A-49E3-4AD3-9DAA-94358AB479A2}" destId="{8DD21AD2-A55D-4DB5-8245-AE075B576AB5}" srcOrd="0" destOrd="0" presId="urn:microsoft.com/office/officeart/2005/8/layout/lProcess1"/>
    <dgm:cxn modelId="{08E08DA1-E099-4269-A7E9-4C0FAB8950FF}" srcId="{BB3D357B-B3F9-4EDF-950D-AFEFF0AF0BA1}" destId="{DB2BDCF1-A711-41A0-8BAC-5ED3DB2EE3E9}" srcOrd="7" destOrd="0" parTransId="{7E40FF3C-7B5E-4FC7-8DAF-58BE301E1691}" sibTransId="{20EB2021-B66C-4EFC-B40E-6C68075AFF99}"/>
    <dgm:cxn modelId="{67F2F9C0-4A98-42B1-AB34-4DD436EA9437}" type="presOf" srcId="{A39DD8C6-648A-4D9D-90BA-E8711425EC17}" destId="{C879A011-E1FD-4A9E-9B8E-16421D0A8120}" srcOrd="0" destOrd="0" presId="urn:microsoft.com/office/officeart/2005/8/layout/lProcess1"/>
    <dgm:cxn modelId="{78A947CC-4843-4120-9BD8-3C79B2F3A6AF}" type="presOf" srcId="{DB2BDCF1-A711-41A0-8BAC-5ED3DB2EE3E9}" destId="{CABBC5F8-89A8-4119-BCDE-935941BDF768}" srcOrd="0" destOrd="0" presId="urn:microsoft.com/office/officeart/2005/8/layout/lProcess1"/>
    <dgm:cxn modelId="{1AD817DC-0F7A-48A3-8DF1-B8D4FCBB0638}" type="presOf" srcId="{AF3289D0-A2E6-4CB7-B33C-02678C1FC922}" destId="{5FD13D48-0D7C-46D1-B86C-41CB5BE7C0FA}" srcOrd="0" destOrd="0" presId="urn:microsoft.com/office/officeart/2005/8/layout/lProcess1"/>
    <dgm:cxn modelId="{BDF191ED-94B2-4DA5-ADCB-1CEBC425CC7F}" srcId="{BB3D357B-B3F9-4EDF-950D-AFEFF0AF0BA1}" destId="{D39A6E48-1D08-47CD-9296-68F5F09205E3}" srcOrd="6" destOrd="0" parTransId="{87F5E158-8A9A-4A82-9AAD-394F9DC72556}" sibTransId="{206CF35A-4436-483D-8497-33A7A816BF43}"/>
    <dgm:cxn modelId="{B1E301EE-D39B-4F7C-A67B-B67BFB728642}" srcId="{BB3D357B-B3F9-4EDF-950D-AFEFF0AF0BA1}" destId="{4A0650AE-0A4B-499B-9AC4-7192A847DB9D}" srcOrd="0" destOrd="0" parTransId="{E6A7BAFF-7229-4EE0-B1E9-0646BC7039E7}" sibTransId="{455A0318-A6E7-4CD1-8C3F-39FD1CAFBCED}"/>
    <dgm:cxn modelId="{A6AA52F1-638B-4904-A7EB-314F2B281B02}" type="presOf" srcId="{4A0650AE-0A4B-499B-9AC4-7192A847DB9D}" destId="{58C967AF-A7D1-4122-A730-8F5403A32103}" srcOrd="0" destOrd="0" presId="urn:microsoft.com/office/officeart/2005/8/layout/lProcess1"/>
    <dgm:cxn modelId="{F6160781-37EC-4CF6-81C5-B21865B95A41}" type="presParOf" srcId="{3573CD6E-2AA8-47BA-AE89-500649D7F38B}" destId="{84173F88-D401-4872-A642-091E53D482C1}" srcOrd="0" destOrd="0" presId="urn:microsoft.com/office/officeart/2005/8/layout/lProcess1"/>
    <dgm:cxn modelId="{E628C84D-A537-4666-9882-AA78EFF0551B}" type="presParOf" srcId="{84173F88-D401-4872-A642-091E53D482C1}" destId="{58C967AF-A7D1-4122-A730-8F5403A32103}" srcOrd="0" destOrd="0" presId="urn:microsoft.com/office/officeart/2005/8/layout/lProcess1"/>
    <dgm:cxn modelId="{228C1986-19B6-4D3C-86F0-3CF8C8E4F245}" type="presParOf" srcId="{3573CD6E-2AA8-47BA-AE89-500649D7F38B}" destId="{83A2644C-7DD2-4AC0-AE57-187CF3ABC29F}" srcOrd="1" destOrd="0" presId="urn:microsoft.com/office/officeart/2005/8/layout/lProcess1"/>
    <dgm:cxn modelId="{0852E04F-AA3F-4721-89F0-A289E9AF56C8}" type="presParOf" srcId="{3573CD6E-2AA8-47BA-AE89-500649D7F38B}" destId="{AE5CDD5B-C291-4B41-AA37-CA95C12F8666}" srcOrd="2" destOrd="0" presId="urn:microsoft.com/office/officeart/2005/8/layout/lProcess1"/>
    <dgm:cxn modelId="{DA2109B6-3ED2-4C5C-BD23-A410E15CDFDF}" type="presParOf" srcId="{AE5CDD5B-C291-4B41-AA37-CA95C12F8666}" destId="{C879A011-E1FD-4A9E-9B8E-16421D0A8120}" srcOrd="0" destOrd="0" presId="urn:microsoft.com/office/officeart/2005/8/layout/lProcess1"/>
    <dgm:cxn modelId="{BCC4467A-59F5-4F05-839A-127C18186771}" type="presParOf" srcId="{3573CD6E-2AA8-47BA-AE89-500649D7F38B}" destId="{90DB2A82-79D6-46FA-BD59-F55B6CA758E7}" srcOrd="3" destOrd="0" presId="urn:microsoft.com/office/officeart/2005/8/layout/lProcess1"/>
    <dgm:cxn modelId="{FAD6C1D1-4653-4491-AD71-96A45A8ECB13}" type="presParOf" srcId="{3573CD6E-2AA8-47BA-AE89-500649D7F38B}" destId="{9932343F-956F-4935-AF9D-45733CF0A0C0}" srcOrd="4" destOrd="0" presId="urn:microsoft.com/office/officeart/2005/8/layout/lProcess1"/>
    <dgm:cxn modelId="{4CEC5CC1-7BA3-4874-AB14-8B7F5FB4698F}" type="presParOf" srcId="{9932343F-956F-4935-AF9D-45733CF0A0C0}" destId="{8DD21AD2-A55D-4DB5-8245-AE075B576AB5}" srcOrd="0" destOrd="0" presId="urn:microsoft.com/office/officeart/2005/8/layout/lProcess1"/>
    <dgm:cxn modelId="{2F56E928-E607-4D4B-B1C8-F4EE77FC56C0}" type="presParOf" srcId="{3573CD6E-2AA8-47BA-AE89-500649D7F38B}" destId="{10F3811B-2B98-47F2-A30D-3BA260768970}" srcOrd="5" destOrd="0" presId="urn:microsoft.com/office/officeart/2005/8/layout/lProcess1"/>
    <dgm:cxn modelId="{D8712C86-F45E-44B1-829E-CDB2CB40BF34}" type="presParOf" srcId="{3573CD6E-2AA8-47BA-AE89-500649D7F38B}" destId="{18F752DC-5D13-4885-BFE1-035DC8329885}" srcOrd="6" destOrd="0" presId="urn:microsoft.com/office/officeart/2005/8/layout/lProcess1"/>
    <dgm:cxn modelId="{9F0620B1-0310-4EB6-AB9F-EECA7C1BB4FC}" type="presParOf" srcId="{18F752DC-5D13-4885-BFE1-035DC8329885}" destId="{5FD13D48-0D7C-46D1-B86C-41CB5BE7C0FA}" srcOrd="0" destOrd="0" presId="urn:microsoft.com/office/officeart/2005/8/layout/lProcess1"/>
    <dgm:cxn modelId="{CAA007B6-1F4B-4DB2-AD98-9455A3912DE8}" type="presParOf" srcId="{3573CD6E-2AA8-47BA-AE89-500649D7F38B}" destId="{A92FBB36-E6B7-434F-9C6D-ACC681B3E5F9}" srcOrd="7" destOrd="0" presId="urn:microsoft.com/office/officeart/2005/8/layout/lProcess1"/>
    <dgm:cxn modelId="{B4261E23-C7FA-4833-BB22-A569EBD69BE4}" type="presParOf" srcId="{3573CD6E-2AA8-47BA-AE89-500649D7F38B}" destId="{1BBF1378-9D53-4B2E-89BD-81710B06B480}" srcOrd="8" destOrd="0" presId="urn:microsoft.com/office/officeart/2005/8/layout/lProcess1"/>
    <dgm:cxn modelId="{4FE0DD22-95E8-4123-AE12-8ADE23874408}" type="presParOf" srcId="{1BBF1378-9D53-4B2E-89BD-81710B06B480}" destId="{A70183C4-D7A2-431C-A484-FD2AC3C78AD3}" srcOrd="0" destOrd="0" presId="urn:microsoft.com/office/officeart/2005/8/layout/lProcess1"/>
    <dgm:cxn modelId="{9B96A348-E432-48A7-9AB9-17CB0021339B}" type="presParOf" srcId="{3573CD6E-2AA8-47BA-AE89-500649D7F38B}" destId="{1CACF5CE-9ABE-4060-B23D-86B6652F3A86}" srcOrd="9" destOrd="0" presId="urn:microsoft.com/office/officeart/2005/8/layout/lProcess1"/>
    <dgm:cxn modelId="{AC40EBF6-8B1F-4C71-B0B2-6C2B7C684846}" type="presParOf" srcId="{3573CD6E-2AA8-47BA-AE89-500649D7F38B}" destId="{9FAAE5FF-7854-40A7-8219-0E821894C56A}" srcOrd="10" destOrd="0" presId="urn:microsoft.com/office/officeart/2005/8/layout/lProcess1"/>
    <dgm:cxn modelId="{AEEEED92-961B-4B0A-8BFD-19BA62AE0B0A}" type="presParOf" srcId="{9FAAE5FF-7854-40A7-8219-0E821894C56A}" destId="{4C2C54B2-F2B6-4A02-84FF-7FE51B1DDB9C}" srcOrd="0" destOrd="0" presId="urn:microsoft.com/office/officeart/2005/8/layout/lProcess1"/>
    <dgm:cxn modelId="{E05834B6-13FA-410A-B08F-AF4124BCBECC}" type="presParOf" srcId="{3573CD6E-2AA8-47BA-AE89-500649D7F38B}" destId="{854D4B46-B0AD-4408-AFEF-EE597EA4AF2A}" srcOrd="11" destOrd="0" presId="urn:microsoft.com/office/officeart/2005/8/layout/lProcess1"/>
    <dgm:cxn modelId="{4B8CB814-911B-4A14-825B-BCA988DA5E08}" type="presParOf" srcId="{3573CD6E-2AA8-47BA-AE89-500649D7F38B}" destId="{5792E06B-0236-42F9-A484-A7D826AC7E0C}" srcOrd="12" destOrd="0" presId="urn:microsoft.com/office/officeart/2005/8/layout/lProcess1"/>
    <dgm:cxn modelId="{ABD14731-A096-41C2-AD5F-9FCDB5A56513}" type="presParOf" srcId="{5792E06B-0236-42F9-A484-A7D826AC7E0C}" destId="{115EAD05-5F75-4104-8609-4224D02DCB02}" srcOrd="0" destOrd="0" presId="urn:microsoft.com/office/officeart/2005/8/layout/lProcess1"/>
    <dgm:cxn modelId="{A23CBE95-5A95-4FD4-AF13-842FF880F6BD}" type="presParOf" srcId="{3573CD6E-2AA8-47BA-AE89-500649D7F38B}" destId="{AA298252-8F9F-4D6C-91D9-42D07D2F9E73}" srcOrd="13" destOrd="0" presId="urn:microsoft.com/office/officeart/2005/8/layout/lProcess1"/>
    <dgm:cxn modelId="{D6E7CDE4-356A-4529-B53F-FB7064F752DA}" type="presParOf" srcId="{3573CD6E-2AA8-47BA-AE89-500649D7F38B}" destId="{3E4F104B-B3DC-4883-AABC-EB7429470B14}" srcOrd="14" destOrd="0" presId="urn:microsoft.com/office/officeart/2005/8/layout/lProcess1"/>
    <dgm:cxn modelId="{877891DD-2387-4E65-9DA5-2BF189F1920C}" type="presParOf" srcId="{3E4F104B-B3DC-4883-AABC-EB7429470B14}" destId="{CABBC5F8-89A8-4119-BCDE-935941BDF768}" srcOrd="0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B3D357B-B3F9-4EDF-950D-AFEFF0AF0BA1}" type="doc">
      <dgm:prSet loTypeId="urn:microsoft.com/office/officeart/2005/8/layout/lProcess1" loCatId="process" qsTypeId="urn:microsoft.com/office/officeart/2005/8/quickstyle/simple1" qsCatId="simple" csTypeId="urn:microsoft.com/office/officeart/2005/8/colors/accent1_2" csCatId="accent1" phldr="1"/>
      <dgm:spPr/>
    </dgm:pt>
    <dgm:pt modelId="{A39DD8C6-648A-4D9D-90BA-E8711425EC17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endParaRPr lang="nb-NO" dirty="0">
            <a:latin typeface="Consolas" panose="020B0609020204030204" pitchFamily="49" charset="0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DB5BB56C-527F-46D3-89F1-143230665999}" type="parTrans" cxnId="{E1889D1E-D6A5-43AE-A5E3-F7C8D2DA41D0}">
      <dgm:prSet/>
      <dgm:spPr/>
      <dgm:t>
        <a:bodyPr/>
        <a:lstStyle/>
        <a:p>
          <a:endParaRPr lang="nb-NO"/>
        </a:p>
      </dgm:t>
    </dgm:pt>
    <dgm:pt modelId="{9AE97BA6-D09F-452A-BB01-7AB2E7B2F1A0}" type="sibTrans" cxnId="{E1889D1E-D6A5-43AE-A5E3-F7C8D2DA41D0}">
      <dgm:prSet/>
      <dgm:spPr/>
      <dgm:t>
        <a:bodyPr/>
        <a:lstStyle/>
        <a:p>
          <a:endParaRPr lang="nb-NO"/>
        </a:p>
      </dgm:t>
    </dgm:pt>
    <dgm:pt modelId="{A6B6842A-49E3-4AD3-9DAA-94358AB479A2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border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F8E0C1F3-D7FF-4850-B7B4-C633AED3042A}" type="parTrans" cxnId="{2370E444-4C4F-4155-98C1-911398610F4F}">
      <dgm:prSet/>
      <dgm:spPr/>
      <dgm:t>
        <a:bodyPr/>
        <a:lstStyle/>
        <a:p>
          <a:endParaRPr lang="nb-NO"/>
        </a:p>
      </dgm:t>
    </dgm:pt>
    <dgm:pt modelId="{B6C5892D-57F4-4879-A6B5-C07EDB9211AB}" type="sibTrans" cxnId="{2370E444-4C4F-4155-98C1-911398610F4F}">
      <dgm:prSet/>
      <dgm:spPr/>
      <dgm:t>
        <a:bodyPr/>
        <a:lstStyle/>
        <a:p>
          <a:endParaRPr lang="nb-NO"/>
        </a:p>
      </dgm:t>
    </dgm:pt>
    <dgm:pt modelId="{AF3289D0-A2E6-4CB7-B33C-02678C1FC922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7DBA46A8-60F9-431D-AEB0-05BD67EF4F7B}" type="parTrans" cxnId="{83B14C45-DCD1-4F94-8CF6-25BD8951A780}">
      <dgm:prSet/>
      <dgm:spPr/>
      <dgm:t>
        <a:bodyPr/>
        <a:lstStyle/>
        <a:p>
          <a:endParaRPr lang="nb-NO"/>
        </a:p>
      </dgm:t>
    </dgm:pt>
    <dgm:pt modelId="{7DB3100C-6E4A-482A-A084-32172F649573}" type="sibTrans" cxnId="{83B14C45-DCD1-4F94-8CF6-25BD8951A780}">
      <dgm:prSet/>
      <dgm:spPr/>
      <dgm:t>
        <a:bodyPr/>
        <a:lstStyle/>
        <a:p>
          <a:endParaRPr lang="nb-NO"/>
        </a:p>
      </dgm:t>
    </dgm:pt>
    <dgm:pt modelId="{2B7A50F8-5A92-40F3-BAE5-A687BB6A8970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border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F462C551-BC45-469D-890C-2C6FA4F811BA}" type="parTrans" cxnId="{88A52834-2E50-40E1-A786-37B6BECD60EA}">
      <dgm:prSet/>
      <dgm:spPr/>
      <dgm:t>
        <a:bodyPr/>
        <a:lstStyle/>
        <a:p>
          <a:endParaRPr lang="nb-NO"/>
        </a:p>
      </dgm:t>
    </dgm:pt>
    <dgm:pt modelId="{7A5D904F-6C89-4D27-8C52-9A389222122E}" type="sibTrans" cxnId="{88A52834-2E50-40E1-A786-37B6BECD60EA}">
      <dgm:prSet/>
      <dgm:spPr/>
      <dgm:t>
        <a:bodyPr/>
        <a:lstStyle/>
        <a:p>
          <a:endParaRPr lang="nb-NO"/>
        </a:p>
      </dgm:t>
    </dgm:pt>
    <dgm:pt modelId="{F14977E4-751B-4C00-B444-F924BC1E29F8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 action="ppaction://hlinksldjump"/>
          </dgm14:cNvPr>
        </a:ext>
      </dgm:extLst>
    </dgm:pt>
    <dgm:pt modelId="{BD60FBED-A187-433F-BF75-01A9052CDD66}" type="parTrans" cxnId="{E56D583D-4450-4F30-8CD0-B5A060F3F1C4}">
      <dgm:prSet/>
      <dgm:spPr/>
      <dgm:t>
        <a:bodyPr/>
        <a:lstStyle/>
        <a:p>
          <a:endParaRPr lang="nb-NO"/>
        </a:p>
      </dgm:t>
    </dgm:pt>
    <dgm:pt modelId="{03212DF3-4B81-4B9E-A142-BC58899E2249}" type="sibTrans" cxnId="{E56D583D-4450-4F30-8CD0-B5A060F3F1C4}">
      <dgm:prSet/>
      <dgm:spPr/>
      <dgm:t>
        <a:bodyPr/>
        <a:lstStyle/>
        <a:p>
          <a:endParaRPr lang="nb-NO"/>
        </a:p>
      </dgm:t>
    </dgm:pt>
    <dgm:pt modelId="{D39A6E48-1D08-47CD-9296-68F5F09205E3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border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6" action="ppaction://hlinksldjump"/>
          </dgm14:cNvPr>
        </a:ext>
      </dgm:extLst>
    </dgm:pt>
    <dgm:pt modelId="{87F5E158-8A9A-4A82-9AAD-394F9DC72556}" type="parTrans" cxnId="{BDF191ED-94B2-4DA5-ADCB-1CEBC425CC7F}">
      <dgm:prSet/>
      <dgm:spPr/>
      <dgm:t>
        <a:bodyPr/>
        <a:lstStyle/>
        <a:p>
          <a:endParaRPr lang="nb-NO"/>
        </a:p>
      </dgm:t>
    </dgm:pt>
    <dgm:pt modelId="{206CF35A-4436-483D-8497-33A7A816BF43}" type="sibTrans" cxnId="{BDF191ED-94B2-4DA5-ADCB-1CEBC425CC7F}">
      <dgm:prSet/>
      <dgm:spPr/>
      <dgm:t>
        <a:bodyPr/>
        <a:lstStyle/>
        <a:p>
          <a:endParaRPr lang="nb-NO"/>
        </a:p>
      </dgm:t>
    </dgm:pt>
    <dgm:pt modelId="{DB2BDCF1-A711-41A0-8BAC-5ED3DB2EE3E9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border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7" action="ppaction://hlinksldjump"/>
          </dgm14:cNvPr>
        </a:ext>
      </dgm:extLst>
    </dgm:pt>
    <dgm:pt modelId="{7E40FF3C-7B5E-4FC7-8DAF-58BE301E1691}" type="parTrans" cxnId="{08E08DA1-E099-4269-A7E9-4C0FAB8950FF}">
      <dgm:prSet/>
      <dgm:spPr/>
      <dgm:t>
        <a:bodyPr/>
        <a:lstStyle/>
        <a:p>
          <a:endParaRPr lang="nb-NO"/>
        </a:p>
      </dgm:t>
    </dgm:pt>
    <dgm:pt modelId="{20EB2021-B66C-4EFC-B40E-6C68075AFF99}" type="sibTrans" cxnId="{08E08DA1-E099-4269-A7E9-4C0FAB8950FF}">
      <dgm:prSet/>
      <dgm:spPr/>
      <dgm:t>
        <a:bodyPr/>
        <a:lstStyle/>
        <a:p>
          <a:endParaRPr lang="nb-NO"/>
        </a:p>
      </dgm:t>
    </dgm:pt>
    <dgm:pt modelId="{4A0650AE-0A4B-499B-9AC4-7192A847DB9D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div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8" action="ppaction://hlinksldjump"/>
          </dgm14:cNvPr>
        </a:ext>
      </dgm:extLst>
    </dgm:pt>
    <dgm:pt modelId="{E6A7BAFF-7229-4EE0-B1E9-0646BC7039E7}" type="parTrans" cxnId="{B1E301EE-D39B-4F7C-A67B-B67BFB728642}">
      <dgm:prSet/>
      <dgm:spPr/>
      <dgm:t>
        <a:bodyPr/>
        <a:lstStyle/>
        <a:p>
          <a:endParaRPr lang="nb-NO"/>
        </a:p>
      </dgm:t>
    </dgm:pt>
    <dgm:pt modelId="{455A0318-A6E7-4CD1-8C3F-39FD1CAFBCED}" type="sibTrans" cxnId="{B1E301EE-D39B-4F7C-A67B-B67BFB728642}">
      <dgm:prSet/>
      <dgm:spPr/>
      <dgm:t>
        <a:bodyPr/>
        <a:lstStyle/>
        <a:p>
          <a:endParaRPr lang="nb-NO"/>
        </a:p>
      </dgm:t>
    </dgm:pt>
    <dgm:pt modelId="{3573CD6E-2AA8-47BA-AE89-500649D7F38B}" type="pres">
      <dgm:prSet presAssocID="{BB3D357B-B3F9-4EDF-950D-AFEFF0AF0BA1}" presName="Name0" presStyleCnt="0">
        <dgm:presLayoutVars>
          <dgm:dir/>
          <dgm:animLvl val="lvl"/>
          <dgm:resizeHandles val="exact"/>
        </dgm:presLayoutVars>
      </dgm:prSet>
      <dgm:spPr/>
    </dgm:pt>
    <dgm:pt modelId="{84173F88-D401-4872-A642-091E53D482C1}" type="pres">
      <dgm:prSet presAssocID="{4A0650AE-0A4B-499B-9AC4-7192A847DB9D}" presName="vertFlow" presStyleCnt="0"/>
      <dgm:spPr/>
    </dgm:pt>
    <dgm:pt modelId="{58C967AF-A7D1-4122-A730-8F5403A32103}" type="pres">
      <dgm:prSet presAssocID="{4A0650AE-0A4B-499B-9AC4-7192A847DB9D}" presName="header" presStyleLbl="node1" presStyleIdx="0" presStyleCnt="8" custScaleY="379616" custLinFactY="100000" custLinFactNeighborX="-12863" custLinFactNeighborY="119163"/>
      <dgm:spPr/>
    </dgm:pt>
    <dgm:pt modelId="{83A2644C-7DD2-4AC0-AE57-187CF3ABC29F}" type="pres">
      <dgm:prSet presAssocID="{4A0650AE-0A4B-499B-9AC4-7192A847DB9D}" presName="hSp" presStyleCnt="0"/>
      <dgm:spPr/>
    </dgm:pt>
    <dgm:pt modelId="{AE5CDD5B-C291-4B41-AA37-CA95C12F8666}" type="pres">
      <dgm:prSet presAssocID="{A39DD8C6-648A-4D9D-90BA-E8711425EC17}" presName="vertFlow" presStyleCnt="0"/>
      <dgm:spPr/>
    </dgm:pt>
    <dgm:pt modelId="{C879A011-E1FD-4A9E-9B8E-16421D0A8120}" type="pres">
      <dgm:prSet presAssocID="{A39DD8C6-648A-4D9D-90BA-E8711425EC17}" presName="header" presStyleLbl="node1" presStyleIdx="1" presStyleCnt="8" custScaleY="379616" custLinFactY="100000" custLinFactNeighborX="-8923" custLinFactNeighborY="119162"/>
      <dgm:spPr/>
    </dgm:pt>
    <dgm:pt modelId="{90DB2A82-79D6-46FA-BD59-F55B6CA758E7}" type="pres">
      <dgm:prSet presAssocID="{A39DD8C6-648A-4D9D-90BA-E8711425EC17}" presName="hSp" presStyleCnt="0"/>
      <dgm:spPr/>
    </dgm:pt>
    <dgm:pt modelId="{9932343F-956F-4935-AF9D-45733CF0A0C0}" type="pres">
      <dgm:prSet presAssocID="{A6B6842A-49E3-4AD3-9DAA-94358AB479A2}" presName="vertFlow" presStyleCnt="0"/>
      <dgm:spPr/>
    </dgm:pt>
    <dgm:pt modelId="{8DD21AD2-A55D-4DB5-8245-AE075B576AB5}" type="pres">
      <dgm:prSet presAssocID="{A6B6842A-49E3-4AD3-9DAA-94358AB479A2}" presName="header" presStyleLbl="node1" presStyleIdx="2" presStyleCnt="8" custScaleY="379616" custLinFactY="100000" custLinFactNeighborX="-14212" custLinFactNeighborY="119163"/>
      <dgm:spPr/>
    </dgm:pt>
    <dgm:pt modelId="{10F3811B-2B98-47F2-A30D-3BA260768970}" type="pres">
      <dgm:prSet presAssocID="{A6B6842A-49E3-4AD3-9DAA-94358AB479A2}" presName="hSp" presStyleCnt="0"/>
      <dgm:spPr/>
    </dgm:pt>
    <dgm:pt modelId="{18F752DC-5D13-4885-BFE1-035DC8329885}" type="pres">
      <dgm:prSet presAssocID="{AF3289D0-A2E6-4CB7-B33C-02678C1FC922}" presName="vertFlow" presStyleCnt="0"/>
      <dgm:spPr/>
    </dgm:pt>
    <dgm:pt modelId="{5FD13D48-0D7C-46D1-B86C-41CB5BE7C0FA}" type="pres">
      <dgm:prSet presAssocID="{AF3289D0-A2E6-4CB7-B33C-02678C1FC922}" presName="header" presStyleLbl="node1" presStyleIdx="3" presStyleCnt="8" custScaleY="379616" custLinFactY="100000" custLinFactNeighborX="-14212" custLinFactNeighborY="119163"/>
      <dgm:spPr/>
    </dgm:pt>
    <dgm:pt modelId="{A92FBB36-E6B7-434F-9C6D-ACC681B3E5F9}" type="pres">
      <dgm:prSet presAssocID="{AF3289D0-A2E6-4CB7-B33C-02678C1FC922}" presName="hSp" presStyleCnt="0"/>
      <dgm:spPr/>
    </dgm:pt>
    <dgm:pt modelId="{1BBF1378-9D53-4B2E-89BD-81710B06B480}" type="pres">
      <dgm:prSet presAssocID="{2B7A50F8-5A92-40F3-BAE5-A687BB6A8970}" presName="vertFlow" presStyleCnt="0"/>
      <dgm:spPr/>
    </dgm:pt>
    <dgm:pt modelId="{A70183C4-D7A2-431C-A484-FD2AC3C78AD3}" type="pres">
      <dgm:prSet presAssocID="{2B7A50F8-5A92-40F3-BAE5-A687BB6A8970}" presName="header" presStyleLbl="node1" presStyleIdx="4" presStyleCnt="8" custScaleY="379616" custLinFactY="100000" custLinFactNeighborX="-14212" custLinFactNeighborY="119163"/>
      <dgm:spPr/>
    </dgm:pt>
    <dgm:pt modelId="{1CACF5CE-9ABE-4060-B23D-86B6652F3A86}" type="pres">
      <dgm:prSet presAssocID="{2B7A50F8-5A92-40F3-BAE5-A687BB6A8970}" presName="hSp" presStyleCnt="0"/>
      <dgm:spPr/>
    </dgm:pt>
    <dgm:pt modelId="{9FAAE5FF-7854-40A7-8219-0E821894C56A}" type="pres">
      <dgm:prSet presAssocID="{F14977E4-751B-4C00-B444-F924BC1E29F8}" presName="vertFlow" presStyleCnt="0"/>
      <dgm:spPr/>
    </dgm:pt>
    <dgm:pt modelId="{4C2C54B2-F2B6-4A02-84FF-7FE51B1DDB9C}" type="pres">
      <dgm:prSet presAssocID="{F14977E4-751B-4C00-B444-F924BC1E29F8}" presName="header" presStyleLbl="node1" presStyleIdx="5" presStyleCnt="8" custScaleY="379616" custLinFactY="100000" custLinFactNeighborX="-14212" custLinFactNeighborY="119163"/>
      <dgm:spPr/>
    </dgm:pt>
    <dgm:pt modelId="{854D4B46-B0AD-4408-AFEF-EE597EA4AF2A}" type="pres">
      <dgm:prSet presAssocID="{F14977E4-751B-4C00-B444-F924BC1E29F8}" presName="hSp" presStyleCnt="0"/>
      <dgm:spPr/>
    </dgm:pt>
    <dgm:pt modelId="{5792E06B-0236-42F9-A484-A7D826AC7E0C}" type="pres">
      <dgm:prSet presAssocID="{D39A6E48-1D08-47CD-9296-68F5F09205E3}" presName="vertFlow" presStyleCnt="0"/>
      <dgm:spPr/>
    </dgm:pt>
    <dgm:pt modelId="{115EAD05-5F75-4104-8609-4224D02DCB02}" type="pres">
      <dgm:prSet presAssocID="{D39A6E48-1D08-47CD-9296-68F5F09205E3}" presName="header" presStyleLbl="node1" presStyleIdx="6" presStyleCnt="8" custScaleY="379616" custLinFactY="100000" custLinFactNeighborX="-14212" custLinFactNeighborY="119163"/>
      <dgm:spPr/>
    </dgm:pt>
    <dgm:pt modelId="{AA298252-8F9F-4D6C-91D9-42D07D2F9E73}" type="pres">
      <dgm:prSet presAssocID="{D39A6E48-1D08-47CD-9296-68F5F09205E3}" presName="hSp" presStyleCnt="0"/>
      <dgm:spPr/>
    </dgm:pt>
    <dgm:pt modelId="{3E4F104B-B3DC-4883-AABC-EB7429470B14}" type="pres">
      <dgm:prSet presAssocID="{DB2BDCF1-A711-41A0-8BAC-5ED3DB2EE3E9}" presName="vertFlow" presStyleCnt="0"/>
      <dgm:spPr/>
    </dgm:pt>
    <dgm:pt modelId="{CABBC5F8-89A8-4119-BCDE-935941BDF768}" type="pres">
      <dgm:prSet presAssocID="{DB2BDCF1-A711-41A0-8BAC-5ED3DB2EE3E9}" presName="header" presStyleLbl="node1" presStyleIdx="7" presStyleCnt="8" custScaleY="379616" custLinFactY="100000" custLinFactNeighborX="-14212" custLinFactNeighborY="119163"/>
      <dgm:spPr/>
    </dgm:pt>
  </dgm:ptLst>
  <dgm:cxnLst>
    <dgm:cxn modelId="{AF231305-D9D4-496D-906A-BF00DDE09C6C}" type="presOf" srcId="{D39A6E48-1D08-47CD-9296-68F5F09205E3}" destId="{115EAD05-5F75-4104-8609-4224D02DCB02}" srcOrd="0" destOrd="0" presId="urn:microsoft.com/office/officeart/2005/8/layout/lProcess1"/>
    <dgm:cxn modelId="{33C2E30B-9E01-4CA8-A13C-0A92774EE39F}" type="presOf" srcId="{BB3D357B-B3F9-4EDF-950D-AFEFF0AF0BA1}" destId="{3573CD6E-2AA8-47BA-AE89-500649D7F38B}" srcOrd="0" destOrd="0" presId="urn:microsoft.com/office/officeart/2005/8/layout/lProcess1"/>
    <dgm:cxn modelId="{E1889D1E-D6A5-43AE-A5E3-F7C8D2DA41D0}" srcId="{BB3D357B-B3F9-4EDF-950D-AFEFF0AF0BA1}" destId="{A39DD8C6-648A-4D9D-90BA-E8711425EC17}" srcOrd="1" destOrd="0" parTransId="{DB5BB56C-527F-46D3-89F1-143230665999}" sibTransId="{9AE97BA6-D09F-452A-BB01-7AB2E7B2F1A0}"/>
    <dgm:cxn modelId="{88A52834-2E50-40E1-A786-37B6BECD60EA}" srcId="{BB3D357B-B3F9-4EDF-950D-AFEFF0AF0BA1}" destId="{2B7A50F8-5A92-40F3-BAE5-A687BB6A8970}" srcOrd="4" destOrd="0" parTransId="{F462C551-BC45-469D-890C-2C6FA4F811BA}" sibTransId="{7A5D904F-6C89-4D27-8C52-9A389222122E}"/>
    <dgm:cxn modelId="{0620EF39-D3D9-4FF1-AF5D-6DB5A0CB8B09}" type="presOf" srcId="{F14977E4-751B-4C00-B444-F924BC1E29F8}" destId="{4C2C54B2-F2B6-4A02-84FF-7FE51B1DDB9C}" srcOrd="0" destOrd="0" presId="urn:microsoft.com/office/officeart/2005/8/layout/lProcess1"/>
    <dgm:cxn modelId="{E56D583D-4450-4F30-8CD0-B5A060F3F1C4}" srcId="{BB3D357B-B3F9-4EDF-950D-AFEFF0AF0BA1}" destId="{F14977E4-751B-4C00-B444-F924BC1E29F8}" srcOrd="5" destOrd="0" parTransId="{BD60FBED-A187-433F-BF75-01A9052CDD66}" sibTransId="{03212DF3-4B81-4B9E-A142-BC58899E2249}"/>
    <dgm:cxn modelId="{2370E444-4C4F-4155-98C1-911398610F4F}" srcId="{BB3D357B-B3F9-4EDF-950D-AFEFF0AF0BA1}" destId="{A6B6842A-49E3-4AD3-9DAA-94358AB479A2}" srcOrd="2" destOrd="0" parTransId="{F8E0C1F3-D7FF-4850-B7B4-C633AED3042A}" sibTransId="{B6C5892D-57F4-4879-A6B5-C07EDB9211AB}"/>
    <dgm:cxn modelId="{83B14C45-DCD1-4F94-8CF6-25BD8951A780}" srcId="{BB3D357B-B3F9-4EDF-950D-AFEFF0AF0BA1}" destId="{AF3289D0-A2E6-4CB7-B33C-02678C1FC922}" srcOrd="3" destOrd="0" parTransId="{7DBA46A8-60F9-431D-AEB0-05BD67EF4F7B}" sibTransId="{7DB3100C-6E4A-482A-A084-32172F649573}"/>
    <dgm:cxn modelId="{6838186A-3350-43BB-AECD-DE681EE3A881}" type="presOf" srcId="{2B7A50F8-5A92-40F3-BAE5-A687BB6A8970}" destId="{A70183C4-D7A2-431C-A484-FD2AC3C78AD3}" srcOrd="0" destOrd="0" presId="urn:microsoft.com/office/officeart/2005/8/layout/lProcess1"/>
    <dgm:cxn modelId="{1F880A4E-D0BA-4290-A055-661273E7F456}" type="presOf" srcId="{A6B6842A-49E3-4AD3-9DAA-94358AB479A2}" destId="{8DD21AD2-A55D-4DB5-8245-AE075B576AB5}" srcOrd="0" destOrd="0" presId="urn:microsoft.com/office/officeart/2005/8/layout/lProcess1"/>
    <dgm:cxn modelId="{08E08DA1-E099-4269-A7E9-4C0FAB8950FF}" srcId="{BB3D357B-B3F9-4EDF-950D-AFEFF0AF0BA1}" destId="{DB2BDCF1-A711-41A0-8BAC-5ED3DB2EE3E9}" srcOrd="7" destOrd="0" parTransId="{7E40FF3C-7B5E-4FC7-8DAF-58BE301E1691}" sibTransId="{20EB2021-B66C-4EFC-B40E-6C68075AFF99}"/>
    <dgm:cxn modelId="{67F2F9C0-4A98-42B1-AB34-4DD436EA9437}" type="presOf" srcId="{A39DD8C6-648A-4D9D-90BA-E8711425EC17}" destId="{C879A011-E1FD-4A9E-9B8E-16421D0A8120}" srcOrd="0" destOrd="0" presId="urn:microsoft.com/office/officeart/2005/8/layout/lProcess1"/>
    <dgm:cxn modelId="{78A947CC-4843-4120-9BD8-3C79B2F3A6AF}" type="presOf" srcId="{DB2BDCF1-A711-41A0-8BAC-5ED3DB2EE3E9}" destId="{CABBC5F8-89A8-4119-BCDE-935941BDF768}" srcOrd="0" destOrd="0" presId="urn:microsoft.com/office/officeart/2005/8/layout/lProcess1"/>
    <dgm:cxn modelId="{1AD817DC-0F7A-48A3-8DF1-B8D4FCBB0638}" type="presOf" srcId="{AF3289D0-A2E6-4CB7-B33C-02678C1FC922}" destId="{5FD13D48-0D7C-46D1-B86C-41CB5BE7C0FA}" srcOrd="0" destOrd="0" presId="urn:microsoft.com/office/officeart/2005/8/layout/lProcess1"/>
    <dgm:cxn modelId="{BDF191ED-94B2-4DA5-ADCB-1CEBC425CC7F}" srcId="{BB3D357B-B3F9-4EDF-950D-AFEFF0AF0BA1}" destId="{D39A6E48-1D08-47CD-9296-68F5F09205E3}" srcOrd="6" destOrd="0" parTransId="{87F5E158-8A9A-4A82-9AAD-394F9DC72556}" sibTransId="{206CF35A-4436-483D-8497-33A7A816BF43}"/>
    <dgm:cxn modelId="{B1E301EE-D39B-4F7C-A67B-B67BFB728642}" srcId="{BB3D357B-B3F9-4EDF-950D-AFEFF0AF0BA1}" destId="{4A0650AE-0A4B-499B-9AC4-7192A847DB9D}" srcOrd="0" destOrd="0" parTransId="{E6A7BAFF-7229-4EE0-B1E9-0646BC7039E7}" sibTransId="{455A0318-A6E7-4CD1-8C3F-39FD1CAFBCED}"/>
    <dgm:cxn modelId="{A6AA52F1-638B-4904-A7EB-314F2B281B02}" type="presOf" srcId="{4A0650AE-0A4B-499B-9AC4-7192A847DB9D}" destId="{58C967AF-A7D1-4122-A730-8F5403A32103}" srcOrd="0" destOrd="0" presId="urn:microsoft.com/office/officeart/2005/8/layout/lProcess1"/>
    <dgm:cxn modelId="{F6160781-37EC-4CF6-81C5-B21865B95A41}" type="presParOf" srcId="{3573CD6E-2AA8-47BA-AE89-500649D7F38B}" destId="{84173F88-D401-4872-A642-091E53D482C1}" srcOrd="0" destOrd="0" presId="urn:microsoft.com/office/officeart/2005/8/layout/lProcess1"/>
    <dgm:cxn modelId="{E628C84D-A537-4666-9882-AA78EFF0551B}" type="presParOf" srcId="{84173F88-D401-4872-A642-091E53D482C1}" destId="{58C967AF-A7D1-4122-A730-8F5403A32103}" srcOrd="0" destOrd="0" presId="urn:microsoft.com/office/officeart/2005/8/layout/lProcess1"/>
    <dgm:cxn modelId="{228C1986-19B6-4D3C-86F0-3CF8C8E4F245}" type="presParOf" srcId="{3573CD6E-2AA8-47BA-AE89-500649D7F38B}" destId="{83A2644C-7DD2-4AC0-AE57-187CF3ABC29F}" srcOrd="1" destOrd="0" presId="urn:microsoft.com/office/officeart/2005/8/layout/lProcess1"/>
    <dgm:cxn modelId="{0852E04F-AA3F-4721-89F0-A289E9AF56C8}" type="presParOf" srcId="{3573CD6E-2AA8-47BA-AE89-500649D7F38B}" destId="{AE5CDD5B-C291-4B41-AA37-CA95C12F8666}" srcOrd="2" destOrd="0" presId="urn:microsoft.com/office/officeart/2005/8/layout/lProcess1"/>
    <dgm:cxn modelId="{DA2109B6-3ED2-4C5C-BD23-A410E15CDFDF}" type="presParOf" srcId="{AE5CDD5B-C291-4B41-AA37-CA95C12F8666}" destId="{C879A011-E1FD-4A9E-9B8E-16421D0A8120}" srcOrd="0" destOrd="0" presId="urn:microsoft.com/office/officeart/2005/8/layout/lProcess1"/>
    <dgm:cxn modelId="{BCC4467A-59F5-4F05-839A-127C18186771}" type="presParOf" srcId="{3573CD6E-2AA8-47BA-AE89-500649D7F38B}" destId="{90DB2A82-79D6-46FA-BD59-F55B6CA758E7}" srcOrd="3" destOrd="0" presId="urn:microsoft.com/office/officeart/2005/8/layout/lProcess1"/>
    <dgm:cxn modelId="{FAD6C1D1-4653-4491-AD71-96A45A8ECB13}" type="presParOf" srcId="{3573CD6E-2AA8-47BA-AE89-500649D7F38B}" destId="{9932343F-956F-4935-AF9D-45733CF0A0C0}" srcOrd="4" destOrd="0" presId="urn:microsoft.com/office/officeart/2005/8/layout/lProcess1"/>
    <dgm:cxn modelId="{4CEC5CC1-7BA3-4874-AB14-8B7F5FB4698F}" type="presParOf" srcId="{9932343F-956F-4935-AF9D-45733CF0A0C0}" destId="{8DD21AD2-A55D-4DB5-8245-AE075B576AB5}" srcOrd="0" destOrd="0" presId="urn:microsoft.com/office/officeart/2005/8/layout/lProcess1"/>
    <dgm:cxn modelId="{2F56E928-E607-4D4B-B1C8-F4EE77FC56C0}" type="presParOf" srcId="{3573CD6E-2AA8-47BA-AE89-500649D7F38B}" destId="{10F3811B-2B98-47F2-A30D-3BA260768970}" srcOrd="5" destOrd="0" presId="urn:microsoft.com/office/officeart/2005/8/layout/lProcess1"/>
    <dgm:cxn modelId="{D8712C86-F45E-44B1-829E-CDB2CB40BF34}" type="presParOf" srcId="{3573CD6E-2AA8-47BA-AE89-500649D7F38B}" destId="{18F752DC-5D13-4885-BFE1-035DC8329885}" srcOrd="6" destOrd="0" presId="urn:microsoft.com/office/officeart/2005/8/layout/lProcess1"/>
    <dgm:cxn modelId="{9F0620B1-0310-4EB6-AB9F-EECA7C1BB4FC}" type="presParOf" srcId="{18F752DC-5D13-4885-BFE1-035DC8329885}" destId="{5FD13D48-0D7C-46D1-B86C-41CB5BE7C0FA}" srcOrd="0" destOrd="0" presId="urn:microsoft.com/office/officeart/2005/8/layout/lProcess1"/>
    <dgm:cxn modelId="{CAA007B6-1F4B-4DB2-AD98-9455A3912DE8}" type="presParOf" srcId="{3573CD6E-2AA8-47BA-AE89-500649D7F38B}" destId="{A92FBB36-E6B7-434F-9C6D-ACC681B3E5F9}" srcOrd="7" destOrd="0" presId="urn:microsoft.com/office/officeart/2005/8/layout/lProcess1"/>
    <dgm:cxn modelId="{B4261E23-C7FA-4833-BB22-A569EBD69BE4}" type="presParOf" srcId="{3573CD6E-2AA8-47BA-AE89-500649D7F38B}" destId="{1BBF1378-9D53-4B2E-89BD-81710B06B480}" srcOrd="8" destOrd="0" presId="urn:microsoft.com/office/officeart/2005/8/layout/lProcess1"/>
    <dgm:cxn modelId="{4FE0DD22-95E8-4123-AE12-8ADE23874408}" type="presParOf" srcId="{1BBF1378-9D53-4B2E-89BD-81710B06B480}" destId="{A70183C4-D7A2-431C-A484-FD2AC3C78AD3}" srcOrd="0" destOrd="0" presId="urn:microsoft.com/office/officeart/2005/8/layout/lProcess1"/>
    <dgm:cxn modelId="{9B96A348-E432-48A7-9AB9-17CB0021339B}" type="presParOf" srcId="{3573CD6E-2AA8-47BA-AE89-500649D7F38B}" destId="{1CACF5CE-9ABE-4060-B23D-86B6652F3A86}" srcOrd="9" destOrd="0" presId="urn:microsoft.com/office/officeart/2005/8/layout/lProcess1"/>
    <dgm:cxn modelId="{AC40EBF6-8B1F-4C71-B0B2-6C2B7C684846}" type="presParOf" srcId="{3573CD6E-2AA8-47BA-AE89-500649D7F38B}" destId="{9FAAE5FF-7854-40A7-8219-0E821894C56A}" srcOrd="10" destOrd="0" presId="urn:microsoft.com/office/officeart/2005/8/layout/lProcess1"/>
    <dgm:cxn modelId="{AEEEED92-961B-4B0A-8BFD-19BA62AE0B0A}" type="presParOf" srcId="{9FAAE5FF-7854-40A7-8219-0E821894C56A}" destId="{4C2C54B2-F2B6-4A02-84FF-7FE51B1DDB9C}" srcOrd="0" destOrd="0" presId="urn:microsoft.com/office/officeart/2005/8/layout/lProcess1"/>
    <dgm:cxn modelId="{E05834B6-13FA-410A-B08F-AF4124BCBECC}" type="presParOf" srcId="{3573CD6E-2AA8-47BA-AE89-500649D7F38B}" destId="{854D4B46-B0AD-4408-AFEF-EE597EA4AF2A}" srcOrd="11" destOrd="0" presId="urn:microsoft.com/office/officeart/2005/8/layout/lProcess1"/>
    <dgm:cxn modelId="{4B8CB814-911B-4A14-825B-BCA988DA5E08}" type="presParOf" srcId="{3573CD6E-2AA8-47BA-AE89-500649D7F38B}" destId="{5792E06B-0236-42F9-A484-A7D826AC7E0C}" srcOrd="12" destOrd="0" presId="urn:microsoft.com/office/officeart/2005/8/layout/lProcess1"/>
    <dgm:cxn modelId="{ABD14731-A096-41C2-AD5F-9FCDB5A56513}" type="presParOf" srcId="{5792E06B-0236-42F9-A484-A7D826AC7E0C}" destId="{115EAD05-5F75-4104-8609-4224D02DCB02}" srcOrd="0" destOrd="0" presId="urn:microsoft.com/office/officeart/2005/8/layout/lProcess1"/>
    <dgm:cxn modelId="{A23CBE95-5A95-4FD4-AF13-842FF880F6BD}" type="presParOf" srcId="{3573CD6E-2AA8-47BA-AE89-500649D7F38B}" destId="{AA298252-8F9F-4D6C-91D9-42D07D2F9E73}" srcOrd="13" destOrd="0" presId="urn:microsoft.com/office/officeart/2005/8/layout/lProcess1"/>
    <dgm:cxn modelId="{D6E7CDE4-356A-4529-B53F-FB7064F752DA}" type="presParOf" srcId="{3573CD6E-2AA8-47BA-AE89-500649D7F38B}" destId="{3E4F104B-B3DC-4883-AABC-EB7429470B14}" srcOrd="14" destOrd="0" presId="urn:microsoft.com/office/officeart/2005/8/layout/lProcess1"/>
    <dgm:cxn modelId="{877891DD-2387-4E65-9DA5-2BF189F1920C}" type="presParOf" srcId="{3E4F104B-B3DC-4883-AABC-EB7429470B14}" destId="{CABBC5F8-89A8-4119-BCDE-935941BDF768}" srcOrd="0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B3D357B-B3F9-4EDF-950D-AFEFF0AF0BA1}" type="doc">
      <dgm:prSet loTypeId="urn:microsoft.com/office/officeart/2005/8/layout/lProcess1" loCatId="process" qsTypeId="urn:microsoft.com/office/officeart/2005/8/quickstyle/simple1" qsCatId="simple" csTypeId="urn:microsoft.com/office/officeart/2005/8/colors/accent1_2" csCatId="accent1" phldr="1"/>
      <dgm:spPr/>
    </dgm:pt>
    <dgm:pt modelId="{A39DD8C6-648A-4D9D-90BA-E8711425EC17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endParaRPr lang="nb-NO" dirty="0">
            <a:latin typeface="Consolas" panose="020B0609020204030204" pitchFamily="49" charset="0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DB5BB56C-527F-46D3-89F1-143230665999}" type="parTrans" cxnId="{E1889D1E-D6A5-43AE-A5E3-F7C8D2DA41D0}">
      <dgm:prSet/>
      <dgm:spPr/>
      <dgm:t>
        <a:bodyPr/>
        <a:lstStyle/>
        <a:p>
          <a:endParaRPr lang="nb-NO"/>
        </a:p>
      </dgm:t>
    </dgm:pt>
    <dgm:pt modelId="{9AE97BA6-D09F-452A-BB01-7AB2E7B2F1A0}" type="sibTrans" cxnId="{E1889D1E-D6A5-43AE-A5E3-F7C8D2DA41D0}">
      <dgm:prSet/>
      <dgm:spPr/>
      <dgm:t>
        <a:bodyPr/>
        <a:lstStyle/>
        <a:p>
          <a:endParaRPr lang="nb-NO"/>
        </a:p>
      </dgm:t>
    </dgm:pt>
    <dgm:pt modelId="{A6B6842A-49E3-4AD3-9DAA-94358AB479A2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border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F8E0C1F3-D7FF-4850-B7B4-C633AED3042A}" type="parTrans" cxnId="{2370E444-4C4F-4155-98C1-911398610F4F}">
      <dgm:prSet/>
      <dgm:spPr/>
      <dgm:t>
        <a:bodyPr/>
        <a:lstStyle/>
        <a:p>
          <a:endParaRPr lang="nb-NO"/>
        </a:p>
      </dgm:t>
    </dgm:pt>
    <dgm:pt modelId="{B6C5892D-57F4-4879-A6B5-C07EDB9211AB}" type="sibTrans" cxnId="{2370E444-4C4F-4155-98C1-911398610F4F}">
      <dgm:prSet/>
      <dgm:spPr/>
      <dgm:t>
        <a:bodyPr/>
        <a:lstStyle/>
        <a:p>
          <a:endParaRPr lang="nb-NO"/>
        </a:p>
      </dgm:t>
    </dgm:pt>
    <dgm:pt modelId="{AF3289D0-A2E6-4CB7-B33C-02678C1FC922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7DBA46A8-60F9-431D-AEB0-05BD67EF4F7B}" type="parTrans" cxnId="{83B14C45-DCD1-4F94-8CF6-25BD8951A780}">
      <dgm:prSet/>
      <dgm:spPr/>
      <dgm:t>
        <a:bodyPr/>
        <a:lstStyle/>
        <a:p>
          <a:endParaRPr lang="nb-NO"/>
        </a:p>
      </dgm:t>
    </dgm:pt>
    <dgm:pt modelId="{7DB3100C-6E4A-482A-A084-32172F649573}" type="sibTrans" cxnId="{83B14C45-DCD1-4F94-8CF6-25BD8951A780}">
      <dgm:prSet/>
      <dgm:spPr/>
      <dgm:t>
        <a:bodyPr/>
        <a:lstStyle/>
        <a:p>
          <a:endParaRPr lang="nb-NO"/>
        </a:p>
      </dgm:t>
    </dgm:pt>
    <dgm:pt modelId="{2B7A50F8-5A92-40F3-BAE5-A687BB6A8970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border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F462C551-BC45-469D-890C-2C6FA4F811BA}" type="parTrans" cxnId="{88A52834-2E50-40E1-A786-37B6BECD60EA}">
      <dgm:prSet/>
      <dgm:spPr/>
      <dgm:t>
        <a:bodyPr/>
        <a:lstStyle/>
        <a:p>
          <a:endParaRPr lang="nb-NO"/>
        </a:p>
      </dgm:t>
    </dgm:pt>
    <dgm:pt modelId="{7A5D904F-6C89-4D27-8C52-9A389222122E}" type="sibTrans" cxnId="{88A52834-2E50-40E1-A786-37B6BECD60EA}">
      <dgm:prSet/>
      <dgm:spPr/>
      <dgm:t>
        <a:bodyPr/>
        <a:lstStyle/>
        <a:p>
          <a:endParaRPr lang="nb-NO"/>
        </a:p>
      </dgm:t>
    </dgm:pt>
    <dgm:pt modelId="{F14977E4-751B-4C00-B444-F924BC1E29F8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 action="ppaction://hlinksldjump"/>
          </dgm14:cNvPr>
        </a:ext>
      </dgm:extLst>
    </dgm:pt>
    <dgm:pt modelId="{BD60FBED-A187-433F-BF75-01A9052CDD66}" type="parTrans" cxnId="{E56D583D-4450-4F30-8CD0-B5A060F3F1C4}">
      <dgm:prSet/>
      <dgm:spPr/>
      <dgm:t>
        <a:bodyPr/>
        <a:lstStyle/>
        <a:p>
          <a:endParaRPr lang="nb-NO"/>
        </a:p>
      </dgm:t>
    </dgm:pt>
    <dgm:pt modelId="{03212DF3-4B81-4B9E-A142-BC58899E2249}" type="sibTrans" cxnId="{E56D583D-4450-4F30-8CD0-B5A060F3F1C4}">
      <dgm:prSet/>
      <dgm:spPr/>
      <dgm:t>
        <a:bodyPr/>
        <a:lstStyle/>
        <a:p>
          <a:endParaRPr lang="nb-NO"/>
        </a:p>
      </dgm:t>
    </dgm:pt>
    <dgm:pt modelId="{D39A6E48-1D08-47CD-9296-68F5F09205E3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border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6" action="ppaction://hlinksldjump"/>
          </dgm14:cNvPr>
        </a:ext>
      </dgm:extLst>
    </dgm:pt>
    <dgm:pt modelId="{87F5E158-8A9A-4A82-9AAD-394F9DC72556}" type="parTrans" cxnId="{BDF191ED-94B2-4DA5-ADCB-1CEBC425CC7F}">
      <dgm:prSet/>
      <dgm:spPr/>
      <dgm:t>
        <a:bodyPr/>
        <a:lstStyle/>
        <a:p>
          <a:endParaRPr lang="nb-NO"/>
        </a:p>
      </dgm:t>
    </dgm:pt>
    <dgm:pt modelId="{206CF35A-4436-483D-8497-33A7A816BF43}" type="sibTrans" cxnId="{BDF191ED-94B2-4DA5-ADCB-1CEBC425CC7F}">
      <dgm:prSet/>
      <dgm:spPr/>
      <dgm:t>
        <a:bodyPr/>
        <a:lstStyle/>
        <a:p>
          <a:endParaRPr lang="nb-NO"/>
        </a:p>
      </dgm:t>
    </dgm:pt>
    <dgm:pt modelId="{DB2BDCF1-A711-41A0-8BAC-5ED3DB2EE3E9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border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7" action="ppaction://hlinksldjump"/>
          </dgm14:cNvPr>
        </a:ext>
      </dgm:extLst>
    </dgm:pt>
    <dgm:pt modelId="{7E40FF3C-7B5E-4FC7-8DAF-58BE301E1691}" type="parTrans" cxnId="{08E08DA1-E099-4269-A7E9-4C0FAB8950FF}">
      <dgm:prSet/>
      <dgm:spPr/>
      <dgm:t>
        <a:bodyPr/>
        <a:lstStyle/>
        <a:p>
          <a:endParaRPr lang="nb-NO"/>
        </a:p>
      </dgm:t>
    </dgm:pt>
    <dgm:pt modelId="{20EB2021-B66C-4EFC-B40E-6C68075AFF99}" type="sibTrans" cxnId="{08E08DA1-E099-4269-A7E9-4C0FAB8950FF}">
      <dgm:prSet/>
      <dgm:spPr/>
      <dgm:t>
        <a:bodyPr/>
        <a:lstStyle/>
        <a:p>
          <a:endParaRPr lang="nb-NO"/>
        </a:p>
      </dgm:t>
    </dgm:pt>
    <dgm:pt modelId="{4A0650AE-0A4B-499B-9AC4-7192A847DB9D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div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8" action="ppaction://hlinksldjump"/>
          </dgm14:cNvPr>
        </a:ext>
      </dgm:extLst>
    </dgm:pt>
    <dgm:pt modelId="{E6A7BAFF-7229-4EE0-B1E9-0646BC7039E7}" type="parTrans" cxnId="{B1E301EE-D39B-4F7C-A67B-B67BFB728642}">
      <dgm:prSet/>
      <dgm:spPr/>
      <dgm:t>
        <a:bodyPr/>
        <a:lstStyle/>
        <a:p>
          <a:endParaRPr lang="nb-NO"/>
        </a:p>
      </dgm:t>
    </dgm:pt>
    <dgm:pt modelId="{455A0318-A6E7-4CD1-8C3F-39FD1CAFBCED}" type="sibTrans" cxnId="{B1E301EE-D39B-4F7C-A67B-B67BFB728642}">
      <dgm:prSet/>
      <dgm:spPr/>
      <dgm:t>
        <a:bodyPr/>
        <a:lstStyle/>
        <a:p>
          <a:endParaRPr lang="nb-NO"/>
        </a:p>
      </dgm:t>
    </dgm:pt>
    <dgm:pt modelId="{3573CD6E-2AA8-47BA-AE89-500649D7F38B}" type="pres">
      <dgm:prSet presAssocID="{BB3D357B-B3F9-4EDF-950D-AFEFF0AF0BA1}" presName="Name0" presStyleCnt="0">
        <dgm:presLayoutVars>
          <dgm:dir/>
          <dgm:animLvl val="lvl"/>
          <dgm:resizeHandles val="exact"/>
        </dgm:presLayoutVars>
      </dgm:prSet>
      <dgm:spPr/>
    </dgm:pt>
    <dgm:pt modelId="{84173F88-D401-4872-A642-091E53D482C1}" type="pres">
      <dgm:prSet presAssocID="{4A0650AE-0A4B-499B-9AC4-7192A847DB9D}" presName="vertFlow" presStyleCnt="0"/>
      <dgm:spPr/>
    </dgm:pt>
    <dgm:pt modelId="{58C967AF-A7D1-4122-A730-8F5403A32103}" type="pres">
      <dgm:prSet presAssocID="{4A0650AE-0A4B-499B-9AC4-7192A847DB9D}" presName="header" presStyleLbl="node1" presStyleIdx="0" presStyleCnt="8" custScaleY="379616" custLinFactY="100000" custLinFactNeighborX="-12863" custLinFactNeighborY="119163"/>
      <dgm:spPr/>
    </dgm:pt>
    <dgm:pt modelId="{83A2644C-7DD2-4AC0-AE57-187CF3ABC29F}" type="pres">
      <dgm:prSet presAssocID="{4A0650AE-0A4B-499B-9AC4-7192A847DB9D}" presName="hSp" presStyleCnt="0"/>
      <dgm:spPr/>
    </dgm:pt>
    <dgm:pt modelId="{AE5CDD5B-C291-4B41-AA37-CA95C12F8666}" type="pres">
      <dgm:prSet presAssocID="{A39DD8C6-648A-4D9D-90BA-E8711425EC17}" presName="vertFlow" presStyleCnt="0"/>
      <dgm:spPr/>
    </dgm:pt>
    <dgm:pt modelId="{C879A011-E1FD-4A9E-9B8E-16421D0A8120}" type="pres">
      <dgm:prSet presAssocID="{A39DD8C6-648A-4D9D-90BA-E8711425EC17}" presName="header" presStyleLbl="node1" presStyleIdx="1" presStyleCnt="8" custScaleY="379616" custLinFactY="100000" custLinFactNeighborX="-8923" custLinFactNeighborY="119162"/>
      <dgm:spPr/>
    </dgm:pt>
    <dgm:pt modelId="{90DB2A82-79D6-46FA-BD59-F55B6CA758E7}" type="pres">
      <dgm:prSet presAssocID="{A39DD8C6-648A-4D9D-90BA-E8711425EC17}" presName="hSp" presStyleCnt="0"/>
      <dgm:spPr/>
    </dgm:pt>
    <dgm:pt modelId="{9932343F-956F-4935-AF9D-45733CF0A0C0}" type="pres">
      <dgm:prSet presAssocID="{A6B6842A-49E3-4AD3-9DAA-94358AB479A2}" presName="vertFlow" presStyleCnt="0"/>
      <dgm:spPr/>
    </dgm:pt>
    <dgm:pt modelId="{8DD21AD2-A55D-4DB5-8245-AE075B576AB5}" type="pres">
      <dgm:prSet presAssocID="{A6B6842A-49E3-4AD3-9DAA-94358AB479A2}" presName="header" presStyleLbl="node1" presStyleIdx="2" presStyleCnt="8" custScaleY="379616" custLinFactY="100000" custLinFactNeighborX="-14212" custLinFactNeighborY="119163"/>
      <dgm:spPr/>
    </dgm:pt>
    <dgm:pt modelId="{10F3811B-2B98-47F2-A30D-3BA260768970}" type="pres">
      <dgm:prSet presAssocID="{A6B6842A-49E3-4AD3-9DAA-94358AB479A2}" presName="hSp" presStyleCnt="0"/>
      <dgm:spPr/>
    </dgm:pt>
    <dgm:pt modelId="{18F752DC-5D13-4885-BFE1-035DC8329885}" type="pres">
      <dgm:prSet presAssocID="{AF3289D0-A2E6-4CB7-B33C-02678C1FC922}" presName="vertFlow" presStyleCnt="0"/>
      <dgm:spPr/>
    </dgm:pt>
    <dgm:pt modelId="{5FD13D48-0D7C-46D1-B86C-41CB5BE7C0FA}" type="pres">
      <dgm:prSet presAssocID="{AF3289D0-A2E6-4CB7-B33C-02678C1FC922}" presName="header" presStyleLbl="node1" presStyleIdx="3" presStyleCnt="8" custScaleY="379616" custLinFactY="100000" custLinFactNeighborX="-14212" custLinFactNeighborY="119163"/>
      <dgm:spPr/>
    </dgm:pt>
    <dgm:pt modelId="{A92FBB36-E6B7-434F-9C6D-ACC681B3E5F9}" type="pres">
      <dgm:prSet presAssocID="{AF3289D0-A2E6-4CB7-B33C-02678C1FC922}" presName="hSp" presStyleCnt="0"/>
      <dgm:spPr/>
    </dgm:pt>
    <dgm:pt modelId="{1BBF1378-9D53-4B2E-89BD-81710B06B480}" type="pres">
      <dgm:prSet presAssocID="{2B7A50F8-5A92-40F3-BAE5-A687BB6A8970}" presName="vertFlow" presStyleCnt="0"/>
      <dgm:spPr/>
    </dgm:pt>
    <dgm:pt modelId="{A70183C4-D7A2-431C-A484-FD2AC3C78AD3}" type="pres">
      <dgm:prSet presAssocID="{2B7A50F8-5A92-40F3-BAE5-A687BB6A8970}" presName="header" presStyleLbl="node1" presStyleIdx="4" presStyleCnt="8" custScaleY="379616" custLinFactY="100000" custLinFactNeighborX="-14212" custLinFactNeighborY="119163"/>
      <dgm:spPr/>
    </dgm:pt>
    <dgm:pt modelId="{1CACF5CE-9ABE-4060-B23D-86B6652F3A86}" type="pres">
      <dgm:prSet presAssocID="{2B7A50F8-5A92-40F3-BAE5-A687BB6A8970}" presName="hSp" presStyleCnt="0"/>
      <dgm:spPr/>
    </dgm:pt>
    <dgm:pt modelId="{9FAAE5FF-7854-40A7-8219-0E821894C56A}" type="pres">
      <dgm:prSet presAssocID="{F14977E4-751B-4C00-B444-F924BC1E29F8}" presName="vertFlow" presStyleCnt="0"/>
      <dgm:spPr/>
    </dgm:pt>
    <dgm:pt modelId="{4C2C54B2-F2B6-4A02-84FF-7FE51B1DDB9C}" type="pres">
      <dgm:prSet presAssocID="{F14977E4-751B-4C00-B444-F924BC1E29F8}" presName="header" presStyleLbl="node1" presStyleIdx="5" presStyleCnt="8" custScaleY="379616" custLinFactY="100000" custLinFactNeighborX="-14212" custLinFactNeighborY="119163"/>
      <dgm:spPr/>
    </dgm:pt>
    <dgm:pt modelId="{854D4B46-B0AD-4408-AFEF-EE597EA4AF2A}" type="pres">
      <dgm:prSet presAssocID="{F14977E4-751B-4C00-B444-F924BC1E29F8}" presName="hSp" presStyleCnt="0"/>
      <dgm:spPr/>
    </dgm:pt>
    <dgm:pt modelId="{5792E06B-0236-42F9-A484-A7D826AC7E0C}" type="pres">
      <dgm:prSet presAssocID="{D39A6E48-1D08-47CD-9296-68F5F09205E3}" presName="vertFlow" presStyleCnt="0"/>
      <dgm:spPr/>
    </dgm:pt>
    <dgm:pt modelId="{115EAD05-5F75-4104-8609-4224D02DCB02}" type="pres">
      <dgm:prSet presAssocID="{D39A6E48-1D08-47CD-9296-68F5F09205E3}" presName="header" presStyleLbl="node1" presStyleIdx="6" presStyleCnt="8" custScaleY="379616" custLinFactY="100000" custLinFactNeighborX="-14212" custLinFactNeighborY="119163"/>
      <dgm:spPr/>
    </dgm:pt>
    <dgm:pt modelId="{AA298252-8F9F-4D6C-91D9-42D07D2F9E73}" type="pres">
      <dgm:prSet presAssocID="{D39A6E48-1D08-47CD-9296-68F5F09205E3}" presName="hSp" presStyleCnt="0"/>
      <dgm:spPr/>
    </dgm:pt>
    <dgm:pt modelId="{3E4F104B-B3DC-4883-AABC-EB7429470B14}" type="pres">
      <dgm:prSet presAssocID="{DB2BDCF1-A711-41A0-8BAC-5ED3DB2EE3E9}" presName="vertFlow" presStyleCnt="0"/>
      <dgm:spPr/>
    </dgm:pt>
    <dgm:pt modelId="{CABBC5F8-89A8-4119-BCDE-935941BDF768}" type="pres">
      <dgm:prSet presAssocID="{DB2BDCF1-A711-41A0-8BAC-5ED3DB2EE3E9}" presName="header" presStyleLbl="node1" presStyleIdx="7" presStyleCnt="8" custScaleY="379616" custLinFactY="100000" custLinFactNeighborX="-14212" custLinFactNeighborY="119163"/>
      <dgm:spPr/>
    </dgm:pt>
  </dgm:ptLst>
  <dgm:cxnLst>
    <dgm:cxn modelId="{AF231305-D9D4-496D-906A-BF00DDE09C6C}" type="presOf" srcId="{D39A6E48-1D08-47CD-9296-68F5F09205E3}" destId="{115EAD05-5F75-4104-8609-4224D02DCB02}" srcOrd="0" destOrd="0" presId="urn:microsoft.com/office/officeart/2005/8/layout/lProcess1"/>
    <dgm:cxn modelId="{33C2E30B-9E01-4CA8-A13C-0A92774EE39F}" type="presOf" srcId="{BB3D357B-B3F9-4EDF-950D-AFEFF0AF0BA1}" destId="{3573CD6E-2AA8-47BA-AE89-500649D7F38B}" srcOrd="0" destOrd="0" presId="urn:microsoft.com/office/officeart/2005/8/layout/lProcess1"/>
    <dgm:cxn modelId="{E1889D1E-D6A5-43AE-A5E3-F7C8D2DA41D0}" srcId="{BB3D357B-B3F9-4EDF-950D-AFEFF0AF0BA1}" destId="{A39DD8C6-648A-4D9D-90BA-E8711425EC17}" srcOrd="1" destOrd="0" parTransId="{DB5BB56C-527F-46D3-89F1-143230665999}" sibTransId="{9AE97BA6-D09F-452A-BB01-7AB2E7B2F1A0}"/>
    <dgm:cxn modelId="{88A52834-2E50-40E1-A786-37B6BECD60EA}" srcId="{BB3D357B-B3F9-4EDF-950D-AFEFF0AF0BA1}" destId="{2B7A50F8-5A92-40F3-BAE5-A687BB6A8970}" srcOrd="4" destOrd="0" parTransId="{F462C551-BC45-469D-890C-2C6FA4F811BA}" sibTransId="{7A5D904F-6C89-4D27-8C52-9A389222122E}"/>
    <dgm:cxn modelId="{0620EF39-D3D9-4FF1-AF5D-6DB5A0CB8B09}" type="presOf" srcId="{F14977E4-751B-4C00-B444-F924BC1E29F8}" destId="{4C2C54B2-F2B6-4A02-84FF-7FE51B1DDB9C}" srcOrd="0" destOrd="0" presId="urn:microsoft.com/office/officeart/2005/8/layout/lProcess1"/>
    <dgm:cxn modelId="{E56D583D-4450-4F30-8CD0-B5A060F3F1C4}" srcId="{BB3D357B-B3F9-4EDF-950D-AFEFF0AF0BA1}" destId="{F14977E4-751B-4C00-B444-F924BC1E29F8}" srcOrd="5" destOrd="0" parTransId="{BD60FBED-A187-433F-BF75-01A9052CDD66}" sibTransId="{03212DF3-4B81-4B9E-A142-BC58899E2249}"/>
    <dgm:cxn modelId="{2370E444-4C4F-4155-98C1-911398610F4F}" srcId="{BB3D357B-B3F9-4EDF-950D-AFEFF0AF0BA1}" destId="{A6B6842A-49E3-4AD3-9DAA-94358AB479A2}" srcOrd="2" destOrd="0" parTransId="{F8E0C1F3-D7FF-4850-B7B4-C633AED3042A}" sibTransId="{B6C5892D-57F4-4879-A6B5-C07EDB9211AB}"/>
    <dgm:cxn modelId="{83B14C45-DCD1-4F94-8CF6-25BD8951A780}" srcId="{BB3D357B-B3F9-4EDF-950D-AFEFF0AF0BA1}" destId="{AF3289D0-A2E6-4CB7-B33C-02678C1FC922}" srcOrd="3" destOrd="0" parTransId="{7DBA46A8-60F9-431D-AEB0-05BD67EF4F7B}" sibTransId="{7DB3100C-6E4A-482A-A084-32172F649573}"/>
    <dgm:cxn modelId="{6838186A-3350-43BB-AECD-DE681EE3A881}" type="presOf" srcId="{2B7A50F8-5A92-40F3-BAE5-A687BB6A8970}" destId="{A70183C4-D7A2-431C-A484-FD2AC3C78AD3}" srcOrd="0" destOrd="0" presId="urn:microsoft.com/office/officeart/2005/8/layout/lProcess1"/>
    <dgm:cxn modelId="{1F880A4E-D0BA-4290-A055-661273E7F456}" type="presOf" srcId="{A6B6842A-49E3-4AD3-9DAA-94358AB479A2}" destId="{8DD21AD2-A55D-4DB5-8245-AE075B576AB5}" srcOrd="0" destOrd="0" presId="urn:microsoft.com/office/officeart/2005/8/layout/lProcess1"/>
    <dgm:cxn modelId="{08E08DA1-E099-4269-A7E9-4C0FAB8950FF}" srcId="{BB3D357B-B3F9-4EDF-950D-AFEFF0AF0BA1}" destId="{DB2BDCF1-A711-41A0-8BAC-5ED3DB2EE3E9}" srcOrd="7" destOrd="0" parTransId="{7E40FF3C-7B5E-4FC7-8DAF-58BE301E1691}" sibTransId="{20EB2021-B66C-4EFC-B40E-6C68075AFF99}"/>
    <dgm:cxn modelId="{67F2F9C0-4A98-42B1-AB34-4DD436EA9437}" type="presOf" srcId="{A39DD8C6-648A-4D9D-90BA-E8711425EC17}" destId="{C879A011-E1FD-4A9E-9B8E-16421D0A8120}" srcOrd="0" destOrd="0" presId="urn:microsoft.com/office/officeart/2005/8/layout/lProcess1"/>
    <dgm:cxn modelId="{78A947CC-4843-4120-9BD8-3C79B2F3A6AF}" type="presOf" srcId="{DB2BDCF1-A711-41A0-8BAC-5ED3DB2EE3E9}" destId="{CABBC5F8-89A8-4119-BCDE-935941BDF768}" srcOrd="0" destOrd="0" presId="urn:microsoft.com/office/officeart/2005/8/layout/lProcess1"/>
    <dgm:cxn modelId="{1AD817DC-0F7A-48A3-8DF1-B8D4FCBB0638}" type="presOf" srcId="{AF3289D0-A2E6-4CB7-B33C-02678C1FC922}" destId="{5FD13D48-0D7C-46D1-B86C-41CB5BE7C0FA}" srcOrd="0" destOrd="0" presId="urn:microsoft.com/office/officeart/2005/8/layout/lProcess1"/>
    <dgm:cxn modelId="{BDF191ED-94B2-4DA5-ADCB-1CEBC425CC7F}" srcId="{BB3D357B-B3F9-4EDF-950D-AFEFF0AF0BA1}" destId="{D39A6E48-1D08-47CD-9296-68F5F09205E3}" srcOrd="6" destOrd="0" parTransId="{87F5E158-8A9A-4A82-9AAD-394F9DC72556}" sibTransId="{206CF35A-4436-483D-8497-33A7A816BF43}"/>
    <dgm:cxn modelId="{B1E301EE-D39B-4F7C-A67B-B67BFB728642}" srcId="{BB3D357B-B3F9-4EDF-950D-AFEFF0AF0BA1}" destId="{4A0650AE-0A4B-499B-9AC4-7192A847DB9D}" srcOrd="0" destOrd="0" parTransId="{E6A7BAFF-7229-4EE0-B1E9-0646BC7039E7}" sibTransId="{455A0318-A6E7-4CD1-8C3F-39FD1CAFBCED}"/>
    <dgm:cxn modelId="{A6AA52F1-638B-4904-A7EB-314F2B281B02}" type="presOf" srcId="{4A0650AE-0A4B-499B-9AC4-7192A847DB9D}" destId="{58C967AF-A7D1-4122-A730-8F5403A32103}" srcOrd="0" destOrd="0" presId="urn:microsoft.com/office/officeart/2005/8/layout/lProcess1"/>
    <dgm:cxn modelId="{F6160781-37EC-4CF6-81C5-B21865B95A41}" type="presParOf" srcId="{3573CD6E-2AA8-47BA-AE89-500649D7F38B}" destId="{84173F88-D401-4872-A642-091E53D482C1}" srcOrd="0" destOrd="0" presId="urn:microsoft.com/office/officeart/2005/8/layout/lProcess1"/>
    <dgm:cxn modelId="{E628C84D-A537-4666-9882-AA78EFF0551B}" type="presParOf" srcId="{84173F88-D401-4872-A642-091E53D482C1}" destId="{58C967AF-A7D1-4122-A730-8F5403A32103}" srcOrd="0" destOrd="0" presId="urn:microsoft.com/office/officeart/2005/8/layout/lProcess1"/>
    <dgm:cxn modelId="{228C1986-19B6-4D3C-86F0-3CF8C8E4F245}" type="presParOf" srcId="{3573CD6E-2AA8-47BA-AE89-500649D7F38B}" destId="{83A2644C-7DD2-4AC0-AE57-187CF3ABC29F}" srcOrd="1" destOrd="0" presId="urn:microsoft.com/office/officeart/2005/8/layout/lProcess1"/>
    <dgm:cxn modelId="{0852E04F-AA3F-4721-89F0-A289E9AF56C8}" type="presParOf" srcId="{3573CD6E-2AA8-47BA-AE89-500649D7F38B}" destId="{AE5CDD5B-C291-4B41-AA37-CA95C12F8666}" srcOrd="2" destOrd="0" presId="urn:microsoft.com/office/officeart/2005/8/layout/lProcess1"/>
    <dgm:cxn modelId="{DA2109B6-3ED2-4C5C-BD23-A410E15CDFDF}" type="presParOf" srcId="{AE5CDD5B-C291-4B41-AA37-CA95C12F8666}" destId="{C879A011-E1FD-4A9E-9B8E-16421D0A8120}" srcOrd="0" destOrd="0" presId="urn:microsoft.com/office/officeart/2005/8/layout/lProcess1"/>
    <dgm:cxn modelId="{BCC4467A-59F5-4F05-839A-127C18186771}" type="presParOf" srcId="{3573CD6E-2AA8-47BA-AE89-500649D7F38B}" destId="{90DB2A82-79D6-46FA-BD59-F55B6CA758E7}" srcOrd="3" destOrd="0" presId="urn:microsoft.com/office/officeart/2005/8/layout/lProcess1"/>
    <dgm:cxn modelId="{FAD6C1D1-4653-4491-AD71-96A45A8ECB13}" type="presParOf" srcId="{3573CD6E-2AA8-47BA-AE89-500649D7F38B}" destId="{9932343F-956F-4935-AF9D-45733CF0A0C0}" srcOrd="4" destOrd="0" presId="urn:microsoft.com/office/officeart/2005/8/layout/lProcess1"/>
    <dgm:cxn modelId="{4CEC5CC1-7BA3-4874-AB14-8B7F5FB4698F}" type="presParOf" srcId="{9932343F-956F-4935-AF9D-45733CF0A0C0}" destId="{8DD21AD2-A55D-4DB5-8245-AE075B576AB5}" srcOrd="0" destOrd="0" presId="urn:microsoft.com/office/officeart/2005/8/layout/lProcess1"/>
    <dgm:cxn modelId="{2F56E928-E607-4D4B-B1C8-F4EE77FC56C0}" type="presParOf" srcId="{3573CD6E-2AA8-47BA-AE89-500649D7F38B}" destId="{10F3811B-2B98-47F2-A30D-3BA260768970}" srcOrd="5" destOrd="0" presId="urn:microsoft.com/office/officeart/2005/8/layout/lProcess1"/>
    <dgm:cxn modelId="{D8712C86-F45E-44B1-829E-CDB2CB40BF34}" type="presParOf" srcId="{3573CD6E-2AA8-47BA-AE89-500649D7F38B}" destId="{18F752DC-5D13-4885-BFE1-035DC8329885}" srcOrd="6" destOrd="0" presId="urn:microsoft.com/office/officeart/2005/8/layout/lProcess1"/>
    <dgm:cxn modelId="{9F0620B1-0310-4EB6-AB9F-EECA7C1BB4FC}" type="presParOf" srcId="{18F752DC-5D13-4885-BFE1-035DC8329885}" destId="{5FD13D48-0D7C-46D1-B86C-41CB5BE7C0FA}" srcOrd="0" destOrd="0" presId="urn:microsoft.com/office/officeart/2005/8/layout/lProcess1"/>
    <dgm:cxn modelId="{CAA007B6-1F4B-4DB2-AD98-9455A3912DE8}" type="presParOf" srcId="{3573CD6E-2AA8-47BA-AE89-500649D7F38B}" destId="{A92FBB36-E6B7-434F-9C6D-ACC681B3E5F9}" srcOrd="7" destOrd="0" presId="urn:microsoft.com/office/officeart/2005/8/layout/lProcess1"/>
    <dgm:cxn modelId="{B4261E23-C7FA-4833-BB22-A569EBD69BE4}" type="presParOf" srcId="{3573CD6E-2AA8-47BA-AE89-500649D7F38B}" destId="{1BBF1378-9D53-4B2E-89BD-81710B06B480}" srcOrd="8" destOrd="0" presId="urn:microsoft.com/office/officeart/2005/8/layout/lProcess1"/>
    <dgm:cxn modelId="{4FE0DD22-95E8-4123-AE12-8ADE23874408}" type="presParOf" srcId="{1BBF1378-9D53-4B2E-89BD-81710B06B480}" destId="{A70183C4-D7A2-431C-A484-FD2AC3C78AD3}" srcOrd="0" destOrd="0" presId="urn:microsoft.com/office/officeart/2005/8/layout/lProcess1"/>
    <dgm:cxn modelId="{9B96A348-E432-48A7-9AB9-17CB0021339B}" type="presParOf" srcId="{3573CD6E-2AA8-47BA-AE89-500649D7F38B}" destId="{1CACF5CE-9ABE-4060-B23D-86B6652F3A86}" srcOrd="9" destOrd="0" presId="urn:microsoft.com/office/officeart/2005/8/layout/lProcess1"/>
    <dgm:cxn modelId="{AC40EBF6-8B1F-4C71-B0B2-6C2B7C684846}" type="presParOf" srcId="{3573CD6E-2AA8-47BA-AE89-500649D7F38B}" destId="{9FAAE5FF-7854-40A7-8219-0E821894C56A}" srcOrd="10" destOrd="0" presId="urn:microsoft.com/office/officeart/2005/8/layout/lProcess1"/>
    <dgm:cxn modelId="{AEEEED92-961B-4B0A-8BFD-19BA62AE0B0A}" type="presParOf" srcId="{9FAAE5FF-7854-40A7-8219-0E821894C56A}" destId="{4C2C54B2-F2B6-4A02-84FF-7FE51B1DDB9C}" srcOrd="0" destOrd="0" presId="urn:microsoft.com/office/officeart/2005/8/layout/lProcess1"/>
    <dgm:cxn modelId="{E05834B6-13FA-410A-B08F-AF4124BCBECC}" type="presParOf" srcId="{3573CD6E-2AA8-47BA-AE89-500649D7F38B}" destId="{854D4B46-B0AD-4408-AFEF-EE597EA4AF2A}" srcOrd="11" destOrd="0" presId="urn:microsoft.com/office/officeart/2005/8/layout/lProcess1"/>
    <dgm:cxn modelId="{4B8CB814-911B-4A14-825B-BCA988DA5E08}" type="presParOf" srcId="{3573CD6E-2AA8-47BA-AE89-500649D7F38B}" destId="{5792E06B-0236-42F9-A484-A7D826AC7E0C}" srcOrd="12" destOrd="0" presId="urn:microsoft.com/office/officeart/2005/8/layout/lProcess1"/>
    <dgm:cxn modelId="{ABD14731-A096-41C2-AD5F-9FCDB5A56513}" type="presParOf" srcId="{5792E06B-0236-42F9-A484-A7D826AC7E0C}" destId="{115EAD05-5F75-4104-8609-4224D02DCB02}" srcOrd="0" destOrd="0" presId="urn:microsoft.com/office/officeart/2005/8/layout/lProcess1"/>
    <dgm:cxn modelId="{A23CBE95-5A95-4FD4-AF13-842FF880F6BD}" type="presParOf" srcId="{3573CD6E-2AA8-47BA-AE89-500649D7F38B}" destId="{AA298252-8F9F-4D6C-91D9-42D07D2F9E73}" srcOrd="13" destOrd="0" presId="urn:microsoft.com/office/officeart/2005/8/layout/lProcess1"/>
    <dgm:cxn modelId="{D6E7CDE4-356A-4529-B53F-FB7064F752DA}" type="presParOf" srcId="{3573CD6E-2AA8-47BA-AE89-500649D7F38B}" destId="{3E4F104B-B3DC-4883-AABC-EB7429470B14}" srcOrd="14" destOrd="0" presId="urn:microsoft.com/office/officeart/2005/8/layout/lProcess1"/>
    <dgm:cxn modelId="{877891DD-2387-4E65-9DA5-2BF189F1920C}" type="presParOf" srcId="{3E4F104B-B3DC-4883-AABC-EB7429470B14}" destId="{CABBC5F8-89A8-4119-BCDE-935941BDF768}" srcOrd="0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B3D357B-B3F9-4EDF-950D-AFEFF0AF0BA1}" type="doc">
      <dgm:prSet loTypeId="urn:microsoft.com/office/officeart/2005/8/layout/lProcess1" loCatId="process" qsTypeId="urn:microsoft.com/office/officeart/2005/8/quickstyle/simple1" qsCatId="simple" csTypeId="urn:microsoft.com/office/officeart/2005/8/colors/accent1_2" csCatId="accent1" phldr="1"/>
      <dgm:spPr/>
    </dgm:pt>
    <dgm:pt modelId="{A39DD8C6-648A-4D9D-90BA-E8711425EC17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endParaRPr lang="nb-NO" dirty="0">
            <a:latin typeface="Consolas" panose="020B0609020204030204" pitchFamily="49" charset="0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DB5BB56C-527F-46D3-89F1-143230665999}" type="parTrans" cxnId="{E1889D1E-D6A5-43AE-A5E3-F7C8D2DA41D0}">
      <dgm:prSet/>
      <dgm:spPr/>
      <dgm:t>
        <a:bodyPr/>
        <a:lstStyle/>
        <a:p>
          <a:endParaRPr lang="nb-NO"/>
        </a:p>
      </dgm:t>
    </dgm:pt>
    <dgm:pt modelId="{9AE97BA6-D09F-452A-BB01-7AB2E7B2F1A0}" type="sibTrans" cxnId="{E1889D1E-D6A5-43AE-A5E3-F7C8D2DA41D0}">
      <dgm:prSet/>
      <dgm:spPr/>
      <dgm:t>
        <a:bodyPr/>
        <a:lstStyle/>
        <a:p>
          <a:endParaRPr lang="nb-NO"/>
        </a:p>
      </dgm:t>
    </dgm:pt>
    <dgm:pt modelId="{A6B6842A-49E3-4AD3-9DAA-94358AB479A2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border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F8E0C1F3-D7FF-4850-B7B4-C633AED3042A}" type="parTrans" cxnId="{2370E444-4C4F-4155-98C1-911398610F4F}">
      <dgm:prSet/>
      <dgm:spPr/>
      <dgm:t>
        <a:bodyPr/>
        <a:lstStyle/>
        <a:p>
          <a:endParaRPr lang="nb-NO"/>
        </a:p>
      </dgm:t>
    </dgm:pt>
    <dgm:pt modelId="{B6C5892D-57F4-4879-A6B5-C07EDB9211AB}" type="sibTrans" cxnId="{2370E444-4C4F-4155-98C1-911398610F4F}">
      <dgm:prSet/>
      <dgm:spPr/>
      <dgm:t>
        <a:bodyPr/>
        <a:lstStyle/>
        <a:p>
          <a:endParaRPr lang="nb-NO"/>
        </a:p>
      </dgm:t>
    </dgm:pt>
    <dgm:pt modelId="{AF3289D0-A2E6-4CB7-B33C-02678C1FC922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7DBA46A8-60F9-431D-AEB0-05BD67EF4F7B}" type="parTrans" cxnId="{83B14C45-DCD1-4F94-8CF6-25BD8951A780}">
      <dgm:prSet/>
      <dgm:spPr/>
      <dgm:t>
        <a:bodyPr/>
        <a:lstStyle/>
        <a:p>
          <a:endParaRPr lang="nb-NO"/>
        </a:p>
      </dgm:t>
    </dgm:pt>
    <dgm:pt modelId="{7DB3100C-6E4A-482A-A084-32172F649573}" type="sibTrans" cxnId="{83B14C45-DCD1-4F94-8CF6-25BD8951A780}">
      <dgm:prSet/>
      <dgm:spPr/>
      <dgm:t>
        <a:bodyPr/>
        <a:lstStyle/>
        <a:p>
          <a:endParaRPr lang="nb-NO"/>
        </a:p>
      </dgm:t>
    </dgm:pt>
    <dgm:pt modelId="{2B7A50F8-5A92-40F3-BAE5-A687BB6A8970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border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F462C551-BC45-469D-890C-2C6FA4F811BA}" type="parTrans" cxnId="{88A52834-2E50-40E1-A786-37B6BECD60EA}">
      <dgm:prSet/>
      <dgm:spPr/>
      <dgm:t>
        <a:bodyPr/>
        <a:lstStyle/>
        <a:p>
          <a:endParaRPr lang="nb-NO"/>
        </a:p>
      </dgm:t>
    </dgm:pt>
    <dgm:pt modelId="{7A5D904F-6C89-4D27-8C52-9A389222122E}" type="sibTrans" cxnId="{88A52834-2E50-40E1-A786-37B6BECD60EA}">
      <dgm:prSet/>
      <dgm:spPr/>
      <dgm:t>
        <a:bodyPr/>
        <a:lstStyle/>
        <a:p>
          <a:endParaRPr lang="nb-NO"/>
        </a:p>
      </dgm:t>
    </dgm:pt>
    <dgm:pt modelId="{F14977E4-751B-4C00-B444-F924BC1E29F8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 action="ppaction://hlinksldjump"/>
          </dgm14:cNvPr>
        </a:ext>
      </dgm:extLst>
    </dgm:pt>
    <dgm:pt modelId="{BD60FBED-A187-433F-BF75-01A9052CDD66}" type="parTrans" cxnId="{E56D583D-4450-4F30-8CD0-B5A060F3F1C4}">
      <dgm:prSet/>
      <dgm:spPr/>
      <dgm:t>
        <a:bodyPr/>
        <a:lstStyle/>
        <a:p>
          <a:endParaRPr lang="nb-NO"/>
        </a:p>
      </dgm:t>
    </dgm:pt>
    <dgm:pt modelId="{03212DF3-4B81-4B9E-A142-BC58899E2249}" type="sibTrans" cxnId="{E56D583D-4450-4F30-8CD0-B5A060F3F1C4}">
      <dgm:prSet/>
      <dgm:spPr/>
      <dgm:t>
        <a:bodyPr/>
        <a:lstStyle/>
        <a:p>
          <a:endParaRPr lang="nb-NO"/>
        </a:p>
      </dgm:t>
    </dgm:pt>
    <dgm:pt modelId="{D39A6E48-1D08-47CD-9296-68F5F09205E3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border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6" action="ppaction://hlinksldjump"/>
          </dgm14:cNvPr>
        </a:ext>
      </dgm:extLst>
    </dgm:pt>
    <dgm:pt modelId="{87F5E158-8A9A-4A82-9AAD-394F9DC72556}" type="parTrans" cxnId="{BDF191ED-94B2-4DA5-ADCB-1CEBC425CC7F}">
      <dgm:prSet/>
      <dgm:spPr/>
      <dgm:t>
        <a:bodyPr/>
        <a:lstStyle/>
        <a:p>
          <a:endParaRPr lang="nb-NO"/>
        </a:p>
      </dgm:t>
    </dgm:pt>
    <dgm:pt modelId="{206CF35A-4436-483D-8497-33A7A816BF43}" type="sibTrans" cxnId="{BDF191ED-94B2-4DA5-ADCB-1CEBC425CC7F}">
      <dgm:prSet/>
      <dgm:spPr/>
      <dgm:t>
        <a:bodyPr/>
        <a:lstStyle/>
        <a:p>
          <a:endParaRPr lang="nb-NO"/>
        </a:p>
      </dgm:t>
    </dgm:pt>
    <dgm:pt modelId="{DB2BDCF1-A711-41A0-8BAC-5ED3DB2EE3E9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padding</a:t>
          </a:r>
          <a:r>
            <a:rPr lang="nb-NO" dirty="0">
              <a:latin typeface="Consolas" panose="020B0609020204030204" pitchFamily="49" charset="0"/>
            </a:rPr>
            <a:t> border margin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7" action="ppaction://hlinksldjump"/>
          </dgm14:cNvPr>
        </a:ext>
      </dgm:extLst>
    </dgm:pt>
    <dgm:pt modelId="{7E40FF3C-7B5E-4FC7-8DAF-58BE301E1691}" type="parTrans" cxnId="{08E08DA1-E099-4269-A7E9-4C0FAB8950FF}">
      <dgm:prSet/>
      <dgm:spPr/>
      <dgm:t>
        <a:bodyPr/>
        <a:lstStyle/>
        <a:p>
          <a:endParaRPr lang="nb-NO"/>
        </a:p>
      </dgm:t>
    </dgm:pt>
    <dgm:pt modelId="{20EB2021-B66C-4EFC-B40E-6C68075AFF99}" type="sibTrans" cxnId="{08E08DA1-E099-4269-A7E9-4C0FAB8950FF}">
      <dgm:prSet/>
      <dgm:spPr/>
      <dgm:t>
        <a:bodyPr/>
        <a:lstStyle/>
        <a:p>
          <a:endParaRPr lang="nb-NO"/>
        </a:p>
      </dgm:t>
    </dgm:pt>
    <dgm:pt modelId="{4A0650AE-0A4B-499B-9AC4-7192A847DB9D}">
      <dgm:prSet phldrT="[Text]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nb-NO" dirty="0">
              <a:latin typeface="Consolas" panose="020B0609020204030204" pitchFamily="49" charset="0"/>
            </a:rPr>
            <a:t>div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8" action="ppaction://hlinksldjump"/>
          </dgm14:cNvPr>
        </a:ext>
      </dgm:extLst>
    </dgm:pt>
    <dgm:pt modelId="{E6A7BAFF-7229-4EE0-B1E9-0646BC7039E7}" type="parTrans" cxnId="{B1E301EE-D39B-4F7C-A67B-B67BFB728642}">
      <dgm:prSet/>
      <dgm:spPr/>
      <dgm:t>
        <a:bodyPr/>
        <a:lstStyle/>
        <a:p>
          <a:endParaRPr lang="nb-NO"/>
        </a:p>
      </dgm:t>
    </dgm:pt>
    <dgm:pt modelId="{455A0318-A6E7-4CD1-8C3F-39FD1CAFBCED}" type="sibTrans" cxnId="{B1E301EE-D39B-4F7C-A67B-B67BFB728642}">
      <dgm:prSet/>
      <dgm:spPr/>
      <dgm:t>
        <a:bodyPr/>
        <a:lstStyle/>
        <a:p>
          <a:endParaRPr lang="nb-NO"/>
        </a:p>
      </dgm:t>
    </dgm:pt>
    <dgm:pt modelId="{3573CD6E-2AA8-47BA-AE89-500649D7F38B}" type="pres">
      <dgm:prSet presAssocID="{BB3D357B-B3F9-4EDF-950D-AFEFF0AF0BA1}" presName="Name0" presStyleCnt="0">
        <dgm:presLayoutVars>
          <dgm:dir/>
          <dgm:animLvl val="lvl"/>
          <dgm:resizeHandles val="exact"/>
        </dgm:presLayoutVars>
      </dgm:prSet>
      <dgm:spPr/>
    </dgm:pt>
    <dgm:pt modelId="{84173F88-D401-4872-A642-091E53D482C1}" type="pres">
      <dgm:prSet presAssocID="{4A0650AE-0A4B-499B-9AC4-7192A847DB9D}" presName="vertFlow" presStyleCnt="0"/>
      <dgm:spPr/>
    </dgm:pt>
    <dgm:pt modelId="{58C967AF-A7D1-4122-A730-8F5403A32103}" type="pres">
      <dgm:prSet presAssocID="{4A0650AE-0A4B-499B-9AC4-7192A847DB9D}" presName="header" presStyleLbl="node1" presStyleIdx="0" presStyleCnt="8" custScaleY="379616" custLinFactY="100000" custLinFactNeighborX="-12863" custLinFactNeighborY="119163"/>
      <dgm:spPr/>
    </dgm:pt>
    <dgm:pt modelId="{83A2644C-7DD2-4AC0-AE57-187CF3ABC29F}" type="pres">
      <dgm:prSet presAssocID="{4A0650AE-0A4B-499B-9AC4-7192A847DB9D}" presName="hSp" presStyleCnt="0"/>
      <dgm:spPr/>
    </dgm:pt>
    <dgm:pt modelId="{AE5CDD5B-C291-4B41-AA37-CA95C12F8666}" type="pres">
      <dgm:prSet presAssocID="{A39DD8C6-648A-4D9D-90BA-E8711425EC17}" presName="vertFlow" presStyleCnt="0"/>
      <dgm:spPr/>
    </dgm:pt>
    <dgm:pt modelId="{C879A011-E1FD-4A9E-9B8E-16421D0A8120}" type="pres">
      <dgm:prSet presAssocID="{A39DD8C6-648A-4D9D-90BA-E8711425EC17}" presName="header" presStyleLbl="node1" presStyleIdx="1" presStyleCnt="8" custScaleY="379616" custLinFactY="100000" custLinFactNeighborX="-8923" custLinFactNeighborY="119162"/>
      <dgm:spPr/>
    </dgm:pt>
    <dgm:pt modelId="{90DB2A82-79D6-46FA-BD59-F55B6CA758E7}" type="pres">
      <dgm:prSet presAssocID="{A39DD8C6-648A-4D9D-90BA-E8711425EC17}" presName="hSp" presStyleCnt="0"/>
      <dgm:spPr/>
    </dgm:pt>
    <dgm:pt modelId="{9932343F-956F-4935-AF9D-45733CF0A0C0}" type="pres">
      <dgm:prSet presAssocID="{A6B6842A-49E3-4AD3-9DAA-94358AB479A2}" presName="vertFlow" presStyleCnt="0"/>
      <dgm:spPr/>
    </dgm:pt>
    <dgm:pt modelId="{8DD21AD2-A55D-4DB5-8245-AE075B576AB5}" type="pres">
      <dgm:prSet presAssocID="{A6B6842A-49E3-4AD3-9DAA-94358AB479A2}" presName="header" presStyleLbl="node1" presStyleIdx="2" presStyleCnt="8" custScaleY="379616" custLinFactY="100000" custLinFactNeighborX="-14212" custLinFactNeighborY="119163"/>
      <dgm:spPr/>
    </dgm:pt>
    <dgm:pt modelId="{10F3811B-2B98-47F2-A30D-3BA260768970}" type="pres">
      <dgm:prSet presAssocID="{A6B6842A-49E3-4AD3-9DAA-94358AB479A2}" presName="hSp" presStyleCnt="0"/>
      <dgm:spPr/>
    </dgm:pt>
    <dgm:pt modelId="{18F752DC-5D13-4885-BFE1-035DC8329885}" type="pres">
      <dgm:prSet presAssocID="{AF3289D0-A2E6-4CB7-B33C-02678C1FC922}" presName="vertFlow" presStyleCnt="0"/>
      <dgm:spPr/>
    </dgm:pt>
    <dgm:pt modelId="{5FD13D48-0D7C-46D1-B86C-41CB5BE7C0FA}" type="pres">
      <dgm:prSet presAssocID="{AF3289D0-A2E6-4CB7-B33C-02678C1FC922}" presName="header" presStyleLbl="node1" presStyleIdx="3" presStyleCnt="8" custScaleY="379616" custLinFactY="100000" custLinFactNeighborX="-14212" custLinFactNeighborY="119163"/>
      <dgm:spPr/>
    </dgm:pt>
    <dgm:pt modelId="{A92FBB36-E6B7-434F-9C6D-ACC681B3E5F9}" type="pres">
      <dgm:prSet presAssocID="{AF3289D0-A2E6-4CB7-B33C-02678C1FC922}" presName="hSp" presStyleCnt="0"/>
      <dgm:spPr/>
    </dgm:pt>
    <dgm:pt modelId="{1BBF1378-9D53-4B2E-89BD-81710B06B480}" type="pres">
      <dgm:prSet presAssocID="{2B7A50F8-5A92-40F3-BAE5-A687BB6A8970}" presName="vertFlow" presStyleCnt="0"/>
      <dgm:spPr/>
    </dgm:pt>
    <dgm:pt modelId="{A70183C4-D7A2-431C-A484-FD2AC3C78AD3}" type="pres">
      <dgm:prSet presAssocID="{2B7A50F8-5A92-40F3-BAE5-A687BB6A8970}" presName="header" presStyleLbl="node1" presStyleIdx="4" presStyleCnt="8" custScaleY="379616" custLinFactY="100000" custLinFactNeighborX="-14212" custLinFactNeighborY="119163"/>
      <dgm:spPr/>
    </dgm:pt>
    <dgm:pt modelId="{1CACF5CE-9ABE-4060-B23D-86B6652F3A86}" type="pres">
      <dgm:prSet presAssocID="{2B7A50F8-5A92-40F3-BAE5-A687BB6A8970}" presName="hSp" presStyleCnt="0"/>
      <dgm:spPr/>
    </dgm:pt>
    <dgm:pt modelId="{9FAAE5FF-7854-40A7-8219-0E821894C56A}" type="pres">
      <dgm:prSet presAssocID="{F14977E4-751B-4C00-B444-F924BC1E29F8}" presName="vertFlow" presStyleCnt="0"/>
      <dgm:spPr/>
    </dgm:pt>
    <dgm:pt modelId="{4C2C54B2-F2B6-4A02-84FF-7FE51B1DDB9C}" type="pres">
      <dgm:prSet presAssocID="{F14977E4-751B-4C00-B444-F924BC1E29F8}" presName="header" presStyleLbl="node1" presStyleIdx="5" presStyleCnt="8" custScaleY="379616" custLinFactY="100000" custLinFactNeighborX="-14212" custLinFactNeighborY="119163"/>
      <dgm:spPr/>
    </dgm:pt>
    <dgm:pt modelId="{854D4B46-B0AD-4408-AFEF-EE597EA4AF2A}" type="pres">
      <dgm:prSet presAssocID="{F14977E4-751B-4C00-B444-F924BC1E29F8}" presName="hSp" presStyleCnt="0"/>
      <dgm:spPr/>
    </dgm:pt>
    <dgm:pt modelId="{5792E06B-0236-42F9-A484-A7D826AC7E0C}" type="pres">
      <dgm:prSet presAssocID="{D39A6E48-1D08-47CD-9296-68F5F09205E3}" presName="vertFlow" presStyleCnt="0"/>
      <dgm:spPr/>
    </dgm:pt>
    <dgm:pt modelId="{115EAD05-5F75-4104-8609-4224D02DCB02}" type="pres">
      <dgm:prSet presAssocID="{D39A6E48-1D08-47CD-9296-68F5F09205E3}" presName="header" presStyleLbl="node1" presStyleIdx="6" presStyleCnt="8" custScaleY="379616" custLinFactY="100000" custLinFactNeighborX="-14212" custLinFactNeighborY="119163"/>
      <dgm:spPr/>
    </dgm:pt>
    <dgm:pt modelId="{AA298252-8F9F-4D6C-91D9-42D07D2F9E73}" type="pres">
      <dgm:prSet presAssocID="{D39A6E48-1D08-47CD-9296-68F5F09205E3}" presName="hSp" presStyleCnt="0"/>
      <dgm:spPr/>
    </dgm:pt>
    <dgm:pt modelId="{3E4F104B-B3DC-4883-AABC-EB7429470B14}" type="pres">
      <dgm:prSet presAssocID="{DB2BDCF1-A711-41A0-8BAC-5ED3DB2EE3E9}" presName="vertFlow" presStyleCnt="0"/>
      <dgm:spPr/>
    </dgm:pt>
    <dgm:pt modelId="{CABBC5F8-89A8-4119-BCDE-935941BDF768}" type="pres">
      <dgm:prSet presAssocID="{DB2BDCF1-A711-41A0-8BAC-5ED3DB2EE3E9}" presName="header" presStyleLbl="node1" presStyleIdx="7" presStyleCnt="8" custScaleY="379616" custLinFactY="100000" custLinFactNeighborX="-14212" custLinFactNeighborY="119163"/>
      <dgm:spPr/>
    </dgm:pt>
  </dgm:ptLst>
  <dgm:cxnLst>
    <dgm:cxn modelId="{AF231305-D9D4-496D-906A-BF00DDE09C6C}" type="presOf" srcId="{D39A6E48-1D08-47CD-9296-68F5F09205E3}" destId="{115EAD05-5F75-4104-8609-4224D02DCB02}" srcOrd="0" destOrd="0" presId="urn:microsoft.com/office/officeart/2005/8/layout/lProcess1"/>
    <dgm:cxn modelId="{33C2E30B-9E01-4CA8-A13C-0A92774EE39F}" type="presOf" srcId="{BB3D357B-B3F9-4EDF-950D-AFEFF0AF0BA1}" destId="{3573CD6E-2AA8-47BA-AE89-500649D7F38B}" srcOrd="0" destOrd="0" presId="urn:microsoft.com/office/officeart/2005/8/layout/lProcess1"/>
    <dgm:cxn modelId="{E1889D1E-D6A5-43AE-A5E3-F7C8D2DA41D0}" srcId="{BB3D357B-B3F9-4EDF-950D-AFEFF0AF0BA1}" destId="{A39DD8C6-648A-4D9D-90BA-E8711425EC17}" srcOrd="1" destOrd="0" parTransId="{DB5BB56C-527F-46D3-89F1-143230665999}" sibTransId="{9AE97BA6-D09F-452A-BB01-7AB2E7B2F1A0}"/>
    <dgm:cxn modelId="{88A52834-2E50-40E1-A786-37B6BECD60EA}" srcId="{BB3D357B-B3F9-4EDF-950D-AFEFF0AF0BA1}" destId="{2B7A50F8-5A92-40F3-BAE5-A687BB6A8970}" srcOrd="4" destOrd="0" parTransId="{F462C551-BC45-469D-890C-2C6FA4F811BA}" sibTransId="{7A5D904F-6C89-4D27-8C52-9A389222122E}"/>
    <dgm:cxn modelId="{0620EF39-D3D9-4FF1-AF5D-6DB5A0CB8B09}" type="presOf" srcId="{F14977E4-751B-4C00-B444-F924BC1E29F8}" destId="{4C2C54B2-F2B6-4A02-84FF-7FE51B1DDB9C}" srcOrd="0" destOrd="0" presId="urn:microsoft.com/office/officeart/2005/8/layout/lProcess1"/>
    <dgm:cxn modelId="{E56D583D-4450-4F30-8CD0-B5A060F3F1C4}" srcId="{BB3D357B-B3F9-4EDF-950D-AFEFF0AF0BA1}" destId="{F14977E4-751B-4C00-B444-F924BC1E29F8}" srcOrd="5" destOrd="0" parTransId="{BD60FBED-A187-433F-BF75-01A9052CDD66}" sibTransId="{03212DF3-4B81-4B9E-A142-BC58899E2249}"/>
    <dgm:cxn modelId="{2370E444-4C4F-4155-98C1-911398610F4F}" srcId="{BB3D357B-B3F9-4EDF-950D-AFEFF0AF0BA1}" destId="{A6B6842A-49E3-4AD3-9DAA-94358AB479A2}" srcOrd="2" destOrd="0" parTransId="{F8E0C1F3-D7FF-4850-B7B4-C633AED3042A}" sibTransId="{B6C5892D-57F4-4879-A6B5-C07EDB9211AB}"/>
    <dgm:cxn modelId="{83B14C45-DCD1-4F94-8CF6-25BD8951A780}" srcId="{BB3D357B-B3F9-4EDF-950D-AFEFF0AF0BA1}" destId="{AF3289D0-A2E6-4CB7-B33C-02678C1FC922}" srcOrd="3" destOrd="0" parTransId="{7DBA46A8-60F9-431D-AEB0-05BD67EF4F7B}" sibTransId="{7DB3100C-6E4A-482A-A084-32172F649573}"/>
    <dgm:cxn modelId="{6838186A-3350-43BB-AECD-DE681EE3A881}" type="presOf" srcId="{2B7A50F8-5A92-40F3-BAE5-A687BB6A8970}" destId="{A70183C4-D7A2-431C-A484-FD2AC3C78AD3}" srcOrd="0" destOrd="0" presId="urn:microsoft.com/office/officeart/2005/8/layout/lProcess1"/>
    <dgm:cxn modelId="{1F880A4E-D0BA-4290-A055-661273E7F456}" type="presOf" srcId="{A6B6842A-49E3-4AD3-9DAA-94358AB479A2}" destId="{8DD21AD2-A55D-4DB5-8245-AE075B576AB5}" srcOrd="0" destOrd="0" presId="urn:microsoft.com/office/officeart/2005/8/layout/lProcess1"/>
    <dgm:cxn modelId="{08E08DA1-E099-4269-A7E9-4C0FAB8950FF}" srcId="{BB3D357B-B3F9-4EDF-950D-AFEFF0AF0BA1}" destId="{DB2BDCF1-A711-41A0-8BAC-5ED3DB2EE3E9}" srcOrd="7" destOrd="0" parTransId="{7E40FF3C-7B5E-4FC7-8DAF-58BE301E1691}" sibTransId="{20EB2021-B66C-4EFC-B40E-6C68075AFF99}"/>
    <dgm:cxn modelId="{67F2F9C0-4A98-42B1-AB34-4DD436EA9437}" type="presOf" srcId="{A39DD8C6-648A-4D9D-90BA-E8711425EC17}" destId="{C879A011-E1FD-4A9E-9B8E-16421D0A8120}" srcOrd="0" destOrd="0" presId="urn:microsoft.com/office/officeart/2005/8/layout/lProcess1"/>
    <dgm:cxn modelId="{78A947CC-4843-4120-9BD8-3C79B2F3A6AF}" type="presOf" srcId="{DB2BDCF1-A711-41A0-8BAC-5ED3DB2EE3E9}" destId="{CABBC5F8-89A8-4119-BCDE-935941BDF768}" srcOrd="0" destOrd="0" presId="urn:microsoft.com/office/officeart/2005/8/layout/lProcess1"/>
    <dgm:cxn modelId="{1AD817DC-0F7A-48A3-8DF1-B8D4FCBB0638}" type="presOf" srcId="{AF3289D0-A2E6-4CB7-B33C-02678C1FC922}" destId="{5FD13D48-0D7C-46D1-B86C-41CB5BE7C0FA}" srcOrd="0" destOrd="0" presId="urn:microsoft.com/office/officeart/2005/8/layout/lProcess1"/>
    <dgm:cxn modelId="{BDF191ED-94B2-4DA5-ADCB-1CEBC425CC7F}" srcId="{BB3D357B-B3F9-4EDF-950D-AFEFF0AF0BA1}" destId="{D39A6E48-1D08-47CD-9296-68F5F09205E3}" srcOrd="6" destOrd="0" parTransId="{87F5E158-8A9A-4A82-9AAD-394F9DC72556}" sibTransId="{206CF35A-4436-483D-8497-33A7A816BF43}"/>
    <dgm:cxn modelId="{B1E301EE-D39B-4F7C-A67B-B67BFB728642}" srcId="{BB3D357B-B3F9-4EDF-950D-AFEFF0AF0BA1}" destId="{4A0650AE-0A4B-499B-9AC4-7192A847DB9D}" srcOrd="0" destOrd="0" parTransId="{E6A7BAFF-7229-4EE0-B1E9-0646BC7039E7}" sibTransId="{455A0318-A6E7-4CD1-8C3F-39FD1CAFBCED}"/>
    <dgm:cxn modelId="{A6AA52F1-638B-4904-A7EB-314F2B281B02}" type="presOf" srcId="{4A0650AE-0A4B-499B-9AC4-7192A847DB9D}" destId="{58C967AF-A7D1-4122-A730-8F5403A32103}" srcOrd="0" destOrd="0" presId="urn:microsoft.com/office/officeart/2005/8/layout/lProcess1"/>
    <dgm:cxn modelId="{F6160781-37EC-4CF6-81C5-B21865B95A41}" type="presParOf" srcId="{3573CD6E-2AA8-47BA-AE89-500649D7F38B}" destId="{84173F88-D401-4872-A642-091E53D482C1}" srcOrd="0" destOrd="0" presId="urn:microsoft.com/office/officeart/2005/8/layout/lProcess1"/>
    <dgm:cxn modelId="{E628C84D-A537-4666-9882-AA78EFF0551B}" type="presParOf" srcId="{84173F88-D401-4872-A642-091E53D482C1}" destId="{58C967AF-A7D1-4122-A730-8F5403A32103}" srcOrd="0" destOrd="0" presId="urn:microsoft.com/office/officeart/2005/8/layout/lProcess1"/>
    <dgm:cxn modelId="{228C1986-19B6-4D3C-86F0-3CF8C8E4F245}" type="presParOf" srcId="{3573CD6E-2AA8-47BA-AE89-500649D7F38B}" destId="{83A2644C-7DD2-4AC0-AE57-187CF3ABC29F}" srcOrd="1" destOrd="0" presId="urn:microsoft.com/office/officeart/2005/8/layout/lProcess1"/>
    <dgm:cxn modelId="{0852E04F-AA3F-4721-89F0-A289E9AF56C8}" type="presParOf" srcId="{3573CD6E-2AA8-47BA-AE89-500649D7F38B}" destId="{AE5CDD5B-C291-4B41-AA37-CA95C12F8666}" srcOrd="2" destOrd="0" presId="urn:microsoft.com/office/officeart/2005/8/layout/lProcess1"/>
    <dgm:cxn modelId="{DA2109B6-3ED2-4C5C-BD23-A410E15CDFDF}" type="presParOf" srcId="{AE5CDD5B-C291-4B41-AA37-CA95C12F8666}" destId="{C879A011-E1FD-4A9E-9B8E-16421D0A8120}" srcOrd="0" destOrd="0" presId="urn:microsoft.com/office/officeart/2005/8/layout/lProcess1"/>
    <dgm:cxn modelId="{BCC4467A-59F5-4F05-839A-127C18186771}" type="presParOf" srcId="{3573CD6E-2AA8-47BA-AE89-500649D7F38B}" destId="{90DB2A82-79D6-46FA-BD59-F55B6CA758E7}" srcOrd="3" destOrd="0" presId="urn:microsoft.com/office/officeart/2005/8/layout/lProcess1"/>
    <dgm:cxn modelId="{FAD6C1D1-4653-4491-AD71-96A45A8ECB13}" type="presParOf" srcId="{3573CD6E-2AA8-47BA-AE89-500649D7F38B}" destId="{9932343F-956F-4935-AF9D-45733CF0A0C0}" srcOrd="4" destOrd="0" presId="urn:microsoft.com/office/officeart/2005/8/layout/lProcess1"/>
    <dgm:cxn modelId="{4CEC5CC1-7BA3-4874-AB14-8B7F5FB4698F}" type="presParOf" srcId="{9932343F-956F-4935-AF9D-45733CF0A0C0}" destId="{8DD21AD2-A55D-4DB5-8245-AE075B576AB5}" srcOrd="0" destOrd="0" presId="urn:microsoft.com/office/officeart/2005/8/layout/lProcess1"/>
    <dgm:cxn modelId="{2F56E928-E607-4D4B-B1C8-F4EE77FC56C0}" type="presParOf" srcId="{3573CD6E-2AA8-47BA-AE89-500649D7F38B}" destId="{10F3811B-2B98-47F2-A30D-3BA260768970}" srcOrd="5" destOrd="0" presId="urn:microsoft.com/office/officeart/2005/8/layout/lProcess1"/>
    <dgm:cxn modelId="{D8712C86-F45E-44B1-829E-CDB2CB40BF34}" type="presParOf" srcId="{3573CD6E-2AA8-47BA-AE89-500649D7F38B}" destId="{18F752DC-5D13-4885-BFE1-035DC8329885}" srcOrd="6" destOrd="0" presId="urn:microsoft.com/office/officeart/2005/8/layout/lProcess1"/>
    <dgm:cxn modelId="{9F0620B1-0310-4EB6-AB9F-EECA7C1BB4FC}" type="presParOf" srcId="{18F752DC-5D13-4885-BFE1-035DC8329885}" destId="{5FD13D48-0D7C-46D1-B86C-41CB5BE7C0FA}" srcOrd="0" destOrd="0" presId="urn:microsoft.com/office/officeart/2005/8/layout/lProcess1"/>
    <dgm:cxn modelId="{CAA007B6-1F4B-4DB2-AD98-9455A3912DE8}" type="presParOf" srcId="{3573CD6E-2AA8-47BA-AE89-500649D7F38B}" destId="{A92FBB36-E6B7-434F-9C6D-ACC681B3E5F9}" srcOrd="7" destOrd="0" presId="urn:microsoft.com/office/officeart/2005/8/layout/lProcess1"/>
    <dgm:cxn modelId="{B4261E23-C7FA-4833-BB22-A569EBD69BE4}" type="presParOf" srcId="{3573CD6E-2AA8-47BA-AE89-500649D7F38B}" destId="{1BBF1378-9D53-4B2E-89BD-81710B06B480}" srcOrd="8" destOrd="0" presId="urn:microsoft.com/office/officeart/2005/8/layout/lProcess1"/>
    <dgm:cxn modelId="{4FE0DD22-95E8-4123-AE12-8ADE23874408}" type="presParOf" srcId="{1BBF1378-9D53-4B2E-89BD-81710B06B480}" destId="{A70183C4-D7A2-431C-A484-FD2AC3C78AD3}" srcOrd="0" destOrd="0" presId="urn:microsoft.com/office/officeart/2005/8/layout/lProcess1"/>
    <dgm:cxn modelId="{9B96A348-E432-48A7-9AB9-17CB0021339B}" type="presParOf" srcId="{3573CD6E-2AA8-47BA-AE89-500649D7F38B}" destId="{1CACF5CE-9ABE-4060-B23D-86B6652F3A86}" srcOrd="9" destOrd="0" presId="urn:microsoft.com/office/officeart/2005/8/layout/lProcess1"/>
    <dgm:cxn modelId="{AC40EBF6-8B1F-4C71-B0B2-6C2B7C684846}" type="presParOf" srcId="{3573CD6E-2AA8-47BA-AE89-500649D7F38B}" destId="{9FAAE5FF-7854-40A7-8219-0E821894C56A}" srcOrd="10" destOrd="0" presId="urn:microsoft.com/office/officeart/2005/8/layout/lProcess1"/>
    <dgm:cxn modelId="{AEEEED92-961B-4B0A-8BFD-19BA62AE0B0A}" type="presParOf" srcId="{9FAAE5FF-7854-40A7-8219-0E821894C56A}" destId="{4C2C54B2-F2B6-4A02-84FF-7FE51B1DDB9C}" srcOrd="0" destOrd="0" presId="urn:microsoft.com/office/officeart/2005/8/layout/lProcess1"/>
    <dgm:cxn modelId="{E05834B6-13FA-410A-B08F-AF4124BCBECC}" type="presParOf" srcId="{3573CD6E-2AA8-47BA-AE89-500649D7F38B}" destId="{854D4B46-B0AD-4408-AFEF-EE597EA4AF2A}" srcOrd="11" destOrd="0" presId="urn:microsoft.com/office/officeart/2005/8/layout/lProcess1"/>
    <dgm:cxn modelId="{4B8CB814-911B-4A14-825B-BCA988DA5E08}" type="presParOf" srcId="{3573CD6E-2AA8-47BA-AE89-500649D7F38B}" destId="{5792E06B-0236-42F9-A484-A7D826AC7E0C}" srcOrd="12" destOrd="0" presId="urn:microsoft.com/office/officeart/2005/8/layout/lProcess1"/>
    <dgm:cxn modelId="{ABD14731-A096-41C2-AD5F-9FCDB5A56513}" type="presParOf" srcId="{5792E06B-0236-42F9-A484-A7D826AC7E0C}" destId="{115EAD05-5F75-4104-8609-4224D02DCB02}" srcOrd="0" destOrd="0" presId="urn:microsoft.com/office/officeart/2005/8/layout/lProcess1"/>
    <dgm:cxn modelId="{A23CBE95-5A95-4FD4-AF13-842FF880F6BD}" type="presParOf" srcId="{3573CD6E-2AA8-47BA-AE89-500649D7F38B}" destId="{AA298252-8F9F-4D6C-91D9-42D07D2F9E73}" srcOrd="13" destOrd="0" presId="urn:microsoft.com/office/officeart/2005/8/layout/lProcess1"/>
    <dgm:cxn modelId="{D6E7CDE4-356A-4529-B53F-FB7064F752DA}" type="presParOf" srcId="{3573CD6E-2AA8-47BA-AE89-500649D7F38B}" destId="{3E4F104B-B3DC-4883-AABC-EB7429470B14}" srcOrd="14" destOrd="0" presId="urn:microsoft.com/office/officeart/2005/8/layout/lProcess1"/>
    <dgm:cxn modelId="{877891DD-2387-4E65-9DA5-2BF189F1920C}" type="presParOf" srcId="{3E4F104B-B3DC-4883-AABC-EB7429470B14}" destId="{CABBC5F8-89A8-4119-BCDE-935941BDF768}" srcOrd="0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BF44DA6-05B3-4B7F-AD09-47613D7A626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4D5EED7-B400-437E-8147-3D86348ABC16}">
      <dgm:prSet/>
      <dgm:spPr/>
      <dgm:t>
        <a:bodyPr/>
        <a:lstStyle/>
        <a:p>
          <a:pPr>
            <a:defRPr cap="all"/>
          </a:pPr>
          <a:r>
            <a:rPr lang="nb-NO"/>
            <a:t>Gir «flyt» til nettsider</a:t>
          </a:r>
          <a:endParaRPr lang="en-US"/>
        </a:p>
      </dgm:t>
    </dgm:pt>
    <dgm:pt modelId="{FC4D192C-E10F-4EC9-8145-B4F99C3F6010}" type="parTrans" cxnId="{1CF9D9E6-1A90-4B83-8E2C-F33249E038A5}">
      <dgm:prSet/>
      <dgm:spPr/>
      <dgm:t>
        <a:bodyPr/>
        <a:lstStyle/>
        <a:p>
          <a:endParaRPr lang="en-US"/>
        </a:p>
      </dgm:t>
    </dgm:pt>
    <dgm:pt modelId="{2B730C02-4A04-4F80-ADCF-072B62F17F10}" type="sibTrans" cxnId="{1CF9D9E6-1A90-4B83-8E2C-F33249E038A5}">
      <dgm:prSet/>
      <dgm:spPr/>
      <dgm:t>
        <a:bodyPr/>
        <a:lstStyle/>
        <a:p>
          <a:endParaRPr lang="en-US"/>
        </a:p>
      </dgm:t>
    </dgm:pt>
    <dgm:pt modelId="{3457C363-278D-44AF-B61F-C3BABB0DDD9B}">
      <dgm:prSet/>
      <dgm:spPr/>
      <dgm:t>
        <a:bodyPr/>
        <a:lstStyle/>
        <a:p>
          <a:pPr>
            <a:defRPr cap="all"/>
          </a:pPr>
          <a:r>
            <a:rPr lang="nb-NO"/>
            <a:t>Vi kan bruke dette til å få elementer til å «flyte» til en side av skjermen</a:t>
          </a:r>
          <a:endParaRPr lang="en-US"/>
        </a:p>
      </dgm:t>
    </dgm:pt>
    <dgm:pt modelId="{CE287747-FB79-4302-B9DA-6219982DE004}" type="parTrans" cxnId="{D364B1B7-6F8A-4904-A6C6-445BD4F48BEC}">
      <dgm:prSet/>
      <dgm:spPr/>
      <dgm:t>
        <a:bodyPr/>
        <a:lstStyle/>
        <a:p>
          <a:endParaRPr lang="en-US"/>
        </a:p>
      </dgm:t>
    </dgm:pt>
    <dgm:pt modelId="{1E139FF0-E08D-4E91-8FE8-B4D311974598}" type="sibTrans" cxnId="{D364B1B7-6F8A-4904-A6C6-445BD4F48BEC}">
      <dgm:prSet/>
      <dgm:spPr/>
      <dgm:t>
        <a:bodyPr/>
        <a:lstStyle/>
        <a:p>
          <a:endParaRPr lang="en-US"/>
        </a:p>
      </dgm:t>
    </dgm:pt>
    <dgm:pt modelId="{582B1E75-C5B3-4A0F-8755-31EAA05C34A8}">
      <dgm:prSet/>
      <dgm:spPr/>
      <dgm:t>
        <a:bodyPr/>
        <a:lstStyle/>
        <a:p>
          <a:pPr>
            <a:defRPr cap="all"/>
          </a:pPr>
          <a:r>
            <a:rPr lang="nb-NO"/>
            <a:t>Vi kan velge å flyte til venstre, eller høyre</a:t>
          </a:r>
          <a:endParaRPr lang="en-US"/>
        </a:p>
      </dgm:t>
    </dgm:pt>
    <dgm:pt modelId="{939F54D2-73BC-4063-B8D9-F3A94B2E3F48}" type="parTrans" cxnId="{BD09EE15-B7AD-4873-A00E-341084DFF187}">
      <dgm:prSet/>
      <dgm:spPr/>
      <dgm:t>
        <a:bodyPr/>
        <a:lstStyle/>
        <a:p>
          <a:endParaRPr lang="en-US"/>
        </a:p>
      </dgm:t>
    </dgm:pt>
    <dgm:pt modelId="{64330425-3AC5-4F16-8F92-A38BD16292B0}" type="sibTrans" cxnId="{BD09EE15-B7AD-4873-A00E-341084DFF187}">
      <dgm:prSet/>
      <dgm:spPr/>
      <dgm:t>
        <a:bodyPr/>
        <a:lstStyle/>
        <a:p>
          <a:endParaRPr lang="en-US"/>
        </a:p>
      </dgm:t>
    </dgm:pt>
    <dgm:pt modelId="{496FC0FD-A59A-4679-B825-A9BE00728DD7}" type="pres">
      <dgm:prSet presAssocID="{DBF44DA6-05B3-4B7F-AD09-47613D7A626C}" presName="root" presStyleCnt="0">
        <dgm:presLayoutVars>
          <dgm:dir/>
          <dgm:resizeHandles val="exact"/>
        </dgm:presLayoutVars>
      </dgm:prSet>
      <dgm:spPr/>
    </dgm:pt>
    <dgm:pt modelId="{DFA01786-2E5C-429F-AA85-288362BAD8AE}" type="pres">
      <dgm:prSet presAssocID="{24D5EED7-B400-437E-8147-3D86348ABC16}" presName="compNode" presStyleCnt="0"/>
      <dgm:spPr/>
    </dgm:pt>
    <dgm:pt modelId="{D18D6E02-A9A7-4B97-AA08-3F2873E7ECB4}" type="pres">
      <dgm:prSet presAssocID="{24D5EED7-B400-437E-8147-3D86348ABC16}" presName="iconBgRect" presStyleLbl="bgShp" presStyleIdx="0" presStyleCnt="3"/>
      <dgm:spPr/>
    </dgm:pt>
    <dgm:pt modelId="{9410CCD4-1961-43C8-9111-BED15FFF62ED}" type="pres">
      <dgm:prSet presAssocID="{24D5EED7-B400-437E-8147-3D86348ABC1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0F1563D3-FE3E-457D-B5FE-360D01EAE9E4}" type="pres">
      <dgm:prSet presAssocID="{24D5EED7-B400-437E-8147-3D86348ABC16}" presName="spaceRect" presStyleCnt="0"/>
      <dgm:spPr/>
    </dgm:pt>
    <dgm:pt modelId="{223593C7-F088-4274-B573-C33BA368EC58}" type="pres">
      <dgm:prSet presAssocID="{24D5EED7-B400-437E-8147-3D86348ABC16}" presName="textRect" presStyleLbl="revTx" presStyleIdx="0" presStyleCnt="3">
        <dgm:presLayoutVars>
          <dgm:chMax val="1"/>
          <dgm:chPref val="1"/>
        </dgm:presLayoutVars>
      </dgm:prSet>
      <dgm:spPr/>
    </dgm:pt>
    <dgm:pt modelId="{4CC653DB-AE9B-429D-8192-97FFEB5F4EF1}" type="pres">
      <dgm:prSet presAssocID="{2B730C02-4A04-4F80-ADCF-072B62F17F10}" presName="sibTrans" presStyleCnt="0"/>
      <dgm:spPr/>
    </dgm:pt>
    <dgm:pt modelId="{2B00DE9E-DDFA-404E-B151-496937FDF7CD}" type="pres">
      <dgm:prSet presAssocID="{3457C363-278D-44AF-B61F-C3BABB0DDD9B}" presName="compNode" presStyleCnt="0"/>
      <dgm:spPr/>
    </dgm:pt>
    <dgm:pt modelId="{54B04FCA-3E4B-483B-98B6-3595C11F47F8}" type="pres">
      <dgm:prSet presAssocID="{3457C363-278D-44AF-B61F-C3BABB0DDD9B}" presName="iconBgRect" presStyleLbl="bgShp" presStyleIdx="1" presStyleCnt="3"/>
      <dgm:spPr/>
    </dgm:pt>
    <dgm:pt modelId="{6CAB18CD-4CDA-4217-AD6D-A12EA5FF6BAD}" type="pres">
      <dgm:prSet presAssocID="{3457C363-278D-44AF-B61F-C3BABB0DDD9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bber duck"/>
        </a:ext>
      </dgm:extLst>
    </dgm:pt>
    <dgm:pt modelId="{DEA45026-EE0E-497D-98FE-90317B9212EC}" type="pres">
      <dgm:prSet presAssocID="{3457C363-278D-44AF-B61F-C3BABB0DDD9B}" presName="spaceRect" presStyleCnt="0"/>
      <dgm:spPr/>
    </dgm:pt>
    <dgm:pt modelId="{F4A04697-BF5B-4EDE-B466-C88A84F659BB}" type="pres">
      <dgm:prSet presAssocID="{3457C363-278D-44AF-B61F-C3BABB0DDD9B}" presName="textRect" presStyleLbl="revTx" presStyleIdx="1" presStyleCnt="3">
        <dgm:presLayoutVars>
          <dgm:chMax val="1"/>
          <dgm:chPref val="1"/>
        </dgm:presLayoutVars>
      </dgm:prSet>
      <dgm:spPr/>
    </dgm:pt>
    <dgm:pt modelId="{1213A4FF-B7FA-4D49-AA2B-AFFDBD3A07B1}" type="pres">
      <dgm:prSet presAssocID="{1E139FF0-E08D-4E91-8FE8-B4D311974598}" presName="sibTrans" presStyleCnt="0"/>
      <dgm:spPr/>
    </dgm:pt>
    <dgm:pt modelId="{3679677D-F86F-47AA-B985-702658063474}" type="pres">
      <dgm:prSet presAssocID="{582B1E75-C5B3-4A0F-8755-31EAA05C34A8}" presName="compNode" presStyleCnt="0"/>
      <dgm:spPr/>
    </dgm:pt>
    <dgm:pt modelId="{6C6B654E-AAF8-41F5-BC48-07DE3FBD3171}" type="pres">
      <dgm:prSet presAssocID="{582B1E75-C5B3-4A0F-8755-31EAA05C34A8}" presName="iconBgRect" presStyleLbl="bgShp" presStyleIdx="2" presStyleCnt="3"/>
      <dgm:spPr/>
    </dgm:pt>
    <dgm:pt modelId="{D2AC62CD-84F4-4FB1-8D4D-C0D9852B1F34}" type="pres">
      <dgm:prSet presAssocID="{582B1E75-C5B3-4A0F-8755-31EAA05C34A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DA26C410-2112-48ED-B4C5-54CABB9F1434}" type="pres">
      <dgm:prSet presAssocID="{582B1E75-C5B3-4A0F-8755-31EAA05C34A8}" presName="spaceRect" presStyleCnt="0"/>
      <dgm:spPr/>
    </dgm:pt>
    <dgm:pt modelId="{098222A8-1758-454C-A1F2-A188AB102FA3}" type="pres">
      <dgm:prSet presAssocID="{582B1E75-C5B3-4A0F-8755-31EAA05C34A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D09EE15-B7AD-4873-A00E-341084DFF187}" srcId="{DBF44DA6-05B3-4B7F-AD09-47613D7A626C}" destId="{582B1E75-C5B3-4A0F-8755-31EAA05C34A8}" srcOrd="2" destOrd="0" parTransId="{939F54D2-73BC-4063-B8D9-F3A94B2E3F48}" sibTransId="{64330425-3AC5-4F16-8F92-A38BD16292B0}"/>
    <dgm:cxn modelId="{54E4E11F-2B98-47B4-B737-34A46B157D0E}" type="presOf" srcId="{DBF44DA6-05B3-4B7F-AD09-47613D7A626C}" destId="{496FC0FD-A59A-4679-B825-A9BE00728DD7}" srcOrd="0" destOrd="0" presId="urn:microsoft.com/office/officeart/2018/5/layout/IconCircleLabelList"/>
    <dgm:cxn modelId="{35FC4D3F-1E58-4B07-9F95-D4D50EDD7293}" type="presOf" srcId="{24D5EED7-B400-437E-8147-3D86348ABC16}" destId="{223593C7-F088-4274-B573-C33BA368EC58}" srcOrd="0" destOrd="0" presId="urn:microsoft.com/office/officeart/2018/5/layout/IconCircleLabelList"/>
    <dgm:cxn modelId="{64EA108E-9C59-4D55-9DA6-55642F1D3A07}" type="presOf" srcId="{582B1E75-C5B3-4A0F-8755-31EAA05C34A8}" destId="{098222A8-1758-454C-A1F2-A188AB102FA3}" srcOrd="0" destOrd="0" presId="urn:microsoft.com/office/officeart/2018/5/layout/IconCircleLabelList"/>
    <dgm:cxn modelId="{D364B1B7-6F8A-4904-A6C6-445BD4F48BEC}" srcId="{DBF44DA6-05B3-4B7F-AD09-47613D7A626C}" destId="{3457C363-278D-44AF-B61F-C3BABB0DDD9B}" srcOrd="1" destOrd="0" parTransId="{CE287747-FB79-4302-B9DA-6219982DE004}" sibTransId="{1E139FF0-E08D-4E91-8FE8-B4D311974598}"/>
    <dgm:cxn modelId="{DD9959CD-0F6D-4CBB-82F5-1198AC70AE19}" type="presOf" srcId="{3457C363-278D-44AF-B61F-C3BABB0DDD9B}" destId="{F4A04697-BF5B-4EDE-B466-C88A84F659BB}" srcOrd="0" destOrd="0" presId="urn:microsoft.com/office/officeart/2018/5/layout/IconCircleLabelList"/>
    <dgm:cxn modelId="{1CF9D9E6-1A90-4B83-8E2C-F33249E038A5}" srcId="{DBF44DA6-05B3-4B7F-AD09-47613D7A626C}" destId="{24D5EED7-B400-437E-8147-3D86348ABC16}" srcOrd="0" destOrd="0" parTransId="{FC4D192C-E10F-4EC9-8145-B4F99C3F6010}" sibTransId="{2B730C02-4A04-4F80-ADCF-072B62F17F10}"/>
    <dgm:cxn modelId="{8641AEB5-8158-448D-96F5-E40E4CF8BB82}" type="presParOf" srcId="{496FC0FD-A59A-4679-B825-A9BE00728DD7}" destId="{DFA01786-2E5C-429F-AA85-288362BAD8AE}" srcOrd="0" destOrd="0" presId="urn:microsoft.com/office/officeart/2018/5/layout/IconCircleLabelList"/>
    <dgm:cxn modelId="{4D651553-B54B-4BEE-A77E-4A8BE66FDB29}" type="presParOf" srcId="{DFA01786-2E5C-429F-AA85-288362BAD8AE}" destId="{D18D6E02-A9A7-4B97-AA08-3F2873E7ECB4}" srcOrd="0" destOrd="0" presId="urn:microsoft.com/office/officeart/2018/5/layout/IconCircleLabelList"/>
    <dgm:cxn modelId="{9A5DB3AD-12B3-47AB-A8B3-3334086B52B6}" type="presParOf" srcId="{DFA01786-2E5C-429F-AA85-288362BAD8AE}" destId="{9410CCD4-1961-43C8-9111-BED15FFF62ED}" srcOrd="1" destOrd="0" presId="urn:microsoft.com/office/officeart/2018/5/layout/IconCircleLabelList"/>
    <dgm:cxn modelId="{A61C131A-AF15-4CF1-B4B8-73EF9B4DE8CD}" type="presParOf" srcId="{DFA01786-2E5C-429F-AA85-288362BAD8AE}" destId="{0F1563D3-FE3E-457D-B5FE-360D01EAE9E4}" srcOrd="2" destOrd="0" presId="urn:microsoft.com/office/officeart/2018/5/layout/IconCircleLabelList"/>
    <dgm:cxn modelId="{64BDF00D-64FC-4E03-A317-296BBE90ED53}" type="presParOf" srcId="{DFA01786-2E5C-429F-AA85-288362BAD8AE}" destId="{223593C7-F088-4274-B573-C33BA368EC58}" srcOrd="3" destOrd="0" presId="urn:microsoft.com/office/officeart/2018/5/layout/IconCircleLabelList"/>
    <dgm:cxn modelId="{B7F28F60-53BA-4002-87EE-6846F7BB372A}" type="presParOf" srcId="{496FC0FD-A59A-4679-B825-A9BE00728DD7}" destId="{4CC653DB-AE9B-429D-8192-97FFEB5F4EF1}" srcOrd="1" destOrd="0" presId="urn:microsoft.com/office/officeart/2018/5/layout/IconCircleLabelList"/>
    <dgm:cxn modelId="{9A849D99-4D0C-4D32-ABC4-AE32AB1A6CAE}" type="presParOf" srcId="{496FC0FD-A59A-4679-B825-A9BE00728DD7}" destId="{2B00DE9E-DDFA-404E-B151-496937FDF7CD}" srcOrd="2" destOrd="0" presId="urn:microsoft.com/office/officeart/2018/5/layout/IconCircleLabelList"/>
    <dgm:cxn modelId="{7873F866-733D-4D83-82C2-5AE385DBDCD9}" type="presParOf" srcId="{2B00DE9E-DDFA-404E-B151-496937FDF7CD}" destId="{54B04FCA-3E4B-483B-98B6-3595C11F47F8}" srcOrd="0" destOrd="0" presId="urn:microsoft.com/office/officeart/2018/5/layout/IconCircleLabelList"/>
    <dgm:cxn modelId="{9FE06F5B-D5A4-442C-94EC-77A00E07E3CC}" type="presParOf" srcId="{2B00DE9E-DDFA-404E-B151-496937FDF7CD}" destId="{6CAB18CD-4CDA-4217-AD6D-A12EA5FF6BAD}" srcOrd="1" destOrd="0" presId="urn:microsoft.com/office/officeart/2018/5/layout/IconCircleLabelList"/>
    <dgm:cxn modelId="{B702A9D3-8E24-4E39-BF04-7463A28A99F6}" type="presParOf" srcId="{2B00DE9E-DDFA-404E-B151-496937FDF7CD}" destId="{DEA45026-EE0E-497D-98FE-90317B9212EC}" srcOrd="2" destOrd="0" presId="urn:microsoft.com/office/officeart/2018/5/layout/IconCircleLabelList"/>
    <dgm:cxn modelId="{87A512A4-87B5-42CE-A385-1FBC0EBE79E0}" type="presParOf" srcId="{2B00DE9E-DDFA-404E-B151-496937FDF7CD}" destId="{F4A04697-BF5B-4EDE-B466-C88A84F659BB}" srcOrd="3" destOrd="0" presId="urn:microsoft.com/office/officeart/2018/5/layout/IconCircleLabelList"/>
    <dgm:cxn modelId="{156B3548-1449-4D6D-B34B-26DFE8C9135D}" type="presParOf" srcId="{496FC0FD-A59A-4679-B825-A9BE00728DD7}" destId="{1213A4FF-B7FA-4D49-AA2B-AFFDBD3A07B1}" srcOrd="3" destOrd="0" presId="urn:microsoft.com/office/officeart/2018/5/layout/IconCircleLabelList"/>
    <dgm:cxn modelId="{48942D8B-9C86-4349-B0A7-77A1F2359D94}" type="presParOf" srcId="{496FC0FD-A59A-4679-B825-A9BE00728DD7}" destId="{3679677D-F86F-47AA-B985-702658063474}" srcOrd="4" destOrd="0" presId="urn:microsoft.com/office/officeart/2018/5/layout/IconCircleLabelList"/>
    <dgm:cxn modelId="{2FFB39E9-4251-4516-8591-AB30120C7A8F}" type="presParOf" srcId="{3679677D-F86F-47AA-B985-702658063474}" destId="{6C6B654E-AAF8-41F5-BC48-07DE3FBD3171}" srcOrd="0" destOrd="0" presId="urn:microsoft.com/office/officeart/2018/5/layout/IconCircleLabelList"/>
    <dgm:cxn modelId="{586F538E-0D06-4045-9AA5-57A4FAFCD9F2}" type="presParOf" srcId="{3679677D-F86F-47AA-B985-702658063474}" destId="{D2AC62CD-84F4-4FB1-8D4D-C0D9852B1F34}" srcOrd="1" destOrd="0" presId="urn:microsoft.com/office/officeart/2018/5/layout/IconCircleLabelList"/>
    <dgm:cxn modelId="{2A530ABB-5165-4502-B408-B5F3CE440BAF}" type="presParOf" srcId="{3679677D-F86F-47AA-B985-702658063474}" destId="{DA26C410-2112-48ED-B4C5-54CABB9F1434}" srcOrd="2" destOrd="0" presId="urn:microsoft.com/office/officeart/2018/5/layout/IconCircleLabelList"/>
    <dgm:cxn modelId="{EEB1FA03-6A51-4373-AC93-E795CB434284}" type="presParOf" srcId="{3679677D-F86F-47AA-B985-702658063474}" destId="{098222A8-1758-454C-A1F2-A188AB102FA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F3A6C7-DCD4-4BF8-AD90-D52FCC10FF81}">
      <dsp:nvSpPr>
        <dsp:cNvPr id="0" name=""/>
        <dsp:cNvSpPr/>
      </dsp:nvSpPr>
      <dsp:spPr>
        <a:xfrm>
          <a:off x="0" y="0"/>
          <a:ext cx="3797669" cy="77917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800" b="1" kern="1200" dirty="0">
              <a:solidFill>
                <a:schemeClr val="tx1"/>
              </a:solidFill>
            </a:rPr>
            <a:t>Content: </a:t>
          </a:r>
          <a:r>
            <a:rPr lang="nb-NO" sz="1800" kern="1200" dirty="0"/>
            <a:t>Innhold i et element</a:t>
          </a:r>
          <a:endParaRPr lang="en-US" sz="1800" kern="1200" dirty="0"/>
        </a:p>
      </dsp:txBody>
      <dsp:txXfrm>
        <a:off x="22821" y="22821"/>
        <a:ext cx="2891036" cy="733535"/>
      </dsp:txXfrm>
    </dsp:sp>
    <dsp:sp modelId="{62078111-49D4-4EC4-B729-C379E9300BDA}">
      <dsp:nvSpPr>
        <dsp:cNvPr id="0" name=""/>
        <dsp:cNvSpPr/>
      </dsp:nvSpPr>
      <dsp:spPr>
        <a:xfrm>
          <a:off x="318054" y="920845"/>
          <a:ext cx="3797669" cy="779177"/>
        </a:xfrm>
        <a:prstGeom prst="roundRect">
          <a:avLst>
            <a:gd name="adj" fmla="val 10000"/>
          </a:avLst>
        </a:prstGeom>
        <a:solidFill>
          <a:schemeClr val="accent2">
            <a:hueOff val="1596027"/>
            <a:satOff val="-4850"/>
            <a:lumOff val="-65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800" b="1" kern="1200" dirty="0" err="1">
              <a:solidFill>
                <a:schemeClr val="tx1"/>
              </a:solidFill>
            </a:rPr>
            <a:t>Padding</a:t>
          </a:r>
          <a:r>
            <a:rPr lang="nb-NO" sz="1800" b="1" kern="1200" dirty="0">
              <a:solidFill>
                <a:schemeClr val="tx1"/>
              </a:solidFill>
            </a:rPr>
            <a:t>: </a:t>
          </a:r>
          <a:r>
            <a:rPr lang="nb-NO" sz="1800" b="0" kern="1200" dirty="0">
              <a:solidFill>
                <a:schemeClr val="tx1"/>
              </a:solidFill>
            </a:rPr>
            <a:t>«P</a:t>
          </a:r>
          <a:r>
            <a:rPr lang="nb-NO" sz="1800" kern="1200" dirty="0"/>
            <a:t>olstrer» innholdet ved å utvide bakgrunnen</a:t>
          </a:r>
          <a:endParaRPr lang="en-US" sz="1800" kern="1200" dirty="0"/>
        </a:p>
      </dsp:txBody>
      <dsp:txXfrm>
        <a:off x="340875" y="943666"/>
        <a:ext cx="2927507" cy="733535"/>
      </dsp:txXfrm>
    </dsp:sp>
    <dsp:sp modelId="{070BC917-5045-4FDD-8168-08D8384E8931}">
      <dsp:nvSpPr>
        <dsp:cNvPr id="0" name=""/>
        <dsp:cNvSpPr/>
      </dsp:nvSpPr>
      <dsp:spPr>
        <a:xfrm>
          <a:off x="631362" y="1841691"/>
          <a:ext cx="3797669" cy="779177"/>
        </a:xfrm>
        <a:prstGeom prst="roundRect">
          <a:avLst>
            <a:gd name="adj" fmla="val 10000"/>
          </a:avLst>
        </a:prstGeom>
        <a:solidFill>
          <a:schemeClr val="accent2">
            <a:hueOff val="3192055"/>
            <a:satOff val="-9701"/>
            <a:lumOff val="-131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800" b="1" kern="1200" dirty="0"/>
            <a:t>Border: </a:t>
          </a:r>
          <a:r>
            <a:rPr lang="nb-NO" sz="1800" kern="1200" dirty="0"/>
            <a:t>Omriss rundt </a:t>
          </a:r>
          <a:r>
            <a:rPr lang="nb-NO" sz="1800" kern="1200" dirty="0" err="1"/>
            <a:t>padding</a:t>
          </a:r>
          <a:r>
            <a:rPr lang="nb-NO" sz="1800" kern="1200" dirty="0"/>
            <a:t> og </a:t>
          </a:r>
          <a:r>
            <a:rPr lang="nb-NO" sz="1800" kern="1200" dirty="0" err="1"/>
            <a:t>content</a:t>
          </a:r>
          <a:r>
            <a:rPr lang="nb-NO" sz="1800" kern="1200" dirty="0"/>
            <a:t> (synlig)</a:t>
          </a:r>
          <a:endParaRPr lang="en-US" sz="1800" kern="1200" dirty="0"/>
        </a:p>
      </dsp:txBody>
      <dsp:txXfrm>
        <a:off x="654183" y="1864512"/>
        <a:ext cx="2932254" cy="733535"/>
      </dsp:txXfrm>
    </dsp:sp>
    <dsp:sp modelId="{B32DC5B2-A976-471A-8B5B-740B752A5DCF}">
      <dsp:nvSpPr>
        <dsp:cNvPr id="0" name=""/>
        <dsp:cNvSpPr/>
      </dsp:nvSpPr>
      <dsp:spPr>
        <a:xfrm>
          <a:off x="949417" y="2762536"/>
          <a:ext cx="3797669" cy="779177"/>
        </a:xfrm>
        <a:prstGeom prst="roundRect">
          <a:avLst>
            <a:gd name="adj" fmla="val 10000"/>
          </a:avLst>
        </a:prstGeom>
        <a:solidFill>
          <a:schemeClr val="accent2">
            <a:hueOff val="4788082"/>
            <a:satOff val="-14551"/>
            <a:lumOff val="-196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800" b="1" kern="1200" dirty="0"/>
            <a:t>Margin: </a:t>
          </a:r>
          <a:r>
            <a:rPr lang="nb-NO" sz="1800" kern="1200" dirty="0"/>
            <a:t>Plass utenfor border</a:t>
          </a:r>
          <a:endParaRPr lang="en-US" sz="1800" kern="1200" dirty="0"/>
        </a:p>
      </dsp:txBody>
      <dsp:txXfrm>
        <a:off x="972238" y="2785357"/>
        <a:ext cx="2927507" cy="733535"/>
      </dsp:txXfrm>
    </dsp:sp>
    <dsp:sp modelId="{CD9635DC-7A94-4C5D-8E26-FE34DF110075}">
      <dsp:nvSpPr>
        <dsp:cNvPr id="0" name=""/>
        <dsp:cNvSpPr/>
      </dsp:nvSpPr>
      <dsp:spPr>
        <a:xfrm>
          <a:off x="3291204" y="596778"/>
          <a:ext cx="506465" cy="50646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3405159" y="596778"/>
        <a:ext cx="278555" cy="381115"/>
      </dsp:txXfrm>
    </dsp:sp>
    <dsp:sp modelId="{2024ABBD-C29B-4BFC-9EA3-B9C191D708E9}">
      <dsp:nvSpPr>
        <dsp:cNvPr id="0" name=""/>
        <dsp:cNvSpPr/>
      </dsp:nvSpPr>
      <dsp:spPr>
        <a:xfrm>
          <a:off x="3609259" y="1517624"/>
          <a:ext cx="506465" cy="50646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070958"/>
            <a:satOff val="-7331"/>
            <a:lumOff val="-319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2070958"/>
              <a:satOff val="-7331"/>
              <a:lumOff val="-3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3723214" y="1517624"/>
        <a:ext cx="278555" cy="381115"/>
      </dsp:txXfrm>
    </dsp:sp>
    <dsp:sp modelId="{4AE40281-5CC8-4AFA-ADEA-8DED3EE70046}">
      <dsp:nvSpPr>
        <dsp:cNvPr id="0" name=""/>
        <dsp:cNvSpPr/>
      </dsp:nvSpPr>
      <dsp:spPr>
        <a:xfrm>
          <a:off x="3922567" y="2438470"/>
          <a:ext cx="506465" cy="50646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4141915"/>
            <a:satOff val="-14661"/>
            <a:lumOff val="-638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4141915"/>
              <a:satOff val="-14661"/>
              <a:lumOff val="-63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4036522" y="2438470"/>
        <a:ext cx="278555" cy="3811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C967AF-A7D1-4122-A730-8F5403A32103}">
      <dsp:nvSpPr>
        <dsp:cNvPr id="0" name=""/>
        <dsp:cNvSpPr/>
      </dsp:nvSpPr>
      <dsp:spPr>
        <a:xfrm>
          <a:off x="0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div</a:t>
          </a:r>
        </a:p>
      </dsp:txBody>
      <dsp:txXfrm>
        <a:off x="20025" y="2024535"/>
        <a:ext cx="680379" cy="643666"/>
      </dsp:txXfrm>
    </dsp:sp>
    <dsp:sp modelId="{C879A011-E1FD-4A9E-9B8E-16421D0A8120}">
      <dsp:nvSpPr>
        <dsp:cNvPr id="0" name=""/>
        <dsp:cNvSpPr/>
      </dsp:nvSpPr>
      <dsp:spPr>
        <a:xfrm>
          <a:off x="760777" y="2004508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endParaRPr lang="nb-NO" sz="1300" kern="1200" dirty="0">
            <a:latin typeface="Consolas" panose="020B0609020204030204" pitchFamily="49" charset="0"/>
          </a:endParaRPr>
        </a:p>
      </dsp:txBody>
      <dsp:txXfrm>
        <a:off x="780802" y="2024533"/>
        <a:ext cx="680379" cy="643666"/>
      </dsp:txXfrm>
    </dsp:sp>
    <dsp:sp modelId="{8DD21AD2-A55D-4DB5-8245-AE075B576AB5}">
      <dsp:nvSpPr>
        <dsp:cNvPr id="0" name=""/>
        <dsp:cNvSpPr/>
      </dsp:nvSpPr>
      <dsp:spPr>
        <a:xfrm>
          <a:off x="1543963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border</a:t>
          </a:r>
        </a:p>
      </dsp:txBody>
      <dsp:txXfrm>
        <a:off x="1563988" y="2024535"/>
        <a:ext cx="680379" cy="643666"/>
      </dsp:txXfrm>
    </dsp:sp>
    <dsp:sp modelId="{5FD13D48-0D7C-46D1-B86C-41CB5BE7C0FA}">
      <dsp:nvSpPr>
        <dsp:cNvPr id="0" name=""/>
        <dsp:cNvSpPr/>
      </dsp:nvSpPr>
      <dsp:spPr>
        <a:xfrm>
          <a:off x="2365253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margin</a:t>
          </a:r>
        </a:p>
      </dsp:txBody>
      <dsp:txXfrm>
        <a:off x="2385278" y="2024535"/>
        <a:ext cx="680379" cy="643666"/>
      </dsp:txXfrm>
    </dsp:sp>
    <dsp:sp modelId="{A70183C4-D7A2-431C-A484-FD2AC3C78AD3}">
      <dsp:nvSpPr>
        <dsp:cNvPr id="0" name=""/>
        <dsp:cNvSpPr/>
      </dsp:nvSpPr>
      <dsp:spPr>
        <a:xfrm>
          <a:off x="3186542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border</a:t>
          </a:r>
        </a:p>
      </dsp:txBody>
      <dsp:txXfrm>
        <a:off x="3206567" y="2024535"/>
        <a:ext cx="680379" cy="643666"/>
      </dsp:txXfrm>
    </dsp:sp>
    <dsp:sp modelId="{4C2C54B2-F2B6-4A02-84FF-7FE51B1DDB9C}">
      <dsp:nvSpPr>
        <dsp:cNvPr id="0" name=""/>
        <dsp:cNvSpPr/>
      </dsp:nvSpPr>
      <dsp:spPr>
        <a:xfrm>
          <a:off x="4007832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margin</a:t>
          </a:r>
        </a:p>
      </dsp:txBody>
      <dsp:txXfrm>
        <a:off x="4027857" y="2024535"/>
        <a:ext cx="680379" cy="643666"/>
      </dsp:txXfrm>
    </dsp:sp>
    <dsp:sp modelId="{115EAD05-5F75-4104-8609-4224D02DCB02}">
      <dsp:nvSpPr>
        <dsp:cNvPr id="0" name=""/>
        <dsp:cNvSpPr/>
      </dsp:nvSpPr>
      <dsp:spPr>
        <a:xfrm>
          <a:off x="4829121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border margin</a:t>
          </a:r>
        </a:p>
      </dsp:txBody>
      <dsp:txXfrm>
        <a:off x="4849146" y="2024535"/>
        <a:ext cx="680379" cy="643666"/>
      </dsp:txXfrm>
    </dsp:sp>
    <dsp:sp modelId="{CABBC5F8-89A8-4119-BCDE-935941BDF768}">
      <dsp:nvSpPr>
        <dsp:cNvPr id="0" name=""/>
        <dsp:cNvSpPr/>
      </dsp:nvSpPr>
      <dsp:spPr>
        <a:xfrm>
          <a:off x="5650411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border margin</a:t>
          </a:r>
        </a:p>
      </dsp:txBody>
      <dsp:txXfrm>
        <a:off x="5670436" y="2024535"/>
        <a:ext cx="680379" cy="6436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C967AF-A7D1-4122-A730-8F5403A32103}">
      <dsp:nvSpPr>
        <dsp:cNvPr id="0" name=""/>
        <dsp:cNvSpPr/>
      </dsp:nvSpPr>
      <dsp:spPr>
        <a:xfrm>
          <a:off x="0" y="2004510"/>
          <a:ext cx="720429" cy="683716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div</a:t>
          </a:r>
        </a:p>
      </dsp:txBody>
      <dsp:txXfrm>
        <a:off x="20025" y="2024535"/>
        <a:ext cx="680379" cy="643666"/>
      </dsp:txXfrm>
    </dsp:sp>
    <dsp:sp modelId="{C879A011-E1FD-4A9E-9B8E-16421D0A8120}">
      <dsp:nvSpPr>
        <dsp:cNvPr id="0" name=""/>
        <dsp:cNvSpPr/>
      </dsp:nvSpPr>
      <dsp:spPr>
        <a:xfrm>
          <a:off x="760777" y="2004508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endParaRPr lang="nb-NO" sz="1300" kern="1200" dirty="0">
            <a:latin typeface="Consolas" panose="020B0609020204030204" pitchFamily="49" charset="0"/>
          </a:endParaRPr>
        </a:p>
      </dsp:txBody>
      <dsp:txXfrm>
        <a:off x="780802" y="2024533"/>
        <a:ext cx="680379" cy="643666"/>
      </dsp:txXfrm>
    </dsp:sp>
    <dsp:sp modelId="{8DD21AD2-A55D-4DB5-8245-AE075B576AB5}">
      <dsp:nvSpPr>
        <dsp:cNvPr id="0" name=""/>
        <dsp:cNvSpPr/>
      </dsp:nvSpPr>
      <dsp:spPr>
        <a:xfrm>
          <a:off x="1543963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border</a:t>
          </a:r>
        </a:p>
      </dsp:txBody>
      <dsp:txXfrm>
        <a:off x="1563988" y="2024535"/>
        <a:ext cx="680379" cy="643666"/>
      </dsp:txXfrm>
    </dsp:sp>
    <dsp:sp modelId="{5FD13D48-0D7C-46D1-B86C-41CB5BE7C0FA}">
      <dsp:nvSpPr>
        <dsp:cNvPr id="0" name=""/>
        <dsp:cNvSpPr/>
      </dsp:nvSpPr>
      <dsp:spPr>
        <a:xfrm>
          <a:off x="2365253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margin</a:t>
          </a:r>
        </a:p>
      </dsp:txBody>
      <dsp:txXfrm>
        <a:off x="2385278" y="2024535"/>
        <a:ext cx="680379" cy="643666"/>
      </dsp:txXfrm>
    </dsp:sp>
    <dsp:sp modelId="{A70183C4-D7A2-431C-A484-FD2AC3C78AD3}">
      <dsp:nvSpPr>
        <dsp:cNvPr id="0" name=""/>
        <dsp:cNvSpPr/>
      </dsp:nvSpPr>
      <dsp:spPr>
        <a:xfrm>
          <a:off x="3186542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border</a:t>
          </a:r>
        </a:p>
      </dsp:txBody>
      <dsp:txXfrm>
        <a:off x="3206567" y="2024535"/>
        <a:ext cx="680379" cy="643666"/>
      </dsp:txXfrm>
    </dsp:sp>
    <dsp:sp modelId="{4C2C54B2-F2B6-4A02-84FF-7FE51B1DDB9C}">
      <dsp:nvSpPr>
        <dsp:cNvPr id="0" name=""/>
        <dsp:cNvSpPr/>
      </dsp:nvSpPr>
      <dsp:spPr>
        <a:xfrm>
          <a:off x="4007832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margin</a:t>
          </a:r>
        </a:p>
      </dsp:txBody>
      <dsp:txXfrm>
        <a:off x="4027857" y="2024535"/>
        <a:ext cx="680379" cy="643666"/>
      </dsp:txXfrm>
    </dsp:sp>
    <dsp:sp modelId="{115EAD05-5F75-4104-8609-4224D02DCB02}">
      <dsp:nvSpPr>
        <dsp:cNvPr id="0" name=""/>
        <dsp:cNvSpPr/>
      </dsp:nvSpPr>
      <dsp:spPr>
        <a:xfrm>
          <a:off x="4829121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border margin</a:t>
          </a:r>
        </a:p>
      </dsp:txBody>
      <dsp:txXfrm>
        <a:off x="4849146" y="2024535"/>
        <a:ext cx="680379" cy="643666"/>
      </dsp:txXfrm>
    </dsp:sp>
    <dsp:sp modelId="{CABBC5F8-89A8-4119-BCDE-935941BDF768}">
      <dsp:nvSpPr>
        <dsp:cNvPr id="0" name=""/>
        <dsp:cNvSpPr/>
      </dsp:nvSpPr>
      <dsp:spPr>
        <a:xfrm>
          <a:off x="5650411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border margin</a:t>
          </a:r>
        </a:p>
      </dsp:txBody>
      <dsp:txXfrm>
        <a:off x="5670436" y="2024535"/>
        <a:ext cx="680379" cy="6436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C967AF-A7D1-4122-A730-8F5403A32103}">
      <dsp:nvSpPr>
        <dsp:cNvPr id="0" name=""/>
        <dsp:cNvSpPr/>
      </dsp:nvSpPr>
      <dsp:spPr>
        <a:xfrm>
          <a:off x="0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div</a:t>
          </a:r>
        </a:p>
      </dsp:txBody>
      <dsp:txXfrm>
        <a:off x="20025" y="2024535"/>
        <a:ext cx="680379" cy="643666"/>
      </dsp:txXfrm>
    </dsp:sp>
    <dsp:sp modelId="{C879A011-E1FD-4A9E-9B8E-16421D0A8120}">
      <dsp:nvSpPr>
        <dsp:cNvPr id="0" name=""/>
        <dsp:cNvSpPr/>
      </dsp:nvSpPr>
      <dsp:spPr>
        <a:xfrm>
          <a:off x="760777" y="2004508"/>
          <a:ext cx="720429" cy="683716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endParaRPr lang="nb-NO" sz="1300" kern="1200" dirty="0">
            <a:latin typeface="Consolas" panose="020B0609020204030204" pitchFamily="49" charset="0"/>
          </a:endParaRPr>
        </a:p>
      </dsp:txBody>
      <dsp:txXfrm>
        <a:off x="780802" y="2024533"/>
        <a:ext cx="680379" cy="643666"/>
      </dsp:txXfrm>
    </dsp:sp>
    <dsp:sp modelId="{8DD21AD2-A55D-4DB5-8245-AE075B576AB5}">
      <dsp:nvSpPr>
        <dsp:cNvPr id="0" name=""/>
        <dsp:cNvSpPr/>
      </dsp:nvSpPr>
      <dsp:spPr>
        <a:xfrm>
          <a:off x="1543963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border</a:t>
          </a:r>
        </a:p>
      </dsp:txBody>
      <dsp:txXfrm>
        <a:off x="1563988" y="2024535"/>
        <a:ext cx="680379" cy="643666"/>
      </dsp:txXfrm>
    </dsp:sp>
    <dsp:sp modelId="{5FD13D48-0D7C-46D1-B86C-41CB5BE7C0FA}">
      <dsp:nvSpPr>
        <dsp:cNvPr id="0" name=""/>
        <dsp:cNvSpPr/>
      </dsp:nvSpPr>
      <dsp:spPr>
        <a:xfrm>
          <a:off x="2365253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margin</a:t>
          </a:r>
        </a:p>
      </dsp:txBody>
      <dsp:txXfrm>
        <a:off x="2385278" y="2024535"/>
        <a:ext cx="680379" cy="643666"/>
      </dsp:txXfrm>
    </dsp:sp>
    <dsp:sp modelId="{A70183C4-D7A2-431C-A484-FD2AC3C78AD3}">
      <dsp:nvSpPr>
        <dsp:cNvPr id="0" name=""/>
        <dsp:cNvSpPr/>
      </dsp:nvSpPr>
      <dsp:spPr>
        <a:xfrm>
          <a:off x="3186542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border</a:t>
          </a:r>
        </a:p>
      </dsp:txBody>
      <dsp:txXfrm>
        <a:off x="3206567" y="2024535"/>
        <a:ext cx="680379" cy="643666"/>
      </dsp:txXfrm>
    </dsp:sp>
    <dsp:sp modelId="{4C2C54B2-F2B6-4A02-84FF-7FE51B1DDB9C}">
      <dsp:nvSpPr>
        <dsp:cNvPr id="0" name=""/>
        <dsp:cNvSpPr/>
      </dsp:nvSpPr>
      <dsp:spPr>
        <a:xfrm>
          <a:off x="4007832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margin</a:t>
          </a:r>
        </a:p>
      </dsp:txBody>
      <dsp:txXfrm>
        <a:off x="4027857" y="2024535"/>
        <a:ext cx="680379" cy="643666"/>
      </dsp:txXfrm>
    </dsp:sp>
    <dsp:sp modelId="{115EAD05-5F75-4104-8609-4224D02DCB02}">
      <dsp:nvSpPr>
        <dsp:cNvPr id="0" name=""/>
        <dsp:cNvSpPr/>
      </dsp:nvSpPr>
      <dsp:spPr>
        <a:xfrm>
          <a:off x="4829121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border margin</a:t>
          </a:r>
        </a:p>
      </dsp:txBody>
      <dsp:txXfrm>
        <a:off x="4849146" y="2024535"/>
        <a:ext cx="680379" cy="643666"/>
      </dsp:txXfrm>
    </dsp:sp>
    <dsp:sp modelId="{CABBC5F8-89A8-4119-BCDE-935941BDF768}">
      <dsp:nvSpPr>
        <dsp:cNvPr id="0" name=""/>
        <dsp:cNvSpPr/>
      </dsp:nvSpPr>
      <dsp:spPr>
        <a:xfrm>
          <a:off x="5650411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border margin</a:t>
          </a:r>
        </a:p>
      </dsp:txBody>
      <dsp:txXfrm>
        <a:off x="5670436" y="2024535"/>
        <a:ext cx="680379" cy="6436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C967AF-A7D1-4122-A730-8F5403A32103}">
      <dsp:nvSpPr>
        <dsp:cNvPr id="0" name=""/>
        <dsp:cNvSpPr/>
      </dsp:nvSpPr>
      <dsp:spPr>
        <a:xfrm>
          <a:off x="0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div</a:t>
          </a:r>
        </a:p>
      </dsp:txBody>
      <dsp:txXfrm>
        <a:off x="20025" y="2024535"/>
        <a:ext cx="680379" cy="643666"/>
      </dsp:txXfrm>
    </dsp:sp>
    <dsp:sp modelId="{C879A011-E1FD-4A9E-9B8E-16421D0A8120}">
      <dsp:nvSpPr>
        <dsp:cNvPr id="0" name=""/>
        <dsp:cNvSpPr/>
      </dsp:nvSpPr>
      <dsp:spPr>
        <a:xfrm>
          <a:off x="760777" y="2004508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endParaRPr lang="nb-NO" sz="1300" kern="1200" dirty="0">
            <a:latin typeface="Consolas" panose="020B0609020204030204" pitchFamily="49" charset="0"/>
          </a:endParaRPr>
        </a:p>
      </dsp:txBody>
      <dsp:txXfrm>
        <a:off x="780802" y="2024533"/>
        <a:ext cx="680379" cy="643666"/>
      </dsp:txXfrm>
    </dsp:sp>
    <dsp:sp modelId="{8DD21AD2-A55D-4DB5-8245-AE075B576AB5}">
      <dsp:nvSpPr>
        <dsp:cNvPr id="0" name=""/>
        <dsp:cNvSpPr/>
      </dsp:nvSpPr>
      <dsp:spPr>
        <a:xfrm>
          <a:off x="1543963" y="2004510"/>
          <a:ext cx="720429" cy="683716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border</a:t>
          </a:r>
        </a:p>
      </dsp:txBody>
      <dsp:txXfrm>
        <a:off x="1563988" y="2024535"/>
        <a:ext cx="680379" cy="643666"/>
      </dsp:txXfrm>
    </dsp:sp>
    <dsp:sp modelId="{5FD13D48-0D7C-46D1-B86C-41CB5BE7C0FA}">
      <dsp:nvSpPr>
        <dsp:cNvPr id="0" name=""/>
        <dsp:cNvSpPr/>
      </dsp:nvSpPr>
      <dsp:spPr>
        <a:xfrm>
          <a:off x="2365253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margin</a:t>
          </a:r>
        </a:p>
      </dsp:txBody>
      <dsp:txXfrm>
        <a:off x="2385278" y="2024535"/>
        <a:ext cx="680379" cy="643666"/>
      </dsp:txXfrm>
    </dsp:sp>
    <dsp:sp modelId="{A70183C4-D7A2-431C-A484-FD2AC3C78AD3}">
      <dsp:nvSpPr>
        <dsp:cNvPr id="0" name=""/>
        <dsp:cNvSpPr/>
      </dsp:nvSpPr>
      <dsp:spPr>
        <a:xfrm>
          <a:off x="3186542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border</a:t>
          </a:r>
        </a:p>
      </dsp:txBody>
      <dsp:txXfrm>
        <a:off x="3206567" y="2024535"/>
        <a:ext cx="680379" cy="643666"/>
      </dsp:txXfrm>
    </dsp:sp>
    <dsp:sp modelId="{4C2C54B2-F2B6-4A02-84FF-7FE51B1DDB9C}">
      <dsp:nvSpPr>
        <dsp:cNvPr id="0" name=""/>
        <dsp:cNvSpPr/>
      </dsp:nvSpPr>
      <dsp:spPr>
        <a:xfrm>
          <a:off x="4007832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margin</a:t>
          </a:r>
        </a:p>
      </dsp:txBody>
      <dsp:txXfrm>
        <a:off x="4027857" y="2024535"/>
        <a:ext cx="680379" cy="643666"/>
      </dsp:txXfrm>
    </dsp:sp>
    <dsp:sp modelId="{115EAD05-5F75-4104-8609-4224D02DCB02}">
      <dsp:nvSpPr>
        <dsp:cNvPr id="0" name=""/>
        <dsp:cNvSpPr/>
      </dsp:nvSpPr>
      <dsp:spPr>
        <a:xfrm>
          <a:off x="4829121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border margin</a:t>
          </a:r>
        </a:p>
      </dsp:txBody>
      <dsp:txXfrm>
        <a:off x="4849146" y="2024535"/>
        <a:ext cx="680379" cy="643666"/>
      </dsp:txXfrm>
    </dsp:sp>
    <dsp:sp modelId="{CABBC5F8-89A8-4119-BCDE-935941BDF768}">
      <dsp:nvSpPr>
        <dsp:cNvPr id="0" name=""/>
        <dsp:cNvSpPr/>
      </dsp:nvSpPr>
      <dsp:spPr>
        <a:xfrm>
          <a:off x="5650411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border margin</a:t>
          </a:r>
        </a:p>
      </dsp:txBody>
      <dsp:txXfrm>
        <a:off x="5670436" y="2024535"/>
        <a:ext cx="680379" cy="64366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C967AF-A7D1-4122-A730-8F5403A32103}">
      <dsp:nvSpPr>
        <dsp:cNvPr id="0" name=""/>
        <dsp:cNvSpPr/>
      </dsp:nvSpPr>
      <dsp:spPr>
        <a:xfrm>
          <a:off x="0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div</a:t>
          </a:r>
        </a:p>
      </dsp:txBody>
      <dsp:txXfrm>
        <a:off x="20025" y="2024535"/>
        <a:ext cx="680379" cy="643666"/>
      </dsp:txXfrm>
    </dsp:sp>
    <dsp:sp modelId="{C879A011-E1FD-4A9E-9B8E-16421D0A8120}">
      <dsp:nvSpPr>
        <dsp:cNvPr id="0" name=""/>
        <dsp:cNvSpPr/>
      </dsp:nvSpPr>
      <dsp:spPr>
        <a:xfrm>
          <a:off x="760777" y="2004508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endParaRPr lang="nb-NO" sz="1300" kern="1200" dirty="0">
            <a:latin typeface="Consolas" panose="020B0609020204030204" pitchFamily="49" charset="0"/>
          </a:endParaRPr>
        </a:p>
      </dsp:txBody>
      <dsp:txXfrm>
        <a:off x="780802" y="2024533"/>
        <a:ext cx="680379" cy="643666"/>
      </dsp:txXfrm>
    </dsp:sp>
    <dsp:sp modelId="{8DD21AD2-A55D-4DB5-8245-AE075B576AB5}">
      <dsp:nvSpPr>
        <dsp:cNvPr id="0" name=""/>
        <dsp:cNvSpPr/>
      </dsp:nvSpPr>
      <dsp:spPr>
        <a:xfrm>
          <a:off x="1543963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border</a:t>
          </a:r>
        </a:p>
      </dsp:txBody>
      <dsp:txXfrm>
        <a:off x="1563988" y="2024535"/>
        <a:ext cx="680379" cy="643666"/>
      </dsp:txXfrm>
    </dsp:sp>
    <dsp:sp modelId="{5FD13D48-0D7C-46D1-B86C-41CB5BE7C0FA}">
      <dsp:nvSpPr>
        <dsp:cNvPr id="0" name=""/>
        <dsp:cNvSpPr/>
      </dsp:nvSpPr>
      <dsp:spPr>
        <a:xfrm>
          <a:off x="2365253" y="2004510"/>
          <a:ext cx="720429" cy="683716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margin</a:t>
          </a:r>
        </a:p>
      </dsp:txBody>
      <dsp:txXfrm>
        <a:off x="2385278" y="2024535"/>
        <a:ext cx="680379" cy="643666"/>
      </dsp:txXfrm>
    </dsp:sp>
    <dsp:sp modelId="{A70183C4-D7A2-431C-A484-FD2AC3C78AD3}">
      <dsp:nvSpPr>
        <dsp:cNvPr id="0" name=""/>
        <dsp:cNvSpPr/>
      </dsp:nvSpPr>
      <dsp:spPr>
        <a:xfrm>
          <a:off x="3186542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border</a:t>
          </a:r>
        </a:p>
      </dsp:txBody>
      <dsp:txXfrm>
        <a:off x="3206567" y="2024535"/>
        <a:ext cx="680379" cy="643666"/>
      </dsp:txXfrm>
    </dsp:sp>
    <dsp:sp modelId="{4C2C54B2-F2B6-4A02-84FF-7FE51B1DDB9C}">
      <dsp:nvSpPr>
        <dsp:cNvPr id="0" name=""/>
        <dsp:cNvSpPr/>
      </dsp:nvSpPr>
      <dsp:spPr>
        <a:xfrm>
          <a:off x="4007832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margin</a:t>
          </a:r>
        </a:p>
      </dsp:txBody>
      <dsp:txXfrm>
        <a:off x="4027857" y="2024535"/>
        <a:ext cx="680379" cy="643666"/>
      </dsp:txXfrm>
    </dsp:sp>
    <dsp:sp modelId="{115EAD05-5F75-4104-8609-4224D02DCB02}">
      <dsp:nvSpPr>
        <dsp:cNvPr id="0" name=""/>
        <dsp:cNvSpPr/>
      </dsp:nvSpPr>
      <dsp:spPr>
        <a:xfrm>
          <a:off x="4829121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border margin</a:t>
          </a:r>
        </a:p>
      </dsp:txBody>
      <dsp:txXfrm>
        <a:off x="4849146" y="2024535"/>
        <a:ext cx="680379" cy="643666"/>
      </dsp:txXfrm>
    </dsp:sp>
    <dsp:sp modelId="{CABBC5F8-89A8-4119-BCDE-935941BDF768}">
      <dsp:nvSpPr>
        <dsp:cNvPr id="0" name=""/>
        <dsp:cNvSpPr/>
      </dsp:nvSpPr>
      <dsp:spPr>
        <a:xfrm>
          <a:off x="5650411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border margin</a:t>
          </a:r>
        </a:p>
      </dsp:txBody>
      <dsp:txXfrm>
        <a:off x="5670436" y="2024535"/>
        <a:ext cx="680379" cy="64366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C967AF-A7D1-4122-A730-8F5403A32103}">
      <dsp:nvSpPr>
        <dsp:cNvPr id="0" name=""/>
        <dsp:cNvSpPr/>
      </dsp:nvSpPr>
      <dsp:spPr>
        <a:xfrm>
          <a:off x="0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div</a:t>
          </a:r>
        </a:p>
      </dsp:txBody>
      <dsp:txXfrm>
        <a:off x="20025" y="2024535"/>
        <a:ext cx="680379" cy="643666"/>
      </dsp:txXfrm>
    </dsp:sp>
    <dsp:sp modelId="{C879A011-E1FD-4A9E-9B8E-16421D0A8120}">
      <dsp:nvSpPr>
        <dsp:cNvPr id="0" name=""/>
        <dsp:cNvSpPr/>
      </dsp:nvSpPr>
      <dsp:spPr>
        <a:xfrm>
          <a:off x="760777" y="2004508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endParaRPr lang="nb-NO" sz="1300" kern="1200" dirty="0">
            <a:latin typeface="Consolas" panose="020B0609020204030204" pitchFamily="49" charset="0"/>
          </a:endParaRPr>
        </a:p>
      </dsp:txBody>
      <dsp:txXfrm>
        <a:off x="780802" y="2024533"/>
        <a:ext cx="680379" cy="643666"/>
      </dsp:txXfrm>
    </dsp:sp>
    <dsp:sp modelId="{8DD21AD2-A55D-4DB5-8245-AE075B576AB5}">
      <dsp:nvSpPr>
        <dsp:cNvPr id="0" name=""/>
        <dsp:cNvSpPr/>
      </dsp:nvSpPr>
      <dsp:spPr>
        <a:xfrm>
          <a:off x="1543963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border</a:t>
          </a:r>
        </a:p>
      </dsp:txBody>
      <dsp:txXfrm>
        <a:off x="1563988" y="2024535"/>
        <a:ext cx="680379" cy="643666"/>
      </dsp:txXfrm>
    </dsp:sp>
    <dsp:sp modelId="{5FD13D48-0D7C-46D1-B86C-41CB5BE7C0FA}">
      <dsp:nvSpPr>
        <dsp:cNvPr id="0" name=""/>
        <dsp:cNvSpPr/>
      </dsp:nvSpPr>
      <dsp:spPr>
        <a:xfrm>
          <a:off x="2365253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margin</a:t>
          </a:r>
        </a:p>
      </dsp:txBody>
      <dsp:txXfrm>
        <a:off x="2385278" y="2024535"/>
        <a:ext cx="680379" cy="643666"/>
      </dsp:txXfrm>
    </dsp:sp>
    <dsp:sp modelId="{A70183C4-D7A2-431C-A484-FD2AC3C78AD3}">
      <dsp:nvSpPr>
        <dsp:cNvPr id="0" name=""/>
        <dsp:cNvSpPr/>
      </dsp:nvSpPr>
      <dsp:spPr>
        <a:xfrm>
          <a:off x="3186542" y="2004510"/>
          <a:ext cx="720429" cy="683716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border</a:t>
          </a:r>
        </a:p>
      </dsp:txBody>
      <dsp:txXfrm>
        <a:off x="3206567" y="2024535"/>
        <a:ext cx="680379" cy="643666"/>
      </dsp:txXfrm>
    </dsp:sp>
    <dsp:sp modelId="{4C2C54B2-F2B6-4A02-84FF-7FE51B1DDB9C}">
      <dsp:nvSpPr>
        <dsp:cNvPr id="0" name=""/>
        <dsp:cNvSpPr/>
      </dsp:nvSpPr>
      <dsp:spPr>
        <a:xfrm>
          <a:off x="4007832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margin</a:t>
          </a:r>
        </a:p>
      </dsp:txBody>
      <dsp:txXfrm>
        <a:off x="4027857" y="2024535"/>
        <a:ext cx="680379" cy="643666"/>
      </dsp:txXfrm>
    </dsp:sp>
    <dsp:sp modelId="{115EAD05-5F75-4104-8609-4224D02DCB02}">
      <dsp:nvSpPr>
        <dsp:cNvPr id="0" name=""/>
        <dsp:cNvSpPr/>
      </dsp:nvSpPr>
      <dsp:spPr>
        <a:xfrm>
          <a:off x="4829121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border margin</a:t>
          </a:r>
        </a:p>
      </dsp:txBody>
      <dsp:txXfrm>
        <a:off x="4849146" y="2024535"/>
        <a:ext cx="680379" cy="643666"/>
      </dsp:txXfrm>
    </dsp:sp>
    <dsp:sp modelId="{CABBC5F8-89A8-4119-BCDE-935941BDF768}">
      <dsp:nvSpPr>
        <dsp:cNvPr id="0" name=""/>
        <dsp:cNvSpPr/>
      </dsp:nvSpPr>
      <dsp:spPr>
        <a:xfrm>
          <a:off x="5650411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border margin</a:t>
          </a:r>
        </a:p>
      </dsp:txBody>
      <dsp:txXfrm>
        <a:off x="5670436" y="2024535"/>
        <a:ext cx="680379" cy="64366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C967AF-A7D1-4122-A730-8F5403A32103}">
      <dsp:nvSpPr>
        <dsp:cNvPr id="0" name=""/>
        <dsp:cNvSpPr/>
      </dsp:nvSpPr>
      <dsp:spPr>
        <a:xfrm>
          <a:off x="0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div</a:t>
          </a:r>
        </a:p>
      </dsp:txBody>
      <dsp:txXfrm>
        <a:off x="20025" y="2024535"/>
        <a:ext cx="680379" cy="643666"/>
      </dsp:txXfrm>
    </dsp:sp>
    <dsp:sp modelId="{C879A011-E1FD-4A9E-9B8E-16421D0A8120}">
      <dsp:nvSpPr>
        <dsp:cNvPr id="0" name=""/>
        <dsp:cNvSpPr/>
      </dsp:nvSpPr>
      <dsp:spPr>
        <a:xfrm>
          <a:off x="760777" y="2004508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endParaRPr lang="nb-NO" sz="1300" kern="1200" dirty="0">
            <a:latin typeface="Consolas" panose="020B0609020204030204" pitchFamily="49" charset="0"/>
          </a:endParaRPr>
        </a:p>
      </dsp:txBody>
      <dsp:txXfrm>
        <a:off x="780802" y="2024533"/>
        <a:ext cx="680379" cy="643666"/>
      </dsp:txXfrm>
    </dsp:sp>
    <dsp:sp modelId="{8DD21AD2-A55D-4DB5-8245-AE075B576AB5}">
      <dsp:nvSpPr>
        <dsp:cNvPr id="0" name=""/>
        <dsp:cNvSpPr/>
      </dsp:nvSpPr>
      <dsp:spPr>
        <a:xfrm>
          <a:off x="1543963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border</a:t>
          </a:r>
        </a:p>
      </dsp:txBody>
      <dsp:txXfrm>
        <a:off x="1563988" y="2024535"/>
        <a:ext cx="680379" cy="643666"/>
      </dsp:txXfrm>
    </dsp:sp>
    <dsp:sp modelId="{5FD13D48-0D7C-46D1-B86C-41CB5BE7C0FA}">
      <dsp:nvSpPr>
        <dsp:cNvPr id="0" name=""/>
        <dsp:cNvSpPr/>
      </dsp:nvSpPr>
      <dsp:spPr>
        <a:xfrm>
          <a:off x="2365253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margin</a:t>
          </a:r>
        </a:p>
      </dsp:txBody>
      <dsp:txXfrm>
        <a:off x="2385278" y="2024535"/>
        <a:ext cx="680379" cy="643666"/>
      </dsp:txXfrm>
    </dsp:sp>
    <dsp:sp modelId="{A70183C4-D7A2-431C-A484-FD2AC3C78AD3}">
      <dsp:nvSpPr>
        <dsp:cNvPr id="0" name=""/>
        <dsp:cNvSpPr/>
      </dsp:nvSpPr>
      <dsp:spPr>
        <a:xfrm>
          <a:off x="3186542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border</a:t>
          </a:r>
        </a:p>
      </dsp:txBody>
      <dsp:txXfrm>
        <a:off x="3206567" y="2024535"/>
        <a:ext cx="680379" cy="643666"/>
      </dsp:txXfrm>
    </dsp:sp>
    <dsp:sp modelId="{4C2C54B2-F2B6-4A02-84FF-7FE51B1DDB9C}">
      <dsp:nvSpPr>
        <dsp:cNvPr id="0" name=""/>
        <dsp:cNvSpPr/>
      </dsp:nvSpPr>
      <dsp:spPr>
        <a:xfrm>
          <a:off x="4007832" y="2004510"/>
          <a:ext cx="720429" cy="683716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margin</a:t>
          </a:r>
        </a:p>
      </dsp:txBody>
      <dsp:txXfrm>
        <a:off x="4027857" y="2024535"/>
        <a:ext cx="680379" cy="643666"/>
      </dsp:txXfrm>
    </dsp:sp>
    <dsp:sp modelId="{115EAD05-5F75-4104-8609-4224D02DCB02}">
      <dsp:nvSpPr>
        <dsp:cNvPr id="0" name=""/>
        <dsp:cNvSpPr/>
      </dsp:nvSpPr>
      <dsp:spPr>
        <a:xfrm>
          <a:off x="4829121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border margin</a:t>
          </a:r>
        </a:p>
      </dsp:txBody>
      <dsp:txXfrm>
        <a:off x="4849146" y="2024535"/>
        <a:ext cx="680379" cy="643666"/>
      </dsp:txXfrm>
    </dsp:sp>
    <dsp:sp modelId="{CABBC5F8-89A8-4119-BCDE-935941BDF768}">
      <dsp:nvSpPr>
        <dsp:cNvPr id="0" name=""/>
        <dsp:cNvSpPr/>
      </dsp:nvSpPr>
      <dsp:spPr>
        <a:xfrm>
          <a:off x="5650411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border margin</a:t>
          </a:r>
        </a:p>
      </dsp:txBody>
      <dsp:txXfrm>
        <a:off x="5670436" y="2024535"/>
        <a:ext cx="680379" cy="64366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C967AF-A7D1-4122-A730-8F5403A32103}">
      <dsp:nvSpPr>
        <dsp:cNvPr id="0" name=""/>
        <dsp:cNvSpPr/>
      </dsp:nvSpPr>
      <dsp:spPr>
        <a:xfrm>
          <a:off x="0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div</a:t>
          </a:r>
        </a:p>
      </dsp:txBody>
      <dsp:txXfrm>
        <a:off x="20025" y="2024535"/>
        <a:ext cx="680379" cy="643666"/>
      </dsp:txXfrm>
    </dsp:sp>
    <dsp:sp modelId="{C879A011-E1FD-4A9E-9B8E-16421D0A8120}">
      <dsp:nvSpPr>
        <dsp:cNvPr id="0" name=""/>
        <dsp:cNvSpPr/>
      </dsp:nvSpPr>
      <dsp:spPr>
        <a:xfrm>
          <a:off x="760777" y="2004508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endParaRPr lang="nb-NO" sz="1300" kern="1200" dirty="0">
            <a:latin typeface="Consolas" panose="020B0609020204030204" pitchFamily="49" charset="0"/>
          </a:endParaRPr>
        </a:p>
      </dsp:txBody>
      <dsp:txXfrm>
        <a:off x="780802" y="2024533"/>
        <a:ext cx="680379" cy="643666"/>
      </dsp:txXfrm>
    </dsp:sp>
    <dsp:sp modelId="{8DD21AD2-A55D-4DB5-8245-AE075B576AB5}">
      <dsp:nvSpPr>
        <dsp:cNvPr id="0" name=""/>
        <dsp:cNvSpPr/>
      </dsp:nvSpPr>
      <dsp:spPr>
        <a:xfrm>
          <a:off x="1543963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border</a:t>
          </a:r>
        </a:p>
      </dsp:txBody>
      <dsp:txXfrm>
        <a:off x="1563988" y="2024535"/>
        <a:ext cx="680379" cy="643666"/>
      </dsp:txXfrm>
    </dsp:sp>
    <dsp:sp modelId="{5FD13D48-0D7C-46D1-B86C-41CB5BE7C0FA}">
      <dsp:nvSpPr>
        <dsp:cNvPr id="0" name=""/>
        <dsp:cNvSpPr/>
      </dsp:nvSpPr>
      <dsp:spPr>
        <a:xfrm>
          <a:off x="2365253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margin</a:t>
          </a:r>
        </a:p>
      </dsp:txBody>
      <dsp:txXfrm>
        <a:off x="2385278" y="2024535"/>
        <a:ext cx="680379" cy="643666"/>
      </dsp:txXfrm>
    </dsp:sp>
    <dsp:sp modelId="{A70183C4-D7A2-431C-A484-FD2AC3C78AD3}">
      <dsp:nvSpPr>
        <dsp:cNvPr id="0" name=""/>
        <dsp:cNvSpPr/>
      </dsp:nvSpPr>
      <dsp:spPr>
        <a:xfrm>
          <a:off x="3186542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border</a:t>
          </a:r>
        </a:p>
      </dsp:txBody>
      <dsp:txXfrm>
        <a:off x="3206567" y="2024535"/>
        <a:ext cx="680379" cy="643666"/>
      </dsp:txXfrm>
    </dsp:sp>
    <dsp:sp modelId="{4C2C54B2-F2B6-4A02-84FF-7FE51B1DDB9C}">
      <dsp:nvSpPr>
        <dsp:cNvPr id="0" name=""/>
        <dsp:cNvSpPr/>
      </dsp:nvSpPr>
      <dsp:spPr>
        <a:xfrm>
          <a:off x="4007832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margin</a:t>
          </a:r>
        </a:p>
      </dsp:txBody>
      <dsp:txXfrm>
        <a:off x="4027857" y="2024535"/>
        <a:ext cx="680379" cy="643666"/>
      </dsp:txXfrm>
    </dsp:sp>
    <dsp:sp modelId="{115EAD05-5F75-4104-8609-4224D02DCB02}">
      <dsp:nvSpPr>
        <dsp:cNvPr id="0" name=""/>
        <dsp:cNvSpPr/>
      </dsp:nvSpPr>
      <dsp:spPr>
        <a:xfrm>
          <a:off x="4829121" y="2004510"/>
          <a:ext cx="720429" cy="683716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border margin</a:t>
          </a:r>
        </a:p>
      </dsp:txBody>
      <dsp:txXfrm>
        <a:off x="4849146" y="2024535"/>
        <a:ext cx="680379" cy="643666"/>
      </dsp:txXfrm>
    </dsp:sp>
    <dsp:sp modelId="{CABBC5F8-89A8-4119-BCDE-935941BDF768}">
      <dsp:nvSpPr>
        <dsp:cNvPr id="0" name=""/>
        <dsp:cNvSpPr/>
      </dsp:nvSpPr>
      <dsp:spPr>
        <a:xfrm>
          <a:off x="5650411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border margin</a:t>
          </a:r>
        </a:p>
      </dsp:txBody>
      <dsp:txXfrm>
        <a:off x="5670436" y="2024535"/>
        <a:ext cx="680379" cy="64366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C967AF-A7D1-4122-A730-8F5403A32103}">
      <dsp:nvSpPr>
        <dsp:cNvPr id="0" name=""/>
        <dsp:cNvSpPr/>
      </dsp:nvSpPr>
      <dsp:spPr>
        <a:xfrm>
          <a:off x="0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div</a:t>
          </a:r>
        </a:p>
      </dsp:txBody>
      <dsp:txXfrm>
        <a:off x="20025" y="2024535"/>
        <a:ext cx="680379" cy="643666"/>
      </dsp:txXfrm>
    </dsp:sp>
    <dsp:sp modelId="{C879A011-E1FD-4A9E-9B8E-16421D0A8120}">
      <dsp:nvSpPr>
        <dsp:cNvPr id="0" name=""/>
        <dsp:cNvSpPr/>
      </dsp:nvSpPr>
      <dsp:spPr>
        <a:xfrm>
          <a:off x="760777" y="2004508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endParaRPr lang="nb-NO" sz="1300" kern="1200" dirty="0">
            <a:latin typeface="Consolas" panose="020B0609020204030204" pitchFamily="49" charset="0"/>
          </a:endParaRPr>
        </a:p>
      </dsp:txBody>
      <dsp:txXfrm>
        <a:off x="780802" y="2024533"/>
        <a:ext cx="680379" cy="643666"/>
      </dsp:txXfrm>
    </dsp:sp>
    <dsp:sp modelId="{8DD21AD2-A55D-4DB5-8245-AE075B576AB5}">
      <dsp:nvSpPr>
        <dsp:cNvPr id="0" name=""/>
        <dsp:cNvSpPr/>
      </dsp:nvSpPr>
      <dsp:spPr>
        <a:xfrm>
          <a:off x="1543963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border</a:t>
          </a:r>
        </a:p>
      </dsp:txBody>
      <dsp:txXfrm>
        <a:off x="1563988" y="2024535"/>
        <a:ext cx="680379" cy="643666"/>
      </dsp:txXfrm>
    </dsp:sp>
    <dsp:sp modelId="{5FD13D48-0D7C-46D1-B86C-41CB5BE7C0FA}">
      <dsp:nvSpPr>
        <dsp:cNvPr id="0" name=""/>
        <dsp:cNvSpPr/>
      </dsp:nvSpPr>
      <dsp:spPr>
        <a:xfrm>
          <a:off x="2365253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margin</a:t>
          </a:r>
        </a:p>
      </dsp:txBody>
      <dsp:txXfrm>
        <a:off x="2385278" y="2024535"/>
        <a:ext cx="680379" cy="643666"/>
      </dsp:txXfrm>
    </dsp:sp>
    <dsp:sp modelId="{A70183C4-D7A2-431C-A484-FD2AC3C78AD3}">
      <dsp:nvSpPr>
        <dsp:cNvPr id="0" name=""/>
        <dsp:cNvSpPr/>
      </dsp:nvSpPr>
      <dsp:spPr>
        <a:xfrm>
          <a:off x="3186542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border</a:t>
          </a:r>
        </a:p>
      </dsp:txBody>
      <dsp:txXfrm>
        <a:off x="3206567" y="2024535"/>
        <a:ext cx="680379" cy="643666"/>
      </dsp:txXfrm>
    </dsp:sp>
    <dsp:sp modelId="{4C2C54B2-F2B6-4A02-84FF-7FE51B1DDB9C}">
      <dsp:nvSpPr>
        <dsp:cNvPr id="0" name=""/>
        <dsp:cNvSpPr/>
      </dsp:nvSpPr>
      <dsp:spPr>
        <a:xfrm>
          <a:off x="4007832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margin</a:t>
          </a:r>
        </a:p>
      </dsp:txBody>
      <dsp:txXfrm>
        <a:off x="4027857" y="2024535"/>
        <a:ext cx="680379" cy="643666"/>
      </dsp:txXfrm>
    </dsp:sp>
    <dsp:sp modelId="{115EAD05-5F75-4104-8609-4224D02DCB02}">
      <dsp:nvSpPr>
        <dsp:cNvPr id="0" name=""/>
        <dsp:cNvSpPr/>
      </dsp:nvSpPr>
      <dsp:spPr>
        <a:xfrm>
          <a:off x="4829121" y="2004510"/>
          <a:ext cx="720429" cy="683716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>
              <a:latin typeface="Consolas" panose="020B0609020204030204" pitchFamily="49" charset="0"/>
            </a:rPr>
            <a:t>border margin</a:t>
          </a:r>
        </a:p>
      </dsp:txBody>
      <dsp:txXfrm>
        <a:off x="4849146" y="2024535"/>
        <a:ext cx="680379" cy="643666"/>
      </dsp:txXfrm>
    </dsp:sp>
    <dsp:sp modelId="{CABBC5F8-89A8-4119-BCDE-935941BDF768}">
      <dsp:nvSpPr>
        <dsp:cNvPr id="0" name=""/>
        <dsp:cNvSpPr/>
      </dsp:nvSpPr>
      <dsp:spPr>
        <a:xfrm>
          <a:off x="5650411" y="2004510"/>
          <a:ext cx="720429" cy="683716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 err="1">
              <a:latin typeface="Consolas" panose="020B0609020204030204" pitchFamily="49" charset="0"/>
            </a:rPr>
            <a:t>padding</a:t>
          </a:r>
          <a:r>
            <a:rPr lang="nb-NO" sz="1300" kern="1200" dirty="0">
              <a:latin typeface="Consolas" panose="020B0609020204030204" pitchFamily="49" charset="0"/>
            </a:rPr>
            <a:t> border margin</a:t>
          </a:r>
        </a:p>
      </dsp:txBody>
      <dsp:txXfrm>
        <a:off x="5670436" y="2024535"/>
        <a:ext cx="680379" cy="64366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8D6E02-A9A7-4B97-AA08-3F2873E7ECB4}">
      <dsp:nvSpPr>
        <dsp:cNvPr id="0" name=""/>
        <dsp:cNvSpPr/>
      </dsp:nvSpPr>
      <dsp:spPr>
        <a:xfrm>
          <a:off x="624000" y="240855"/>
          <a:ext cx="1784250" cy="17842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10CCD4-1961-43C8-9111-BED15FFF62ED}">
      <dsp:nvSpPr>
        <dsp:cNvPr id="0" name=""/>
        <dsp:cNvSpPr/>
      </dsp:nvSpPr>
      <dsp:spPr>
        <a:xfrm>
          <a:off x="1004250" y="621105"/>
          <a:ext cx="1023750" cy="10237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3593C7-F088-4274-B573-C33BA368EC58}">
      <dsp:nvSpPr>
        <dsp:cNvPr id="0" name=""/>
        <dsp:cNvSpPr/>
      </dsp:nvSpPr>
      <dsp:spPr>
        <a:xfrm>
          <a:off x="53625" y="2580856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b-NO" sz="1900" kern="1200"/>
            <a:t>Gir «flyt» til nettsider</a:t>
          </a:r>
          <a:endParaRPr lang="en-US" sz="1900" kern="1200"/>
        </a:p>
      </dsp:txBody>
      <dsp:txXfrm>
        <a:off x="53625" y="2580856"/>
        <a:ext cx="2925000" cy="720000"/>
      </dsp:txXfrm>
    </dsp:sp>
    <dsp:sp modelId="{54B04FCA-3E4B-483B-98B6-3595C11F47F8}">
      <dsp:nvSpPr>
        <dsp:cNvPr id="0" name=""/>
        <dsp:cNvSpPr/>
      </dsp:nvSpPr>
      <dsp:spPr>
        <a:xfrm>
          <a:off x="4060875" y="240855"/>
          <a:ext cx="1784250" cy="17842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AB18CD-4CDA-4217-AD6D-A12EA5FF6BAD}">
      <dsp:nvSpPr>
        <dsp:cNvPr id="0" name=""/>
        <dsp:cNvSpPr/>
      </dsp:nvSpPr>
      <dsp:spPr>
        <a:xfrm>
          <a:off x="4441125" y="621105"/>
          <a:ext cx="1023750" cy="10237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A04697-BF5B-4EDE-B466-C88A84F659BB}">
      <dsp:nvSpPr>
        <dsp:cNvPr id="0" name=""/>
        <dsp:cNvSpPr/>
      </dsp:nvSpPr>
      <dsp:spPr>
        <a:xfrm>
          <a:off x="3490500" y="2580856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b-NO" sz="1900" kern="1200"/>
            <a:t>Vi kan bruke dette til å få elementer til å «flyte» til en side av skjermen</a:t>
          </a:r>
          <a:endParaRPr lang="en-US" sz="1900" kern="1200"/>
        </a:p>
      </dsp:txBody>
      <dsp:txXfrm>
        <a:off x="3490500" y="2580856"/>
        <a:ext cx="2925000" cy="720000"/>
      </dsp:txXfrm>
    </dsp:sp>
    <dsp:sp modelId="{6C6B654E-AAF8-41F5-BC48-07DE3FBD3171}">
      <dsp:nvSpPr>
        <dsp:cNvPr id="0" name=""/>
        <dsp:cNvSpPr/>
      </dsp:nvSpPr>
      <dsp:spPr>
        <a:xfrm>
          <a:off x="7497750" y="240855"/>
          <a:ext cx="1784250" cy="178425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AC62CD-84F4-4FB1-8D4D-C0D9852B1F34}">
      <dsp:nvSpPr>
        <dsp:cNvPr id="0" name=""/>
        <dsp:cNvSpPr/>
      </dsp:nvSpPr>
      <dsp:spPr>
        <a:xfrm>
          <a:off x="7878000" y="621105"/>
          <a:ext cx="1023750" cy="10237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8222A8-1758-454C-A1F2-A188AB102FA3}">
      <dsp:nvSpPr>
        <dsp:cNvPr id="0" name=""/>
        <dsp:cNvSpPr/>
      </dsp:nvSpPr>
      <dsp:spPr>
        <a:xfrm>
          <a:off x="6927375" y="2580856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b-NO" sz="1900" kern="1200"/>
            <a:t>Vi kan velge å flyte til venstre, eller høyre</a:t>
          </a:r>
          <a:endParaRPr lang="en-US" sz="1900" kern="1200"/>
        </a:p>
      </dsp:txBody>
      <dsp:txXfrm>
        <a:off x="6927375" y="2580856"/>
        <a:ext cx="2925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5EEAD84-E012-454C-8801-CC5DC4ACAFC3}" type="datetimeFigureOut">
              <a:rPr lang="nb-NO" smtClean="0"/>
              <a:t>21.09.2023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ED0CE559-938D-4667-8136-A7C6C963A6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48565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AD84-E012-454C-8801-CC5DC4ACAFC3}" type="datetimeFigureOut">
              <a:rPr lang="nb-NO" smtClean="0"/>
              <a:t>21.09.2023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CE559-938D-4667-8136-A7C6C963A6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24614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AD84-E012-454C-8801-CC5DC4ACAFC3}" type="datetimeFigureOut">
              <a:rPr lang="nb-NO" smtClean="0"/>
              <a:t>21.09.2023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CE559-938D-4667-8136-A7C6C963A6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8144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AD84-E012-454C-8801-CC5DC4ACAFC3}" type="datetimeFigureOut">
              <a:rPr lang="nb-NO" smtClean="0"/>
              <a:t>21.09.2023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CE559-938D-4667-8136-A7C6C963A6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05361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AD84-E012-454C-8801-CC5DC4ACAFC3}" type="datetimeFigureOut">
              <a:rPr lang="nb-NO" smtClean="0"/>
              <a:t>21.09.2023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CE559-938D-4667-8136-A7C6C963A6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86967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AD84-E012-454C-8801-CC5DC4ACAFC3}" type="datetimeFigureOut">
              <a:rPr lang="nb-NO" smtClean="0"/>
              <a:t>21.09.2023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CE559-938D-4667-8136-A7C6C963A6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56107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AD84-E012-454C-8801-CC5DC4ACAFC3}" type="datetimeFigureOut">
              <a:rPr lang="nb-NO" smtClean="0"/>
              <a:t>21.09.2023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CE559-938D-4667-8136-A7C6C963A6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32599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AD84-E012-454C-8801-CC5DC4ACAFC3}" type="datetimeFigureOut">
              <a:rPr lang="nb-NO" smtClean="0"/>
              <a:t>21.09.2023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CE559-938D-4667-8136-A7C6C963A6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31520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AD84-E012-454C-8801-CC5DC4ACAFC3}" type="datetimeFigureOut">
              <a:rPr lang="nb-NO" smtClean="0"/>
              <a:t>21.09.2023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CE559-938D-4667-8136-A7C6C963A6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47473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AD84-E012-454C-8801-CC5DC4ACAFC3}" type="datetimeFigureOut">
              <a:rPr lang="nb-NO" smtClean="0"/>
              <a:t>21.09.2023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CE559-938D-4667-8136-A7C6C963A6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5208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AD84-E012-454C-8801-CC5DC4ACAFC3}" type="datetimeFigureOut">
              <a:rPr lang="nb-NO" smtClean="0"/>
              <a:t>21.09.2023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CE559-938D-4667-8136-A7C6C963A6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60323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AD84-E012-454C-8801-CC5DC4ACAFC3}" type="datetimeFigureOut">
              <a:rPr lang="nb-NO" smtClean="0"/>
              <a:t>21.09.2023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CE559-938D-4667-8136-A7C6C963A6B1}" type="slidenum">
              <a:rPr lang="nb-NO" smtClean="0"/>
              <a:t>‹#›</a:t>
            </a:fld>
            <a:endParaRPr lang="nb-NO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42468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AD84-E012-454C-8801-CC5DC4ACAFC3}" type="datetimeFigureOut">
              <a:rPr lang="nb-NO" smtClean="0"/>
              <a:t>21.09.2023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CE559-938D-4667-8136-A7C6C963A6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06927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AD84-E012-454C-8801-CC5DC4ACAFC3}" type="datetimeFigureOut">
              <a:rPr lang="nb-NO" smtClean="0"/>
              <a:t>21.09.2023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CE559-938D-4667-8136-A7C6C963A6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59150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AD84-E012-454C-8801-CC5DC4ACAFC3}" type="datetimeFigureOut">
              <a:rPr lang="nb-NO" smtClean="0"/>
              <a:t>21.09.2023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CE559-938D-4667-8136-A7C6C963A6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15593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AD84-E012-454C-8801-CC5DC4ACAFC3}" type="datetimeFigureOut">
              <a:rPr lang="nb-NO" smtClean="0"/>
              <a:t>21.09.2023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CE559-938D-4667-8136-A7C6C963A6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66060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AD84-E012-454C-8801-CC5DC4ACAFC3}" type="datetimeFigureOut">
              <a:rPr lang="nb-NO" smtClean="0"/>
              <a:t>21.09.2023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CE559-938D-4667-8136-A7C6C963A6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33437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EAD84-E012-454C-8801-CC5DC4ACAFC3}" type="datetimeFigureOut">
              <a:rPr lang="nb-NO" smtClean="0"/>
              <a:t>21.09.2023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CE559-938D-4667-8136-A7C6C963A6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178747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1" r:id="rId1"/>
    <p:sldLayoutId id="2147484012" r:id="rId2"/>
    <p:sldLayoutId id="2147484013" r:id="rId3"/>
    <p:sldLayoutId id="2147484014" r:id="rId4"/>
    <p:sldLayoutId id="2147484015" r:id="rId5"/>
    <p:sldLayoutId id="2147484016" r:id="rId6"/>
    <p:sldLayoutId id="2147484017" r:id="rId7"/>
    <p:sldLayoutId id="2147484018" r:id="rId8"/>
    <p:sldLayoutId id="2147484019" r:id="rId9"/>
    <p:sldLayoutId id="2147484020" r:id="rId10"/>
    <p:sldLayoutId id="2147484021" r:id="rId11"/>
    <p:sldLayoutId id="2147484022" r:id="rId12"/>
    <p:sldLayoutId id="2147484023" r:id="rId13"/>
    <p:sldLayoutId id="2147484024" r:id="rId14"/>
    <p:sldLayoutId id="2147484025" r:id="rId15"/>
    <p:sldLayoutId id="2147484026" r:id="rId16"/>
    <p:sldLayoutId id="214748402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keliweb.it/2019/08/web-developer-cosa-fa/" TargetMode="External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6.svg"/><Relationship Id="rId7" Type="http://schemas.openxmlformats.org/officeDocument/2006/relationships/diagramLayout" Target="../diagrams/layout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2.xml"/><Relationship Id="rId5" Type="http://schemas.openxmlformats.org/officeDocument/2006/relationships/image" Target="../media/image8.svg"/><Relationship Id="rId10" Type="http://schemas.microsoft.com/office/2007/relationships/diagramDrawing" Target="../diagrams/drawing2.xml"/><Relationship Id="rId4" Type="http://schemas.openxmlformats.org/officeDocument/2006/relationships/image" Target="../media/image7.png"/><Relationship Id="rId9" Type="http://schemas.openxmlformats.org/officeDocument/2006/relationships/diagramColors" Target="../diagrams/colors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11.svg"/><Relationship Id="rId4" Type="http://schemas.openxmlformats.org/officeDocument/2006/relationships/diagramLayout" Target="../diagrams/layout3.xml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11.svg"/><Relationship Id="rId4" Type="http://schemas.openxmlformats.org/officeDocument/2006/relationships/diagramLayout" Target="../diagrams/layout4.xml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11.svg"/><Relationship Id="rId4" Type="http://schemas.openxmlformats.org/officeDocument/2006/relationships/diagramLayout" Target="../diagrams/layout5.xml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10" Type="http://schemas.openxmlformats.org/officeDocument/2006/relationships/image" Target="../media/image11.svg"/><Relationship Id="rId4" Type="http://schemas.openxmlformats.org/officeDocument/2006/relationships/diagramLayout" Target="../diagrams/layout6.xml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10" Type="http://schemas.openxmlformats.org/officeDocument/2006/relationships/image" Target="../media/image11.svg"/><Relationship Id="rId4" Type="http://schemas.openxmlformats.org/officeDocument/2006/relationships/diagramLayout" Target="../diagrams/layout7.xml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10" Type="http://schemas.openxmlformats.org/officeDocument/2006/relationships/image" Target="../media/image11.svg"/><Relationship Id="rId4" Type="http://schemas.openxmlformats.org/officeDocument/2006/relationships/diagramLayout" Target="../diagrams/layout8.xml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10" Type="http://schemas.openxmlformats.org/officeDocument/2006/relationships/image" Target="../media/image11.svg"/><Relationship Id="rId4" Type="http://schemas.openxmlformats.org/officeDocument/2006/relationships/diagramLayout" Target="../diagrams/layout9.xml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10" Type="http://schemas.openxmlformats.org/officeDocument/2006/relationships/image" Target="../media/image11.svg"/><Relationship Id="rId4" Type="http://schemas.openxmlformats.org/officeDocument/2006/relationships/diagramLayout" Target="../diagrams/layout10.xml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m/pin/684758318338249178/" TargetMode="Externa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FDFC3-6E43-913C-BCA4-9FED2FDFF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03815" y="0"/>
            <a:ext cx="9268569" cy="1885550"/>
          </a:xfrm>
          <a:noFill/>
          <a:ln>
            <a:noFill/>
          </a:ln>
        </p:spPr>
        <p:txBody>
          <a:bodyPr vert="horz" lIns="182880" tIns="182880" rIns="182880" bIns="182880" rtlCol="0" anchor="ctr">
            <a:normAutofit fontScale="90000"/>
          </a:bodyPr>
          <a:lstStyle/>
          <a:p>
            <a:pPr algn="ctr"/>
            <a:r>
              <a:rPr lang="en-US" sz="6000" kern="1200" cap="all" spc="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CSS POSITIONING </a:t>
            </a:r>
            <a:br>
              <a:rPr lang="en-US" sz="6000" kern="1200" cap="all" spc="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6000" kern="1200" cap="all" spc="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&amp; BOX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64360A-E90E-2D28-ED25-AF3D50AD446F}"/>
              </a:ext>
            </a:extLst>
          </p:cNvPr>
          <p:cNvSpPr txBox="1"/>
          <p:nvPr/>
        </p:nvSpPr>
        <p:spPr>
          <a:xfrm>
            <a:off x="-14367" y="5833628"/>
            <a:ext cx="38234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sz="2800" dirty="0"/>
              <a:t>Nå skal ting på plass!</a:t>
            </a:r>
          </a:p>
        </p:txBody>
      </p:sp>
    </p:spTree>
    <p:extLst>
      <p:ext uri="{BB962C8B-B14F-4D97-AF65-F5344CB8AC3E}">
        <p14:creationId xmlns:p14="http://schemas.microsoft.com/office/powerpoint/2010/main" val="1061903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0 L 0.23503 0.312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45" y="1562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04167E-6 2.59259E-6 L 0.3444 -0.24607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14" y="-12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A86A3-D225-C8A8-2E02-73D0C35D2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Det kan hende det blir litt sånn:</a:t>
            </a:r>
            <a:br>
              <a:rPr lang="nb-NO" dirty="0"/>
            </a:br>
            <a:r>
              <a:rPr lang="nb-NO" i="1" dirty="0">
                <a:solidFill>
                  <a:srgbClr val="FFC000"/>
                </a:solidFill>
              </a:rPr>
              <a:t>Men alt kommer til å gå bra!</a:t>
            </a:r>
          </a:p>
        </p:txBody>
      </p:sp>
      <p:pic>
        <p:nvPicPr>
          <p:cNvPr id="16" name="Content Placeholder 15" descr="A cartoon of a person holding a stick&#10;&#10;Description automatically generated">
            <a:extLst>
              <a:ext uri="{FF2B5EF4-FFF2-40B4-BE49-F238E27FC236}">
                <a16:creationId xmlns:a16="http://schemas.microsoft.com/office/drawing/2014/main" id="{C5A81B7F-BE43-7AEC-496B-044B68122A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733272" y="2249488"/>
            <a:ext cx="4722282" cy="3541712"/>
          </a:xfrm>
        </p:spPr>
      </p:pic>
    </p:spTree>
    <p:extLst>
      <p:ext uri="{BB962C8B-B14F-4D97-AF65-F5344CB8AC3E}">
        <p14:creationId xmlns:p14="http://schemas.microsoft.com/office/powerpoint/2010/main" val="144839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04BAB-4936-4474-2A81-8BFDFC0D9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>
            <a:normAutofit/>
          </a:bodyPr>
          <a:lstStyle/>
          <a:p>
            <a:r>
              <a:rPr lang="nb-NO" sz="5400" dirty="0"/>
              <a:t>BOX MODEL</a:t>
            </a:r>
          </a:p>
        </p:txBody>
      </p:sp>
      <p:sp>
        <p:nvSpPr>
          <p:cNvPr id="14" name="Round Diagonal Corner Rectangle 9">
            <a:extLst>
              <a:ext uri="{FF2B5EF4-FFF2-40B4-BE49-F238E27FC236}">
                <a16:creationId xmlns:a16="http://schemas.microsoft.com/office/drawing/2014/main" id="{B17B89E9-0A60-4DE1-97F8-2E81D4CCE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205058-C3BC-CE6D-A495-FB6D308393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2729528"/>
              </p:ext>
            </p:extLst>
          </p:nvPr>
        </p:nvGraphicFramePr>
        <p:xfrm>
          <a:off x="6569957" y="2249487"/>
          <a:ext cx="4747087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 descr="A blue and purple rectangular shapes&#10;&#10;Description automatically generated with medium confidence">
            <a:extLst>
              <a:ext uri="{FF2B5EF4-FFF2-40B4-BE49-F238E27FC236}">
                <a16:creationId xmlns:a16="http://schemas.microsoft.com/office/drawing/2014/main" id="{88F67796-BCB3-8F79-A1D1-0DAAB3873C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882" y="1623920"/>
            <a:ext cx="4924511" cy="360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221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4F3A6C7-DCD4-4BF8-AD90-D52FCC10FF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94F3A6C7-DCD4-4BF8-AD90-D52FCC10FF8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D9635DC-7A94-4C5D-8E26-FE34DF1100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CD9635DC-7A94-4C5D-8E26-FE34DF1100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2078111-49D4-4EC4-B729-C379E9300B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62078111-49D4-4EC4-B729-C379E9300B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024ABBD-C29B-4BFC-9EA3-B9C191D708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graphicEl>
                                              <a:dgm id="{2024ABBD-C29B-4BFC-9EA3-B9C191D708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70BC917-5045-4FDD-8168-08D8384E89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070BC917-5045-4FDD-8168-08D8384E893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E40281-5CC8-4AFA-ADEA-8DED3EE700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graphicEl>
                                              <a:dgm id="{4AE40281-5CC8-4AFA-ADEA-8DED3EE7004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32DC5B2-A976-471A-8B5B-740B752A5D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graphicEl>
                                              <a:dgm id="{B32DC5B2-A976-471A-8B5B-740B752A5D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5BDD4-6F87-F877-D7DD-E089E9233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611" y="-299457"/>
            <a:ext cx="4205287" cy="2289782"/>
          </a:xfrm>
        </p:spPr>
        <p:txBody>
          <a:bodyPr>
            <a:normAutofit/>
          </a:bodyPr>
          <a:lstStyle/>
          <a:p>
            <a:pPr algn="ctr"/>
            <a:r>
              <a:rPr lang="nb-NO" sz="5400" dirty="0"/>
              <a:t>Eksempel på </a:t>
            </a:r>
            <a:r>
              <a:rPr lang="nb-NO" sz="5400" dirty="0" err="1"/>
              <a:t>box</a:t>
            </a:r>
            <a:r>
              <a:rPr lang="nb-NO" sz="5400" dirty="0"/>
              <a:t> </a:t>
            </a:r>
            <a:r>
              <a:rPr lang="nb-NO" sz="5400" dirty="0" err="1"/>
              <a:t>model</a:t>
            </a:r>
            <a:endParaRPr lang="nb-NO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788FE-D3F4-2E37-4805-8BB17F82F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102" y="1104900"/>
            <a:ext cx="5445998" cy="5664200"/>
          </a:xfrm>
          <a:solidFill>
            <a:schemeClr val="bg1">
              <a:lumMod val="85000"/>
              <a:lumOff val="15000"/>
            </a:schemeClr>
          </a:solidFill>
          <a:ln w="38100">
            <a:solidFill>
              <a:srgbClr val="00B0F0"/>
            </a:solidFill>
            <a:prstDash val="sysDot"/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b-NO" sz="15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1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#bbbbbb;</a:t>
            </a:r>
          </a:p>
          <a:p>
            <a:pPr marL="0" indent="0">
              <a:buNone/>
            </a:pPr>
            <a: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nb-NO" sz="15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b-NO" sz="15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pad</a:t>
            </a:r>
            <a: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15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nb-NO" sz="15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.border</a:t>
            </a:r>
            <a: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solid </a:t>
            </a:r>
            <a:r>
              <a:rPr lang="nb-NO" sz="15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b-NO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b-NO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170</a:t>
            </a:r>
            <a: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b-NO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nb-NO" sz="15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.marg</a:t>
            </a:r>
            <a: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nb-NO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9" name="Graphic 8" descr="Web design with solid fill">
            <a:extLst>
              <a:ext uri="{FF2B5EF4-FFF2-40B4-BE49-F238E27FC236}">
                <a16:creationId xmlns:a16="http://schemas.microsoft.com/office/drawing/2014/main" id="{93813002-330B-68EB-094C-3E39889FD7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2882" y="1698988"/>
            <a:ext cx="1014412" cy="1014412"/>
          </a:xfrm>
          <a:prstGeom prst="rect">
            <a:avLst/>
          </a:prstGeom>
        </p:spPr>
      </p:pic>
      <p:pic>
        <p:nvPicPr>
          <p:cNvPr id="10" name="Graphic 9" descr="Large paint brush with solid fill">
            <a:extLst>
              <a:ext uri="{FF2B5EF4-FFF2-40B4-BE49-F238E27FC236}">
                <a16:creationId xmlns:a16="http://schemas.microsoft.com/office/drawing/2014/main" id="{CC136FA9-D63D-A45B-C8E5-FDAA4EA274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39301" y="183060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2ADF08-F6F9-448B-EF40-6BF50E74F248}"/>
              </a:ext>
            </a:extLst>
          </p:cNvPr>
          <p:cNvSpPr txBox="1"/>
          <p:nvPr/>
        </p:nvSpPr>
        <p:spPr>
          <a:xfrm>
            <a:off x="2082336" y="1791093"/>
            <a:ext cx="14237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4400" dirty="0"/>
              <a:t>HTML</a:t>
            </a:r>
            <a:endParaRPr lang="nb-NO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65982A-7C8A-A39B-E926-E270DF5944CD}"/>
              </a:ext>
            </a:extLst>
          </p:cNvPr>
          <p:cNvSpPr txBox="1"/>
          <p:nvPr/>
        </p:nvSpPr>
        <p:spPr>
          <a:xfrm>
            <a:off x="8512180" y="255539"/>
            <a:ext cx="10903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4400" dirty="0"/>
              <a:t>CSS</a:t>
            </a:r>
            <a:endParaRPr lang="nb-NO" sz="480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5EBC997-B848-F4FF-92C0-BCFD1C2CC5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6211752"/>
              </p:ext>
            </p:extLst>
          </p:nvPr>
        </p:nvGraphicFramePr>
        <p:xfrm>
          <a:off x="88900" y="4080875"/>
          <a:ext cx="6477000" cy="39032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F006894-E2B2-8E0A-B74E-274D5EA9F543}"/>
              </a:ext>
            </a:extLst>
          </p:cNvPr>
          <p:cNvSpPr txBox="1">
            <a:spLocks/>
          </p:cNvSpPr>
          <p:nvPr/>
        </p:nvSpPr>
        <p:spPr>
          <a:xfrm>
            <a:off x="1022513" y="2671950"/>
            <a:ext cx="4110668" cy="217945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38100">
            <a:solidFill>
              <a:schemeClr val="accent5">
                <a:lumMod val="75000"/>
              </a:schemeClr>
            </a:solidFill>
            <a:prstDash val="sysDot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320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sz="320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320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sz="3200">
                <a:solidFill>
                  <a:srgbClr val="D4D4D4"/>
                </a:solidFill>
                <a:latin typeface="Consolas" panose="020B0609020204030204" pitchFamily="49" charset="0"/>
              </a:rPr>
              <a:t>Min nettside!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320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sz="320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32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11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354AB-9F11-7891-D203-134C9AC6D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513" y="2671950"/>
            <a:ext cx="4110668" cy="2179450"/>
          </a:xfrm>
          <a:solidFill>
            <a:schemeClr val="bg1">
              <a:lumMod val="85000"/>
              <a:lumOff val="1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Min 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nettside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</a:p>
          <a:p>
            <a:pPr marL="0" indent="0">
              <a:buNone/>
            </a:pP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AB1EBE-3DF5-AD23-6158-325E099A7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220" y="0"/>
            <a:ext cx="415178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D30F982-94FF-DC9F-DA51-63E4D7A8ED0B}"/>
              </a:ext>
            </a:extLst>
          </p:cNvPr>
          <p:cNvSpPr txBox="1">
            <a:spLocks/>
          </p:cNvSpPr>
          <p:nvPr/>
        </p:nvSpPr>
        <p:spPr>
          <a:xfrm>
            <a:off x="927893" y="504218"/>
            <a:ext cx="4205287" cy="2289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b-NO" sz="5400" dirty="0"/>
              <a:t>Eksempel på </a:t>
            </a:r>
            <a:r>
              <a:rPr lang="nb-NO" sz="5400" dirty="0" err="1"/>
              <a:t>box</a:t>
            </a:r>
            <a:r>
              <a:rPr lang="nb-NO" sz="5400" dirty="0"/>
              <a:t> </a:t>
            </a:r>
            <a:r>
              <a:rPr lang="nb-NO" sz="5400" dirty="0" err="1"/>
              <a:t>model</a:t>
            </a:r>
            <a:endParaRPr lang="nb-NO" sz="54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95B00F5-55DD-952F-8819-6E0C70C4493F}"/>
              </a:ext>
            </a:extLst>
          </p:cNvPr>
          <p:cNvCxnSpPr>
            <a:cxnSpLocks/>
          </p:cNvCxnSpPr>
          <p:nvPr/>
        </p:nvCxnSpPr>
        <p:spPr>
          <a:xfrm flipV="1">
            <a:off x="4991100" y="190500"/>
            <a:ext cx="3049120" cy="3556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Diagram 39">
            <a:extLst>
              <a:ext uri="{FF2B5EF4-FFF2-40B4-BE49-F238E27FC236}">
                <a16:creationId xmlns:a16="http://schemas.microsoft.com/office/drawing/2014/main" id="{14C2EC00-3A37-CC40-ECFD-4BF0856D03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9925435"/>
              </p:ext>
            </p:extLst>
          </p:nvPr>
        </p:nvGraphicFramePr>
        <p:xfrm>
          <a:off x="88900" y="4080875"/>
          <a:ext cx="6477000" cy="39032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Rectangle: Rounded Corners 1">
            <a:hlinkClick r:id="rId8" action="ppaction://hlinksldjump"/>
            <a:extLst>
              <a:ext uri="{FF2B5EF4-FFF2-40B4-BE49-F238E27FC236}">
                <a16:creationId xmlns:a16="http://schemas.microsoft.com/office/drawing/2014/main" id="{D8E010E8-6990-6E2B-69AD-1EF32651D102}"/>
              </a:ext>
            </a:extLst>
          </p:cNvPr>
          <p:cNvSpPr/>
          <p:nvPr/>
        </p:nvSpPr>
        <p:spPr>
          <a:xfrm>
            <a:off x="6943725" y="6518267"/>
            <a:ext cx="1001713" cy="255601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Kode</a:t>
            </a:r>
          </a:p>
        </p:txBody>
      </p:sp>
      <p:pic>
        <p:nvPicPr>
          <p:cNvPr id="5" name="Graphic 4" descr="Web design with solid fill">
            <a:extLst>
              <a:ext uri="{FF2B5EF4-FFF2-40B4-BE49-F238E27FC236}">
                <a16:creationId xmlns:a16="http://schemas.microsoft.com/office/drawing/2014/main" id="{737B4A5A-2A60-5CED-E65F-BCC15A89AAA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57962" y="6453185"/>
            <a:ext cx="385763" cy="38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862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354AB-9F11-7891-D203-134C9AC6D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512" y="2671950"/>
            <a:ext cx="4110668" cy="2179450"/>
          </a:xfrm>
          <a:solidFill>
            <a:schemeClr val="bg1">
              <a:lumMod val="85000"/>
              <a:lumOff val="1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 </a:t>
            </a:r>
            <a:r>
              <a:rPr lang="nb-NO" sz="3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3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pad</a:t>
            </a:r>
            <a:r>
              <a:rPr lang="nb-NO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Min 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nettside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</a:p>
          <a:p>
            <a:pPr marL="0" indent="0">
              <a:buNone/>
            </a:pP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AB1EBE-3DF5-AD23-6158-325E099A7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220" y="0"/>
            <a:ext cx="415178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D30F982-94FF-DC9F-DA51-63E4D7A8ED0B}"/>
              </a:ext>
            </a:extLst>
          </p:cNvPr>
          <p:cNvSpPr txBox="1">
            <a:spLocks/>
          </p:cNvSpPr>
          <p:nvPr/>
        </p:nvSpPr>
        <p:spPr>
          <a:xfrm>
            <a:off x="927893" y="504218"/>
            <a:ext cx="4205287" cy="2289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b-NO" sz="5400" dirty="0"/>
              <a:t>Eksempel på </a:t>
            </a:r>
            <a:r>
              <a:rPr lang="nb-NO" sz="5400" dirty="0" err="1"/>
              <a:t>box</a:t>
            </a:r>
            <a:r>
              <a:rPr lang="nb-NO" sz="5400" dirty="0"/>
              <a:t> </a:t>
            </a:r>
            <a:r>
              <a:rPr lang="nb-NO" sz="5400" dirty="0" err="1"/>
              <a:t>model</a:t>
            </a:r>
            <a:endParaRPr lang="nb-NO" sz="54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95B00F5-55DD-952F-8819-6E0C70C4493F}"/>
              </a:ext>
            </a:extLst>
          </p:cNvPr>
          <p:cNvCxnSpPr>
            <a:cxnSpLocks/>
          </p:cNvCxnSpPr>
          <p:nvPr/>
        </p:nvCxnSpPr>
        <p:spPr>
          <a:xfrm flipV="1">
            <a:off x="5003800" y="914400"/>
            <a:ext cx="3036420" cy="20066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50BF5E8-C734-EA2B-D1B0-6588A2316E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0239674"/>
              </p:ext>
            </p:extLst>
          </p:nvPr>
        </p:nvGraphicFramePr>
        <p:xfrm>
          <a:off x="88900" y="4080875"/>
          <a:ext cx="6477000" cy="39032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Rectangle: Rounded Corners 8">
            <a:hlinkClick r:id="rId8" action="ppaction://hlinksldjump"/>
            <a:extLst>
              <a:ext uri="{FF2B5EF4-FFF2-40B4-BE49-F238E27FC236}">
                <a16:creationId xmlns:a16="http://schemas.microsoft.com/office/drawing/2014/main" id="{E025804F-6E99-4E07-F4F5-08419EC27188}"/>
              </a:ext>
            </a:extLst>
          </p:cNvPr>
          <p:cNvSpPr/>
          <p:nvPr/>
        </p:nvSpPr>
        <p:spPr>
          <a:xfrm>
            <a:off x="6943725" y="6518267"/>
            <a:ext cx="1001713" cy="255601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Kode</a:t>
            </a:r>
          </a:p>
        </p:txBody>
      </p:sp>
      <p:pic>
        <p:nvPicPr>
          <p:cNvPr id="11" name="Graphic 10" descr="Web design with solid fill">
            <a:extLst>
              <a:ext uri="{FF2B5EF4-FFF2-40B4-BE49-F238E27FC236}">
                <a16:creationId xmlns:a16="http://schemas.microsoft.com/office/drawing/2014/main" id="{5154ECE4-26A5-E6DE-D31C-DCBA818CF65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57962" y="6453185"/>
            <a:ext cx="385763" cy="38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07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354AB-9F11-7891-D203-134C9AC6D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512" y="2671950"/>
            <a:ext cx="4730588" cy="2179450"/>
          </a:xfrm>
          <a:solidFill>
            <a:schemeClr val="bg1">
              <a:lumMod val="85000"/>
              <a:lumOff val="1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 </a:t>
            </a:r>
            <a:r>
              <a:rPr lang="nb-NO" sz="3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"border"</a:t>
            </a: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Min 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nettside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</a:p>
          <a:p>
            <a:pPr marL="0" indent="0">
              <a:buNone/>
            </a:pP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AB1EBE-3DF5-AD23-6158-325E099A7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220" y="0"/>
            <a:ext cx="415178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D30F982-94FF-DC9F-DA51-63E4D7A8ED0B}"/>
              </a:ext>
            </a:extLst>
          </p:cNvPr>
          <p:cNvSpPr txBox="1">
            <a:spLocks/>
          </p:cNvSpPr>
          <p:nvPr/>
        </p:nvSpPr>
        <p:spPr>
          <a:xfrm>
            <a:off x="927893" y="504218"/>
            <a:ext cx="4205287" cy="2289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b-NO" sz="5400" dirty="0"/>
              <a:t>Eksempel på </a:t>
            </a:r>
            <a:r>
              <a:rPr lang="nb-NO" sz="5400" dirty="0" err="1"/>
              <a:t>box</a:t>
            </a:r>
            <a:r>
              <a:rPr lang="nb-NO" sz="5400" dirty="0"/>
              <a:t> </a:t>
            </a:r>
            <a:r>
              <a:rPr lang="nb-NO" sz="5400" dirty="0" err="1"/>
              <a:t>model</a:t>
            </a:r>
            <a:endParaRPr lang="nb-NO" sz="54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95B00F5-55DD-952F-8819-6E0C70C4493F}"/>
              </a:ext>
            </a:extLst>
          </p:cNvPr>
          <p:cNvCxnSpPr>
            <a:cxnSpLocks/>
          </p:cNvCxnSpPr>
          <p:nvPr/>
        </p:nvCxnSpPr>
        <p:spPr>
          <a:xfrm flipV="1">
            <a:off x="5499100" y="1689100"/>
            <a:ext cx="2541120" cy="12192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880BCC1-ECB5-0382-33B3-58D5543B65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8084732"/>
              </p:ext>
            </p:extLst>
          </p:nvPr>
        </p:nvGraphicFramePr>
        <p:xfrm>
          <a:off x="88900" y="4080875"/>
          <a:ext cx="6477000" cy="39032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: Rounded Corners 4">
            <a:hlinkClick r:id="rId8" action="ppaction://hlinksldjump"/>
            <a:extLst>
              <a:ext uri="{FF2B5EF4-FFF2-40B4-BE49-F238E27FC236}">
                <a16:creationId xmlns:a16="http://schemas.microsoft.com/office/drawing/2014/main" id="{4A2526D1-F919-934A-AA7A-CBF876CB720D}"/>
              </a:ext>
            </a:extLst>
          </p:cNvPr>
          <p:cNvSpPr/>
          <p:nvPr/>
        </p:nvSpPr>
        <p:spPr>
          <a:xfrm>
            <a:off x="6943725" y="6518267"/>
            <a:ext cx="1001713" cy="255601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Kode</a:t>
            </a:r>
          </a:p>
        </p:txBody>
      </p:sp>
      <p:pic>
        <p:nvPicPr>
          <p:cNvPr id="6" name="Graphic 5" descr="Web design with solid fill">
            <a:extLst>
              <a:ext uri="{FF2B5EF4-FFF2-40B4-BE49-F238E27FC236}">
                <a16:creationId xmlns:a16="http://schemas.microsoft.com/office/drawing/2014/main" id="{FA326AA3-B347-010D-FDA0-25FF69488D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57962" y="6453185"/>
            <a:ext cx="385763" cy="38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782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354AB-9F11-7891-D203-134C9AC6D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512" y="2671950"/>
            <a:ext cx="4374988" cy="2179450"/>
          </a:xfrm>
          <a:solidFill>
            <a:schemeClr val="bg1">
              <a:lumMod val="85000"/>
              <a:lumOff val="1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 </a:t>
            </a:r>
            <a:r>
              <a:rPr lang="nb-NO" sz="3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"marg"</a:t>
            </a: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Min 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nettside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</a:p>
          <a:p>
            <a:pPr marL="0" indent="0">
              <a:buNone/>
            </a:pP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AB1EBE-3DF5-AD23-6158-325E099A7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220" y="0"/>
            <a:ext cx="415178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D30F982-94FF-DC9F-DA51-63E4D7A8ED0B}"/>
              </a:ext>
            </a:extLst>
          </p:cNvPr>
          <p:cNvSpPr txBox="1">
            <a:spLocks/>
          </p:cNvSpPr>
          <p:nvPr/>
        </p:nvSpPr>
        <p:spPr>
          <a:xfrm>
            <a:off x="927893" y="504218"/>
            <a:ext cx="4205287" cy="2289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b-NO" sz="5400" dirty="0"/>
              <a:t>Eksempel på </a:t>
            </a:r>
            <a:r>
              <a:rPr lang="nb-NO" sz="5400" dirty="0" err="1"/>
              <a:t>box</a:t>
            </a:r>
            <a:r>
              <a:rPr lang="nb-NO" sz="5400" dirty="0"/>
              <a:t> </a:t>
            </a:r>
            <a:r>
              <a:rPr lang="nb-NO" sz="5400" dirty="0" err="1"/>
              <a:t>model</a:t>
            </a:r>
            <a:endParaRPr lang="nb-NO" sz="54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95B00F5-55DD-952F-8819-6E0C70C4493F}"/>
              </a:ext>
            </a:extLst>
          </p:cNvPr>
          <p:cNvCxnSpPr>
            <a:cxnSpLocks/>
          </p:cNvCxnSpPr>
          <p:nvPr/>
        </p:nvCxnSpPr>
        <p:spPr>
          <a:xfrm flipV="1">
            <a:off x="5295900" y="2311400"/>
            <a:ext cx="2744320" cy="685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080502F-03EA-D236-7A7E-FB5F662C02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9505133"/>
              </p:ext>
            </p:extLst>
          </p:nvPr>
        </p:nvGraphicFramePr>
        <p:xfrm>
          <a:off x="88900" y="4080875"/>
          <a:ext cx="6477000" cy="39032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: Rounded Corners 3">
            <a:hlinkClick r:id="rId8" action="ppaction://hlinksldjump"/>
            <a:extLst>
              <a:ext uri="{FF2B5EF4-FFF2-40B4-BE49-F238E27FC236}">
                <a16:creationId xmlns:a16="http://schemas.microsoft.com/office/drawing/2014/main" id="{3F2577CC-FBCC-A4D1-002E-7FCD8AFF65D2}"/>
              </a:ext>
            </a:extLst>
          </p:cNvPr>
          <p:cNvSpPr/>
          <p:nvPr/>
        </p:nvSpPr>
        <p:spPr>
          <a:xfrm>
            <a:off x="6943725" y="6518267"/>
            <a:ext cx="1001713" cy="255601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Kode</a:t>
            </a:r>
          </a:p>
        </p:txBody>
      </p:sp>
      <p:pic>
        <p:nvPicPr>
          <p:cNvPr id="5" name="Graphic 4" descr="Web design with solid fill">
            <a:extLst>
              <a:ext uri="{FF2B5EF4-FFF2-40B4-BE49-F238E27FC236}">
                <a16:creationId xmlns:a16="http://schemas.microsoft.com/office/drawing/2014/main" id="{329CB4B8-22AD-FFB8-C0FA-FCADF258BD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57962" y="6453185"/>
            <a:ext cx="385763" cy="38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858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354AB-9F11-7891-D203-134C9AC6D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512" y="2671950"/>
            <a:ext cx="5657688" cy="2179450"/>
          </a:xfrm>
          <a:solidFill>
            <a:schemeClr val="bg1">
              <a:lumMod val="85000"/>
              <a:lumOff val="1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 </a:t>
            </a:r>
            <a:r>
              <a:rPr lang="nb-NO" sz="3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3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pad</a:t>
            </a:r>
            <a:r>
              <a:rPr lang="nb-NO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border"</a:t>
            </a: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Min 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nettside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</a:p>
          <a:p>
            <a:pPr marL="0" indent="0">
              <a:buNone/>
            </a:pP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AB1EBE-3DF5-AD23-6158-325E099A7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220" y="0"/>
            <a:ext cx="415178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D30F982-94FF-DC9F-DA51-63E4D7A8ED0B}"/>
              </a:ext>
            </a:extLst>
          </p:cNvPr>
          <p:cNvSpPr txBox="1">
            <a:spLocks/>
          </p:cNvSpPr>
          <p:nvPr/>
        </p:nvSpPr>
        <p:spPr>
          <a:xfrm>
            <a:off x="927893" y="504218"/>
            <a:ext cx="4205287" cy="2289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b-NO" sz="5400" dirty="0"/>
              <a:t>Eksempel på </a:t>
            </a:r>
            <a:r>
              <a:rPr lang="nb-NO" sz="5400" dirty="0" err="1"/>
              <a:t>box</a:t>
            </a:r>
            <a:r>
              <a:rPr lang="nb-NO" sz="5400" dirty="0"/>
              <a:t> </a:t>
            </a:r>
            <a:r>
              <a:rPr lang="nb-NO" sz="5400" dirty="0" err="1"/>
              <a:t>model</a:t>
            </a:r>
            <a:endParaRPr lang="nb-NO" sz="54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95B00F5-55DD-952F-8819-6E0C70C4493F}"/>
              </a:ext>
            </a:extLst>
          </p:cNvPr>
          <p:cNvCxnSpPr>
            <a:cxnSpLocks/>
          </p:cNvCxnSpPr>
          <p:nvPr/>
        </p:nvCxnSpPr>
        <p:spPr>
          <a:xfrm>
            <a:off x="6591300" y="3009900"/>
            <a:ext cx="1448920" cy="177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8AD0985-B14B-F45D-A67C-D4C3679A95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2267467"/>
              </p:ext>
            </p:extLst>
          </p:nvPr>
        </p:nvGraphicFramePr>
        <p:xfrm>
          <a:off x="88900" y="4080875"/>
          <a:ext cx="6477000" cy="39032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: Rounded Corners 3">
            <a:hlinkClick r:id="rId8" action="ppaction://hlinksldjump"/>
            <a:extLst>
              <a:ext uri="{FF2B5EF4-FFF2-40B4-BE49-F238E27FC236}">
                <a16:creationId xmlns:a16="http://schemas.microsoft.com/office/drawing/2014/main" id="{03EF3133-5C40-F01B-A210-ACFFCC1693F7}"/>
              </a:ext>
            </a:extLst>
          </p:cNvPr>
          <p:cNvSpPr/>
          <p:nvPr/>
        </p:nvSpPr>
        <p:spPr>
          <a:xfrm>
            <a:off x="6943725" y="6518267"/>
            <a:ext cx="1001713" cy="255601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Kode</a:t>
            </a:r>
          </a:p>
        </p:txBody>
      </p:sp>
      <p:pic>
        <p:nvPicPr>
          <p:cNvPr id="5" name="Graphic 4" descr="Web design with solid fill">
            <a:extLst>
              <a:ext uri="{FF2B5EF4-FFF2-40B4-BE49-F238E27FC236}">
                <a16:creationId xmlns:a16="http://schemas.microsoft.com/office/drawing/2014/main" id="{0E5A9E28-193D-033B-7E30-F2A410D29A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57962" y="6453185"/>
            <a:ext cx="385763" cy="38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54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354AB-9F11-7891-D203-134C9AC6D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512" y="2671950"/>
            <a:ext cx="5175088" cy="2179450"/>
          </a:xfrm>
          <a:solidFill>
            <a:schemeClr val="bg1">
              <a:lumMod val="85000"/>
              <a:lumOff val="1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 </a:t>
            </a:r>
            <a:r>
              <a:rPr lang="nb-NO" sz="3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3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pad</a:t>
            </a:r>
            <a:r>
              <a:rPr lang="nb-NO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marg"</a:t>
            </a: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Min 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nettside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</a:p>
          <a:p>
            <a:pPr marL="0" indent="0">
              <a:buNone/>
            </a:pP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AB1EBE-3DF5-AD23-6158-325E099A7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220" y="0"/>
            <a:ext cx="415178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D30F982-94FF-DC9F-DA51-63E4D7A8ED0B}"/>
              </a:ext>
            </a:extLst>
          </p:cNvPr>
          <p:cNvSpPr txBox="1">
            <a:spLocks/>
          </p:cNvSpPr>
          <p:nvPr/>
        </p:nvSpPr>
        <p:spPr>
          <a:xfrm>
            <a:off x="927893" y="504218"/>
            <a:ext cx="4205287" cy="2289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b-NO" sz="5400" dirty="0"/>
              <a:t>Eksempel på </a:t>
            </a:r>
            <a:r>
              <a:rPr lang="nb-NO" sz="5400" dirty="0" err="1"/>
              <a:t>box</a:t>
            </a:r>
            <a:r>
              <a:rPr lang="nb-NO" sz="5400" dirty="0"/>
              <a:t> </a:t>
            </a:r>
            <a:r>
              <a:rPr lang="nb-NO" sz="5400" dirty="0" err="1"/>
              <a:t>model</a:t>
            </a:r>
            <a:endParaRPr lang="nb-NO" sz="54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95B00F5-55DD-952F-8819-6E0C70C4493F}"/>
              </a:ext>
            </a:extLst>
          </p:cNvPr>
          <p:cNvCxnSpPr>
            <a:cxnSpLocks/>
          </p:cNvCxnSpPr>
          <p:nvPr/>
        </p:nvCxnSpPr>
        <p:spPr>
          <a:xfrm>
            <a:off x="6096000" y="3098800"/>
            <a:ext cx="1944220" cy="11303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19590E5-A14A-A9EA-0FE4-D6A98C21DB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1842016"/>
              </p:ext>
            </p:extLst>
          </p:nvPr>
        </p:nvGraphicFramePr>
        <p:xfrm>
          <a:off x="88900" y="4080875"/>
          <a:ext cx="6477000" cy="39032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: Rounded Corners 3">
            <a:hlinkClick r:id="rId8" action="ppaction://hlinksldjump"/>
            <a:extLst>
              <a:ext uri="{FF2B5EF4-FFF2-40B4-BE49-F238E27FC236}">
                <a16:creationId xmlns:a16="http://schemas.microsoft.com/office/drawing/2014/main" id="{9325F60A-3DD5-0130-0C61-9023E67A2C4D}"/>
              </a:ext>
            </a:extLst>
          </p:cNvPr>
          <p:cNvSpPr/>
          <p:nvPr/>
        </p:nvSpPr>
        <p:spPr>
          <a:xfrm>
            <a:off x="6943725" y="6518267"/>
            <a:ext cx="1001713" cy="255601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Kode</a:t>
            </a:r>
          </a:p>
        </p:txBody>
      </p:sp>
      <p:pic>
        <p:nvPicPr>
          <p:cNvPr id="5" name="Graphic 4" descr="Web design with solid fill">
            <a:extLst>
              <a:ext uri="{FF2B5EF4-FFF2-40B4-BE49-F238E27FC236}">
                <a16:creationId xmlns:a16="http://schemas.microsoft.com/office/drawing/2014/main" id="{77115192-C4F0-9077-5933-2A482DA6A1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57962" y="6453185"/>
            <a:ext cx="385763" cy="38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346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354AB-9F11-7891-D203-134C9AC6D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512" y="2671950"/>
            <a:ext cx="5788188" cy="2179450"/>
          </a:xfrm>
          <a:solidFill>
            <a:schemeClr val="bg1">
              <a:lumMod val="85000"/>
              <a:lumOff val="1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 </a:t>
            </a:r>
            <a:r>
              <a:rPr lang="nb-NO" sz="3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"border marg"</a:t>
            </a: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Min 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nettside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</a:p>
          <a:p>
            <a:pPr marL="0" indent="0">
              <a:buNone/>
            </a:pP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AB1EBE-3DF5-AD23-6158-325E099A7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220" y="0"/>
            <a:ext cx="415178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D30F982-94FF-DC9F-DA51-63E4D7A8ED0B}"/>
              </a:ext>
            </a:extLst>
          </p:cNvPr>
          <p:cNvSpPr txBox="1">
            <a:spLocks/>
          </p:cNvSpPr>
          <p:nvPr/>
        </p:nvSpPr>
        <p:spPr>
          <a:xfrm>
            <a:off x="927893" y="504218"/>
            <a:ext cx="4205287" cy="2289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b-NO" sz="5400" dirty="0"/>
              <a:t>Eksempel på </a:t>
            </a:r>
            <a:r>
              <a:rPr lang="nb-NO" sz="5400" dirty="0" err="1"/>
              <a:t>box</a:t>
            </a:r>
            <a:r>
              <a:rPr lang="nb-NO" sz="5400" dirty="0"/>
              <a:t> </a:t>
            </a:r>
            <a:r>
              <a:rPr lang="nb-NO" sz="5400" dirty="0" err="1"/>
              <a:t>model</a:t>
            </a:r>
            <a:endParaRPr lang="nb-NO" sz="54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95B00F5-55DD-952F-8819-6E0C70C4493F}"/>
              </a:ext>
            </a:extLst>
          </p:cNvPr>
          <p:cNvCxnSpPr>
            <a:cxnSpLocks/>
          </p:cNvCxnSpPr>
          <p:nvPr/>
        </p:nvCxnSpPr>
        <p:spPr>
          <a:xfrm>
            <a:off x="6096000" y="3429000"/>
            <a:ext cx="1944220" cy="1828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F64ACC2-420B-E854-8EAB-0AE39489C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4535800"/>
              </p:ext>
            </p:extLst>
          </p:nvPr>
        </p:nvGraphicFramePr>
        <p:xfrm>
          <a:off x="88900" y="4080875"/>
          <a:ext cx="6477000" cy="39032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: Rounded Corners 3">
            <a:hlinkClick r:id="rId8" action="ppaction://hlinksldjump"/>
            <a:extLst>
              <a:ext uri="{FF2B5EF4-FFF2-40B4-BE49-F238E27FC236}">
                <a16:creationId xmlns:a16="http://schemas.microsoft.com/office/drawing/2014/main" id="{241B0AC0-AB01-10F9-AABF-F9FD703AE43F}"/>
              </a:ext>
            </a:extLst>
          </p:cNvPr>
          <p:cNvSpPr/>
          <p:nvPr/>
        </p:nvSpPr>
        <p:spPr>
          <a:xfrm>
            <a:off x="6943725" y="6518267"/>
            <a:ext cx="1001713" cy="255601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Kode</a:t>
            </a:r>
          </a:p>
        </p:txBody>
      </p:sp>
      <p:pic>
        <p:nvPicPr>
          <p:cNvPr id="5" name="Graphic 4" descr="Web design with solid fill">
            <a:extLst>
              <a:ext uri="{FF2B5EF4-FFF2-40B4-BE49-F238E27FC236}">
                <a16:creationId xmlns:a16="http://schemas.microsoft.com/office/drawing/2014/main" id="{25127278-384A-C2B7-3464-F54E00AF881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57962" y="6453185"/>
            <a:ext cx="385763" cy="38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81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354AB-9F11-7891-D203-134C9AC6D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512" y="2671950"/>
            <a:ext cx="6686388" cy="2179450"/>
          </a:xfrm>
          <a:solidFill>
            <a:schemeClr val="bg1">
              <a:lumMod val="85000"/>
              <a:lumOff val="1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 </a:t>
            </a:r>
            <a:r>
              <a:rPr lang="nb-NO" sz="3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3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pad</a:t>
            </a:r>
            <a:r>
              <a:rPr lang="nb-NO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border marg"</a:t>
            </a: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Min 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nettside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</a:p>
          <a:p>
            <a:pPr marL="0" indent="0">
              <a:buNone/>
            </a:pP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3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AB1EBE-3DF5-AD23-6158-325E099A7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220" y="0"/>
            <a:ext cx="415178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D30F982-94FF-DC9F-DA51-63E4D7A8ED0B}"/>
              </a:ext>
            </a:extLst>
          </p:cNvPr>
          <p:cNvSpPr txBox="1">
            <a:spLocks/>
          </p:cNvSpPr>
          <p:nvPr/>
        </p:nvSpPr>
        <p:spPr>
          <a:xfrm>
            <a:off x="927893" y="504218"/>
            <a:ext cx="4205287" cy="2289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b-NO" sz="5400" dirty="0"/>
              <a:t>Eksempel på </a:t>
            </a:r>
            <a:r>
              <a:rPr lang="nb-NO" sz="5400" dirty="0" err="1"/>
              <a:t>box</a:t>
            </a:r>
            <a:r>
              <a:rPr lang="nb-NO" sz="5400" dirty="0"/>
              <a:t> </a:t>
            </a:r>
            <a:r>
              <a:rPr lang="nb-NO" sz="5400" dirty="0" err="1"/>
              <a:t>model</a:t>
            </a:r>
            <a:endParaRPr lang="nb-NO" sz="54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95B00F5-55DD-952F-8819-6E0C70C4493F}"/>
              </a:ext>
            </a:extLst>
          </p:cNvPr>
          <p:cNvCxnSpPr>
            <a:cxnSpLocks/>
          </p:cNvCxnSpPr>
          <p:nvPr/>
        </p:nvCxnSpPr>
        <p:spPr>
          <a:xfrm>
            <a:off x="5588000" y="3340100"/>
            <a:ext cx="2452220" cy="29591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5E24911-16CB-84A9-0819-3DD031F8EF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7232561"/>
              </p:ext>
            </p:extLst>
          </p:nvPr>
        </p:nvGraphicFramePr>
        <p:xfrm>
          <a:off x="88900" y="4080875"/>
          <a:ext cx="6477000" cy="39032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: Rounded Corners 3">
            <a:hlinkClick r:id="rId8" action="ppaction://hlinksldjump"/>
            <a:extLst>
              <a:ext uri="{FF2B5EF4-FFF2-40B4-BE49-F238E27FC236}">
                <a16:creationId xmlns:a16="http://schemas.microsoft.com/office/drawing/2014/main" id="{C2DE47E0-2678-4B7E-69EB-3B3F50A4A3E1}"/>
              </a:ext>
            </a:extLst>
          </p:cNvPr>
          <p:cNvSpPr/>
          <p:nvPr/>
        </p:nvSpPr>
        <p:spPr>
          <a:xfrm>
            <a:off x="6943725" y="6518267"/>
            <a:ext cx="1001713" cy="255601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Kode</a:t>
            </a:r>
          </a:p>
        </p:txBody>
      </p:sp>
      <p:pic>
        <p:nvPicPr>
          <p:cNvPr id="5" name="Graphic 4" descr="Web design with solid fill">
            <a:extLst>
              <a:ext uri="{FF2B5EF4-FFF2-40B4-BE49-F238E27FC236}">
                <a16:creationId xmlns:a16="http://schemas.microsoft.com/office/drawing/2014/main" id="{3F5B2588-9198-47BE-42CE-A4747CE0E3D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57962" y="6453185"/>
            <a:ext cx="385763" cy="38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808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69C99A-C670-03BC-2DCC-A394847C2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3" y="205213"/>
            <a:ext cx="10363200" cy="1478570"/>
          </a:xfrm>
        </p:spPr>
        <p:txBody>
          <a:bodyPr>
            <a:noAutofit/>
          </a:bodyPr>
          <a:lstStyle/>
          <a:p>
            <a:pPr algn="ctr"/>
            <a:r>
              <a:rPr lang="nb-NO" sz="6000" dirty="0"/>
              <a:t>Mer kontrollert Box Model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BE1925-2BC6-502C-D9F9-C080D84C8B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101" y="2562040"/>
            <a:ext cx="5473697" cy="1733920"/>
          </a:xfrm>
          <a:solidFill>
            <a:schemeClr val="bg1">
              <a:lumMod val="85000"/>
              <a:lumOff val="15000"/>
            </a:schemeClr>
          </a:solidFill>
          <a:ln w="38100">
            <a:solidFill>
              <a:schemeClr val="accent5">
                <a:lumMod val="75000"/>
              </a:schemeClr>
            </a:solidFill>
            <a:prstDash val="sysDot"/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box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Hvilken dag er det i dag?</a:t>
            </a:r>
          </a:p>
          <a:p>
            <a:pPr marL="0" indent="0">
              <a:buNone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CE9A3-3587-8FFF-A9F3-168183CFE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3" y="2562041"/>
            <a:ext cx="5473696" cy="3880219"/>
          </a:xfrm>
          <a:solidFill>
            <a:schemeClr val="bg1">
              <a:lumMod val="85000"/>
              <a:lumOff val="15000"/>
            </a:schemeClr>
          </a:solidFill>
          <a:ln w="38100">
            <a:solidFill>
              <a:srgbClr val="00B0F0"/>
            </a:solidFill>
            <a:prstDash val="sysDot"/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b-NO" sz="2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b-NO" sz="20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box</a:t>
            </a: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#bbbbbb;</a:t>
            </a:r>
          </a:p>
          <a:p>
            <a:pPr marL="0" indent="0">
              <a:buNone/>
            </a:pP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padding-top</a:t>
            </a: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border-</a:t>
            </a:r>
            <a:r>
              <a:rPr lang="nb-NO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bottom</a:t>
            </a: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solid </a:t>
            </a:r>
            <a:r>
              <a:rPr lang="nb-NO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margin-</a:t>
            </a:r>
            <a:r>
              <a:rPr lang="nb-NO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margin-right</a:t>
            </a: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9" name="Graphic 8" descr="Web design with solid fill">
            <a:extLst>
              <a:ext uri="{FF2B5EF4-FFF2-40B4-BE49-F238E27FC236}">
                <a16:creationId xmlns:a16="http://schemas.microsoft.com/office/drawing/2014/main" id="{25C7BB7C-7C21-2C2D-060F-BA1D08737B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36144" y="1510505"/>
            <a:ext cx="1014412" cy="1014412"/>
          </a:xfrm>
          <a:prstGeom prst="rect">
            <a:avLst/>
          </a:prstGeom>
        </p:spPr>
      </p:pic>
      <p:pic>
        <p:nvPicPr>
          <p:cNvPr id="11" name="Graphic 10" descr="Large paint brush with solid fill">
            <a:extLst>
              <a:ext uri="{FF2B5EF4-FFF2-40B4-BE49-F238E27FC236}">
                <a16:creationId xmlns:a16="http://schemas.microsoft.com/office/drawing/2014/main" id="{949157B7-8C97-BAAC-301C-6CB6C29FF1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11457" y="1514654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AC46555-36D3-9EE7-4851-203D76BE8F9F}"/>
              </a:ext>
            </a:extLst>
          </p:cNvPr>
          <p:cNvSpPr txBox="1"/>
          <p:nvPr/>
        </p:nvSpPr>
        <p:spPr>
          <a:xfrm>
            <a:off x="1975598" y="1602610"/>
            <a:ext cx="14237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4400" dirty="0"/>
              <a:t>HTML</a:t>
            </a:r>
            <a:endParaRPr lang="nb-NO" sz="4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4F9C5B-1525-275D-E878-37F6F5B2BE5A}"/>
              </a:ext>
            </a:extLst>
          </p:cNvPr>
          <p:cNvSpPr txBox="1"/>
          <p:nvPr/>
        </p:nvSpPr>
        <p:spPr>
          <a:xfrm>
            <a:off x="7984336" y="1587133"/>
            <a:ext cx="10903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4400" dirty="0"/>
              <a:t>CSS</a:t>
            </a:r>
            <a:endParaRPr lang="nb-NO" sz="4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6FCF180-18A8-58E3-25D3-B8B5DEE23C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099" y="4628303"/>
            <a:ext cx="5473697" cy="18139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1986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6" grpId="0" uiExpand="1" build="p" animBg="1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69C99A-C670-03BC-2DCC-A394847C2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3" y="205213"/>
            <a:ext cx="10363200" cy="1478570"/>
          </a:xfrm>
        </p:spPr>
        <p:txBody>
          <a:bodyPr>
            <a:noAutofit/>
          </a:bodyPr>
          <a:lstStyle/>
          <a:p>
            <a:pPr algn="ctr"/>
            <a:r>
              <a:rPr lang="nb-NO" sz="6000" dirty="0"/>
              <a:t>BORDER RADIUS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BE1925-2BC6-502C-D9F9-C080D84C8B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503" y="2562040"/>
            <a:ext cx="5245097" cy="1733920"/>
          </a:xfrm>
          <a:solidFill>
            <a:schemeClr val="bg1">
              <a:lumMod val="85000"/>
              <a:lumOff val="15000"/>
            </a:schemeClr>
          </a:solidFill>
          <a:ln w="38100">
            <a:solidFill>
              <a:schemeClr val="accent5">
                <a:lumMod val="75000"/>
              </a:schemeClr>
            </a:solidFill>
            <a:prstDash val="sysDot"/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box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Jeg ser så flott ut!</a:t>
            </a:r>
          </a:p>
          <a:p>
            <a:pPr marL="0" indent="0">
              <a:buNone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CE9A3-3587-8FFF-A9F3-168183CFE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91200" y="2562041"/>
            <a:ext cx="6083297" cy="3989682"/>
          </a:xfrm>
          <a:solidFill>
            <a:schemeClr val="bg1">
              <a:lumMod val="85000"/>
              <a:lumOff val="15000"/>
            </a:schemeClr>
          </a:solidFill>
          <a:ln w="38100">
            <a:solidFill>
              <a:srgbClr val="00B0F0"/>
            </a:solidFill>
            <a:prstDash val="sysDot"/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b-NO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b-NO" sz="28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box</a:t>
            </a:r>
            <a:r>
              <a:rPr lang="nb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nb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nb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#aaffaa;</a:t>
            </a:r>
          </a:p>
          <a:p>
            <a:pPr marL="0" indent="0">
              <a:buNone/>
            </a:pPr>
            <a:r>
              <a:rPr lang="nb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nb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2800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nb-NO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nb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nb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nb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nb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solid </a:t>
            </a:r>
            <a:r>
              <a:rPr lang="nb-NO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nb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nb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2800" dirty="0">
                <a:solidFill>
                  <a:srgbClr val="9CDCFE"/>
                </a:solidFill>
                <a:latin typeface="Consolas" panose="020B0609020204030204" pitchFamily="49" charset="0"/>
              </a:rPr>
              <a:t>border-radius</a:t>
            </a:r>
            <a:r>
              <a:rPr lang="nb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nb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nb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9" name="Graphic 8" descr="Web design with solid fill">
            <a:extLst>
              <a:ext uri="{FF2B5EF4-FFF2-40B4-BE49-F238E27FC236}">
                <a16:creationId xmlns:a16="http://schemas.microsoft.com/office/drawing/2014/main" id="{25C7BB7C-7C21-2C2D-060F-BA1D08737B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0397" y="1499571"/>
            <a:ext cx="1014412" cy="1014412"/>
          </a:xfrm>
          <a:prstGeom prst="rect">
            <a:avLst/>
          </a:prstGeom>
        </p:spPr>
      </p:pic>
      <p:pic>
        <p:nvPicPr>
          <p:cNvPr id="11" name="Graphic 10" descr="Large paint brush with solid fill">
            <a:extLst>
              <a:ext uri="{FF2B5EF4-FFF2-40B4-BE49-F238E27FC236}">
                <a16:creationId xmlns:a16="http://schemas.microsoft.com/office/drawing/2014/main" id="{949157B7-8C97-BAAC-301C-6CB6C29FF1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97157" y="1499571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AC46555-36D3-9EE7-4851-203D76BE8F9F}"/>
              </a:ext>
            </a:extLst>
          </p:cNvPr>
          <p:cNvSpPr txBox="1"/>
          <p:nvPr/>
        </p:nvSpPr>
        <p:spPr>
          <a:xfrm>
            <a:off x="1739851" y="1591676"/>
            <a:ext cx="14237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4400" dirty="0"/>
              <a:t>HTML</a:t>
            </a:r>
            <a:endParaRPr lang="nb-NO" sz="4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4F9C5B-1525-275D-E878-37F6F5B2BE5A}"/>
              </a:ext>
            </a:extLst>
          </p:cNvPr>
          <p:cNvSpPr txBox="1"/>
          <p:nvPr/>
        </p:nvSpPr>
        <p:spPr>
          <a:xfrm>
            <a:off x="7870036" y="1572050"/>
            <a:ext cx="10903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4400" dirty="0"/>
              <a:t>CSS</a:t>
            </a:r>
            <a:endParaRPr lang="nb-NO" sz="4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EC8AE9-CC1F-DDB6-0AEA-F174EACE88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03" y="4436764"/>
            <a:ext cx="5245097" cy="211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54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6" grpId="0" uiExpand="1" build="p" animBg="1"/>
      <p:bldP spid="12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B548D-077E-3762-00C0-DBBFD3BC2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66118"/>
            <a:ext cx="9905998" cy="1478570"/>
          </a:xfrm>
        </p:spPr>
        <p:txBody>
          <a:bodyPr>
            <a:normAutofit/>
          </a:bodyPr>
          <a:lstStyle/>
          <a:p>
            <a:r>
              <a:rPr lang="nb-NO" sz="6600" dirty="0"/>
              <a:t>WIDTH &amp; HEIGHT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01C65-9323-19B8-B384-8F8E4B962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1713" y="1792287"/>
            <a:ext cx="5208588" cy="3541714"/>
          </a:xfrm>
          <a:solidFill>
            <a:schemeClr val="bg1">
              <a:lumMod val="85000"/>
              <a:lumOff val="15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b-NO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b-NO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box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#cccccc;</a:t>
            </a: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600px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auto;</a:t>
            </a: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A65A41-973B-7B8D-6436-6C9FFA361AAB}"/>
              </a:ext>
            </a:extLst>
          </p:cNvPr>
          <p:cNvSpPr txBox="1"/>
          <p:nvPr/>
        </p:nvSpPr>
        <p:spPr>
          <a:xfrm>
            <a:off x="3025232" y="5626100"/>
            <a:ext cx="7882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600" dirty="0"/>
              <a:t>Automatiske marginer: vil sentrere boksen!</a:t>
            </a: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A57C82BB-1156-80B5-D4BF-56055E3F1887}"/>
              </a:ext>
            </a:extLst>
          </p:cNvPr>
          <p:cNvCxnSpPr>
            <a:stCxn id="6" idx="0"/>
          </p:cNvCxnSpPr>
          <p:nvPr/>
        </p:nvCxnSpPr>
        <p:spPr>
          <a:xfrm rot="16200000" flipV="1">
            <a:off x="4867536" y="3527164"/>
            <a:ext cx="1117600" cy="3080272"/>
          </a:xfrm>
          <a:prstGeom prst="curvedConnector2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455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F35FE-4A11-9E28-6576-49ED2510E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8671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nb-NO" sz="6000" dirty="0"/>
              <a:t>DA BLIR DET SLIK: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1EDF7-AC10-415A-B7A8-BD6A3F191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C21BAB-5E96-D01C-CEDA-D81B97D57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623" y="1429544"/>
            <a:ext cx="10203573" cy="49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31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F35FE-4A11-9E28-6576-49ED2510E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86718"/>
            <a:ext cx="9905998" cy="1819882"/>
          </a:xfrm>
        </p:spPr>
        <p:txBody>
          <a:bodyPr>
            <a:normAutofit/>
          </a:bodyPr>
          <a:lstStyle/>
          <a:p>
            <a:pPr algn="ctr"/>
            <a:r>
              <a:rPr lang="nb-NO" sz="6700" dirty="0">
                <a:solidFill>
                  <a:srgbClr val="FFC000"/>
                </a:solidFill>
              </a:rPr>
              <a:t>MEN! </a:t>
            </a:r>
            <a:r>
              <a:rPr lang="nb-NO" sz="4800" dirty="0"/>
              <a:t>Hvis VINDUET ER FOR LITE...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718440-F12A-0876-6097-B0AB3262E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195" y="1779588"/>
            <a:ext cx="6306430" cy="4725059"/>
          </a:xfrm>
          <a:prstGeom prst="rect">
            <a:avLst/>
          </a:prstGeom>
        </p:spPr>
      </p:pic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3E1A531A-C18B-2F7E-24B7-03152A6D8E6C}"/>
              </a:ext>
            </a:extLst>
          </p:cNvPr>
          <p:cNvCxnSpPr>
            <a:cxnSpLocks/>
            <a:stCxn id="2" idx="3"/>
          </p:cNvCxnSpPr>
          <p:nvPr/>
        </p:nvCxnSpPr>
        <p:spPr>
          <a:xfrm flipH="1">
            <a:off x="7162800" y="1096659"/>
            <a:ext cx="3884609" cy="4999341"/>
          </a:xfrm>
          <a:prstGeom prst="curvedConnector4">
            <a:avLst>
              <a:gd name="adj1" fmla="val -17328"/>
              <a:gd name="adj2" fmla="val 62912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40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305B0-404E-DE94-2284-83C53F6C1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nb-NO" sz="6000" dirty="0"/>
              <a:t>Max/Min WIDTH &amp; HEIGHT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A3F2F-8D82-AA15-F2E1-2B2A18A69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5043488" cy="3541714"/>
          </a:xfrm>
          <a:solidFill>
            <a:schemeClr val="bg1">
              <a:lumMod val="85000"/>
              <a:lumOff val="15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b-NO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b-NO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box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#cccccc;</a:t>
            </a: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600px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max-height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auto;</a:t>
            </a: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75922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1311-898C-CD14-A167-B00A52144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nb-NO" sz="6000" dirty="0"/>
              <a:t>Da blir det slik: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D91B9-A3A0-9CF7-229D-84DFFA6CF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C2E59F-6786-66E0-6C52-95CCB3A43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7" y="2097088"/>
            <a:ext cx="12050807" cy="41725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E25B5E-326D-A34E-B590-C9B49535BA9A}"/>
              </a:ext>
            </a:extLst>
          </p:cNvPr>
          <p:cNvSpPr/>
          <p:nvPr/>
        </p:nvSpPr>
        <p:spPr>
          <a:xfrm>
            <a:off x="3398520" y="2781300"/>
            <a:ext cx="4244340" cy="243840"/>
          </a:xfrm>
          <a:prstGeom prst="rect">
            <a:avLst/>
          </a:prstGeom>
          <a:solidFill>
            <a:srgbClr val="181A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87043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1311-898C-CD14-A167-B00A52144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nb-NO" sz="6000" dirty="0"/>
              <a:t>Og hvis vinduet er lite: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D91B9-A3A0-9CF7-229D-84DFFA6CF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6146800"/>
            <a:ext cx="9905999" cy="711200"/>
          </a:xfrm>
        </p:spPr>
        <p:txBody>
          <a:bodyPr/>
          <a:lstStyle/>
          <a:p>
            <a:pPr marL="0" indent="0" algn="ctr">
              <a:buNone/>
            </a:pPr>
            <a:r>
              <a:rPr lang="nb-NO" dirty="0"/>
              <a:t>Vi ser at alt passer inn som det skal!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366E04-F5FE-C8ED-4268-F5B3CF1AB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171" y="1917413"/>
            <a:ext cx="6144482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C96E6-9CD9-1D38-B182-4F59A4C97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>
            <a:normAutofit/>
          </a:bodyPr>
          <a:lstStyle/>
          <a:p>
            <a:r>
              <a:rPr lang="nb-NO" sz="4400" dirty="0" err="1"/>
              <a:t>PosiSJONERING</a:t>
            </a:r>
            <a:endParaRPr lang="nb-NO" dirty="0"/>
          </a:p>
        </p:txBody>
      </p:sp>
      <p:sp>
        <p:nvSpPr>
          <p:cNvPr id="12" name="Round Diagonal Corner Rectangle 9">
            <a:extLst>
              <a:ext uri="{FF2B5EF4-FFF2-40B4-BE49-F238E27FC236}">
                <a16:creationId xmlns:a16="http://schemas.microsoft.com/office/drawing/2014/main" id="{B17B89E9-0A60-4DE1-97F8-2E81D4CCE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artoon of a yellow animal&#10;&#10;Description automatically generated">
            <a:extLst>
              <a:ext uri="{FF2B5EF4-FFF2-40B4-BE49-F238E27FC236}">
                <a16:creationId xmlns:a16="http://schemas.microsoft.com/office/drawing/2014/main" id="{6DE2E167-74E1-2065-6B2B-60A2E3397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369862" y="1147145"/>
            <a:ext cx="4133834" cy="4567773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0E5929F-F889-08F5-878B-D34414B29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9957" y="2249487"/>
            <a:ext cx="4747087" cy="3541714"/>
          </a:xfrm>
        </p:spPr>
        <p:txBody>
          <a:bodyPr>
            <a:normAutofit lnSpcReduction="10000"/>
          </a:bodyPr>
          <a:lstStyle/>
          <a:p>
            <a:r>
              <a:rPr lang="nb-NO" dirty="0"/>
              <a:t>For å få ting til å ligge akkurat der vi vil, litt vanskelig å bli vant til</a:t>
            </a:r>
          </a:p>
          <a:p>
            <a:r>
              <a:rPr lang="nb-NO" sz="2800" b="1" dirty="0">
                <a:solidFill>
                  <a:srgbClr val="FFC000"/>
                </a:solidFill>
              </a:rPr>
              <a:t>Men det skal gå bra!</a:t>
            </a:r>
          </a:p>
          <a:p>
            <a:r>
              <a:rPr lang="nb-NO" dirty="0"/>
              <a:t>Posisjonerings-attributter:</a:t>
            </a:r>
          </a:p>
          <a:p>
            <a:r>
              <a:rPr lang="nb-NO" dirty="0" err="1">
                <a:latin typeface="Consolas" panose="020B0609020204030204" pitchFamily="49" charset="0"/>
              </a:rPr>
              <a:t>static</a:t>
            </a:r>
            <a:r>
              <a:rPr lang="nb-NO" dirty="0">
                <a:latin typeface="Consolas" panose="020B0609020204030204" pitchFamily="49" charset="0"/>
              </a:rPr>
              <a:t>, relative, </a:t>
            </a:r>
            <a:r>
              <a:rPr lang="nb-NO" dirty="0" err="1">
                <a:latin typeface="Consolas" panose="020B0609020204030204" pitchFamily="49" charset="0"/>
              </a:rPr>
              <a:t>fixed</a:t>
            </a:r>
            <a:r>
              <a:rPr lang="nb-NO" dirty="0">
                <a:latin typeface="Consolas" panose="020B0609020204030204" pitchFamily="49" charset="0"/>
              </a:rPr>
              <a:t>, </a:t>
            </a:r>
            <a:r>
              <a:rPr lang="nb-NO" dirty="0" err="1">
                <a:latin typeface="Consolas" panose="020B0609020204030204" pitchFamily="49" charset="0"/>
              </a:rPr>
              <a:t>absolute</a:t>
            </a:r>
            <a:r>
              <a:rPr lang="nb-NO" dirty="0">
                <a:latin typeface="Consolas" panose="020B0609020204030204" pitchFamily="49" charset="0"/>
              </a:rPr>
              <a:t>, </a:t>
            </a:r>
            <a:r>
              <a:rPr lang="nb-NO" dirty="0" err="1">
                <a:latin typeface="Consolas" panose="020B0609020204030204" pitchFamily="49" charset="0"/>
              </a:rPr>
              <a:t>sticky</a:t>
            </a:r>
            <a:r>
              <a:rPr lang="nb-NO" dirty="0">
                <a:latin typeface="Consolas" panose="020B0609020204030204" pitchFamily="49" charset="0"/>
              </a:rPr>
              <a:t>, float, z-</a:t>
            </a:r>
            <a:r>
              <a:rPr lang="nb-NO" dirty="0" err="1">
                <a:latin typeface="Consolas" panose="020B0609020204030204" pitchFamily="49" charset="0"/>
              </a:rPr>
              <a:t>index</a:t>
            </a:r>
            <a:endParaRPr lang="nb-NO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21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0C584-64ED-FFF7-70FF-CB98092A2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5400" dirty="0"/>
              <a:t>STATIC POSITIONING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945A5-5E5C-07D4-ADEB-1943396D2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9905999" cy="3541714"/>
          </a:xfrm>
        </p:spPr>
        <p:txBody>
          <a:bodyPr>
            <a:normAutofit/>
          </a:bodyPr>
          <a:lstStyle/>
          <a:p>
            <a:r>
              <a:rPr lang="nb-NO" sz="2800" dirty="0"/>
              <a:t>"</a:t>
            </a:r>
            <a:r>
              <a:rPr lang="nb-NO" sz="2800" dirty="0" err="1"/>
              <a:t>Default</a:t>
            </a:r>
            <a:r>
              <a:rPr lang="nb-NO" sz="2800" dirty="0"/>
              <a:t>" posisjonering</a:t>
            </a:r>
          </a:p>
          <a:p>
            <a:r>
              <a:rPr lang="nb-NO" sz="2800" dirty="0"/>
              <a:t>Alle HTML elementer er "</a:t>
            </a:r>
            <a:r>
              <a:rPr lang="nb-NO" sz="2800" dirty="0" err="1"/>
              <a:t>static</a:t>
            </a:r>
            <a:r>
              <a:rPr lang="nb-NO" sz="2800" dirty="0"/>
              <a:t>" med mindre vi sier noe annet</a:t>
            </a:r>
          </a:p>
          <a:p>
            <a:endParaRPr lang="nb-NO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8CD67C-9BE0-8EA9-980B-FFB5F66E7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092" y="4242363"/>
            <a:ext cx="5529636" cy="19417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52F0E7-EB5E-56FC-8662-794DBC520F0D}"/>
              </a:ext>
            </a:extLst>
          </p:cNvPr>
          <p:cNvSpPr txBox="1"/>
          <p:nvPr/>
        </p:nvSpPr>
        <p:spPr>
          <a:xfrm>
            <a:off x="221095" y="3811710"/>
            <a:ext cx="5374798" cy="280301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.box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static;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#cccccc;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solid green;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A1E059F-A6F0-4055-5DAF-1AE0EABB7BAA}"/>
              </a:ext>
            </a:extLst>
          </p:cNvPr>
          <p:cNvCxnSpPr>
            <a:stCxn id="7" idx="3"/>
            <a:endCxn id="5" idx="1"/>
          </p:cNvCxnSpPr>
          <p:nvPr/>
        </p:nvCxnSpPr>
        <p:spPr>
          <a:xfrm flipV="1">
            <a:off x="5595893" y="5213215"/>
            <a:ext cx="842199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752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0C584-64ED-FFF7-70FF-CB98092A2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5400" dirty="0"/>
              <a:t>RELATIVE POSITIONING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945A5-5E5C-07D4-ADEB-1943396D2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9905999" cy="3541714"/>
          </a:xfrm>
        </p:spPr>
        <p:txBody>
          <a:bodyPr>
            <a:normAutofit/>
          </a:bodyPr>
          <a:lstStyle/>
          <a:p>
            <a:r>
              <a:rPr lang="nb-NO" sz="2800" dirty="0"/>
              <a:t>Posisjonerer elementet i forhold til den vanlige posisjonen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52F0E7-EB5E-56FC-8662-794DBC520F0D}"/>
              </a:ext>
            </a:extLst>
          </p:cNvPr>
          <p:cNvSpPr txBox="1"/>
          <p:nvPr/>
        </p:nvSpPr>
        <p:spPr>
          <a:xfrm>
            <a:off x="229893" y="2805409"/>
            <a:ext cx="5374798" cy="391100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.box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relative;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    top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100px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    left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200px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#cccccc;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solid green;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A1E059F-A6F0-4055-5DAF-1AE0EABB7BAA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5604691" y="4760913"/>
            <a:ext cx="84219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B5533FA4-3C96-9586-2352-11BCB038B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890" y="3806097"/>
            <a:ext cx="5745110" cy="190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224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0C584-64ED-FFF7-70FF-CB98092A2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4" y="242919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nb-NO" sz="5400" dirty="0"/>
              <a:t>FIXED POSITIONING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945A5-5E5C-07D4-ADEB-1943396D2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4" y="1515268"/>
            <a:ext cx="9905999" cy="3541714"/>
          </a:xfrm>
        </p:spPr>
        <p:txBody>
          <a:bodyPr>
            <a:normAutofit/>
          </a:bodyPr>
          <a:lstStyle/>
          <a:p>
            <a:pPr algn="ctr"/>
            <a:r>
              <a:rPr lang="nb-NO" sz="2800" dirty="0"/>
              <a:t>Posisjonerer elementet på et gitt sted i </a:t>
            </a:r>
            <a:r>
              <a:rPr lang="nb-NO" sz="2800" b="1" i="1" dirty="0"/>
              <a:t>VINDUET</a:t>
            </a:r>
            <a:endParaRPr lang="nb-NO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52F0E7-EB5E-56FC-8662-794DBC520F0D}"/>
              </a:ext>
            </a:extLst>
          </p:cNvPr>
          <p:cNvSpPr txBox="1"/>
          <p:nvPr/>
        </p:nvSpPr>
        <p:spPr>
          <a:xfrm>
            <a:off x="3407014" y="2329159"/>
            <a:ext cx="5374798" cy="391100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.box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fixed;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    bottom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0px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    right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0px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#cccccc;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solid green;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877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2042E-98C5-5B3A-B76C-4F770ADB5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78570"/>
          </a:xfrm>
        </p:spPr>
        <p:txBody>
          <a:bodyPr>
            <a:normAutofit/>
          </a:bodyPr>
          <a:lstStyle/>
          <a:p>
            <a:pPr algn="ctr"/>
            <a:r>
              <a:rPr lang="nb-NO" sz="4400" dirty="0"/>
              <a:t>Her ser vi resultatet (Tekst er lagt til)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375472-9CC6-26CD-14AF-D08513F5F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40" y="1302527"/>
            <a:ext cx="5196731" cy="5362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B98899-18DA-D414-D18A-22C58FD85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611" y="1285773"/>
            <a:ext cx="5195144" cy="537943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D9B3E2-D510-0267-4615-C166AC413FC1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5759171" y="3975489"/>
            <a:ext cx="562440" cy="837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816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0C584-64ED-FFF7-70FF-CB98092A2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4" y="242919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nb-NO" sz="5400" dirty="0"/>
              <a:t>ABSOLUTE POSITIONING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945A5-5E5C-07D4-ADEB-1943396D2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4" y="1515268"/>
            <a:ext cx="9905999" cy="3541714"/>
          </a:xfrm>
        </p:spPr>
        <p:txBody>
          <a:bodyPr>
            <a:normAutofit/>
          </a:bodyPr>
          <a:lstStyle/>
          <a:p>
            <a:pPr algn="ctr"/>
            <a:r>
              <a:rPr lang="nb-NO" sz="2800" dirty="0"/>
              <a:t>Posisjonerer elementet på et gitt sted inne i et element</a:t>
            </a:r>
            <a:endParaRPr lang="nb-NO" sz="2800" b="1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52F0E7-EB5E-56FC-8662-794DBC520F0D}"/>
              </a:ext>
            </a:extLst>
          </p:cNvPr>
          <p:cNvSpPr txBox="1"/>
          <p:nvPr/>
        </p:nvSpPr>
        <p:spPr>
          <a:xfrm>
            <a:off x="3407014" y="2262484"/>
            <a:ext cx="5374798" cy="446500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.box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absolute;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    top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50px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    left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100px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#cccccc;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solid green;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    font-size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20px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52463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0C584-64ED-FFF7-70FF-CB98092A2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4" y="242919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nb-NO" sz="5400" dirty="0"/>
              <a:t>Resultat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74FE9E-A8FC-D276-7EEE-AB7FD5297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197" y="2142945"/>
            <a:ext cx="7030431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72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8FD8A-74F3-557F-865D-7D10F41E8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>
            <a:normAutofit/>
          </a:bodyPr>
          <a:lstStyle/>
          <a:p>
            <a:r>
              <a:rPr lang="nb-NO" sz="6000" dirty="0"/>
              <a:t>Z-INDEX</a:t>
            </a:r>
          </a:p>
        </p:txBody>
      </p:sp>
      <p:sp>
        <p:nvSpPr>
          <p:cNvPr id="1031" name="Round Diagonal Corner Rectangle 9">
            <a:extLst>
              <a:ext uri="{FF2B5EF4-FFF2-40B4-BE49-F238E27FC236}">
                <a16:creationId xmlns:a16="http://schemas.microsoft.com/office/drawing/2014/main" id="{B17B89E9-0A60-4DE1-97F8-2E81D4CCE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4D7F15-10E8-92BE-2498-B36EDA7A4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52893" y="1147145"/>
            <a:ext cx="4567773" cy="456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8BFD2-2440-3093-5A67-126936B72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9269" y="2166560"/>
            <a:ext cx="5286376" cy="3875891"/>
          </a:xfrm>
        </p:spPr>
        <p:txBody>
          <a:bodyPr>
            <a:normAutofit/>
          </a:bodyPr>
          <a:lstStyle/>
          <a:p>
            <a:r>
              <a:rPr lang="nb-NO" dirty="0"/>
              <a:t>Med dette kan vi bestemme rekkefølgen av elementene våre.</a:t>
            </a:r>
          </a:p>
          <a:p>
            <a:r>
              <a:rPr lang="nb-NO" dirty="0"/>
              <a:t>Det er ikke så viktig å vite til koordinatsystemer, men for noen av dere kan det være nyttig.</a:t>
            </a:r>
          </a:p>
          <a:p>
            <a:r>
              <a:rPr lang="nb-NO" dirty="0"/>
              <a:t>Z-</a:t>
            </a:r>
            <a:r>
              <a:rPr lang="nb-NO" dirty="0" err="1"/>
              <a:t>index</a:t>
            </a:r>
            <a:r>
              <a:rPr lang="nb-NO" dirty="0"/>
              <a:t> er et tall, positivt betyr lengre frem, negativt betyr lengre bak.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207983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0C584-64ED-FFF7-70FF-CB98092A2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4" y="242919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nb-NO" sz="5400" dirty="0"/>
              <a:t>Z-INDEX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945A5-5E5C-07D4-ADEB-1943396D2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4" y="1515268"/>
            <a:ext cx="9905999" cy="3541714"/>
          </a:xfrm>
        </p:spPr>
        <p:txBody>
          <a:bodyPr>
            <a:normAutofit/>
          </a:bodyPr>
          <a:lstStyle/>
          <a:p>
            <a:pPr algn="ctr"/>
            <a:r>
              <a:rPr lang="nb-NO" sz="2800" dirty="0"/>
              <a:t>Posisjonerer elementet på et gitt sted inne i et element</a:t>
            </a:r>
            <a:endParaRPr lang="nb-NO" sz="2800" b="1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52F0E7-EB5E-56FC-8662-794DBC520F0D}"/>
              </a:ext>
            </a:extLst>
          </p:cNvPr>
          <p:cNvSpPr txBox="1"/>
          <p:nvPr/>
        </p:nvSpPr>
        <p:spPr>
          <a:xfrm>
            <a:off x="3407014" y="2249623"/>
            <a:ext cx="5374798" cy="460837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.box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absolute;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9CDCFE"/>
                </a:solidFill>
                <a:latin typeface="Consolas" panose="020B0609020204030204" pitchFamily="49" charset="0"/>
              </a:rPr>
              <a:t>    top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2200" dirty="0">
                <a:solidFill>
                  <a:srgbClr val="B5CEA8"/>
                </a:solidFill>
                <a:latin typeface="Consolas" panose="020B0609020204030204" pitchFamily="49" charset="0"/>
              </a:rPr>
              <a:t>50px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9CDCFE"/>
                </a:solidFill>
                <a:latin typeface="Consolas" panose="020B0609020204030204" pitchFamily="49" charset="0"/>
              </a:rPr>
              <a:t>    left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2200" dirty="0">
                <a:solidFill>
                  <a:srgbClr val="B5CEA8"/>
                </a:solidFill>
                <a:latin typeface="Consolas" panose="020B0609020204030204" pitchFamily="49" charset="0"/>
              </a:rPr>
              <a:t>100px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sz="2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#cccccc;</a:t>
            </a:r>
          </a:p>
          <a:p>
            <a:pPr>
              <a:lnSpc>
                <a:spcPct val="150000"/>
              </a:lnSpc>
            </a:pP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solid green;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9CDCFE"/>
                </a:solidFill>
                <a:latin typeface="Consolas" panose="020B0609020204030204" pitchFamily="49" charset="0"/>
              </a:rPr>
              <a:t>    font-size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2200" dirty="0">
                <a:solidFill>
                  <a:srgbClr val="B5CEA8"/>
                </a:solidFill>
                <a:latin typeface="Consolas" panose="020B0609020204030204" pitchFamily="49" charset="0"/>
              </a:rPr>
              <a:t>20px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9CDCFE"/>
                </a:solidFill>
                <a:latin typeface="Consolas" panose="020B0609020204030204" pitchFamily="49" charset="0"/>
              </a:rPr>
              <a:t>    z-index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: -</a:t>
            </a:r>
            <a:r>
              <a:rPr lang="en-US" sz="22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sz="2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30788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0C584-64ED-FFF7-70FF-CB98092A2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4" y="242919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nb-NO" sz="5400" dirty="0"/>
              <a:t>Resultat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2CA2A5-89E3-348D-082F-AF051AAF2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933" y="2218539"/>
            <a:ext cx="8284959" cy="262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70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1F67CC9-D773-4B4B-8A55-D5DAEC341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46A37-E330-7C1C-55F9-CCEC8E1F6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nb-NO" sz="6600" dirty="0"/>
              <a:t>FLOAT</a:t>
            </a:r>
            <a:endParaRPr lang="nb-NO" sz="48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6C4D8E-F339-754C-CE36-C443B0DAA2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3364814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12057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69C99A-C670-03BC-2DCC-A394847C2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215" y="133654"/>
            <a:ext cx="5068674" cy="1478570"/>
          </a:xfrm>
        </p:spPr>
        <p:txBody>
          <a:bodyPr>
            <a:noAutofit/>
          </a:bodyPr>
          <a:lstStyle/>
          <a:p>
            <a:pPr algn="ctr"/>
            <a:r>
              <a:rPr lang="nb-NO" sz="6000" dirty="0"/>
              <a:t>Uten FLOAT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BE1925-2BC6-502C-D9F9-C080D84C8B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6852" y="1677678"/>
            <a:ext cx="5049399" cy="5192170"/>
          </a:xfrm>
          <a:solidFill>
            <a:schemeClr val="bg1">
              <a:lumMod val="85000"/>
              <a:lumOff val="15000"/>
            </a:schemeClr>
          </a:solidFill>
          <a:ln w="38100">
            <a:solidFill>
              <a:schemeClr val="accent5">
                <a:lumMod val="75000"/>
              </a:schemeClr>
            </a:solidFill>
            <a:prstDash val="sysDot"/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"box1"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Her er jeg!</a:t>
            </a:r>
          </a:p>
          <a:p>
            <a:pPr marL="0" indent="0">
              <a:buNone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nb-NO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nb-NO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nb-NO" dirty="0" err="1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nb-NO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nb-NO" dirty="0">
                <a:solidFill>
                  <a:srgbClr val="CE9178"/>
                </a:solidFill>
                <a:latin typeface="Consolas" panose="020B0609020204030204" pitchFamily="49" charset="0"/>
              </a:rPr>
              <a:t>"box2"</a:t>
            </a: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nb-NO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dirty="0">
                <a:solidFill>
                  <a:srgbClr val="D4D4D4"/>
                </a:solidFill>
                <a:latin typeface="Consolas" panose="020B0609020204030204" pitchFamily="49" charset="0"/>
              </a:rPr>
              <a:t>    Og her er jeg!</a:t>
            </a:r>
          </a:p>
          <a:p>
            <a:pPr marL="0" indent="0">
              <a:buNone/>
            </a:pP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nb-NO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nb-NO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nb-NO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nb-NO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nb-NO" dirty="0" err="1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nb-NO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nb-NO" dirty="0">
                <a:solidFill>
                  <a:srgbClr val="CE9178"/>
                </a:solidFill>
                <a:latin typeface="Consolas" panose="020B0609020204030204" pitchFamily="49" charset="0"/>
              </a:rPr>
              <a:t>"box3"</a:t>
            </a: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nb-NO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dirty="0">
                <a:solidFill>
                  <a:srgbClr val="D4D4D4"/>
                </a:solidFill>
                <a:latin typeface="Consolas" panose="020B0609020204030204" pitchFamily="49" charset="0"/>
              </a:rPr>
              <a:t>    Til slutt, her er jeg!</a:t>
            </a:r>
          </a:p>
          <a:p>
            <a:pPr marL="0" indent="0">
              <a:buNone/>
            </a:pP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nb-NO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nb-NO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CE9A3-3587-8FFF-A9F3-168183CFE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18304" y="0"/>
            <a:ext cx="5473696" cy="6858000"/>
          </a:xfrm>
          <a:solidFill>
            <a:schemeClr val="bg1">
              <a:lumMod val="85000"/>
              <a:lumOff val="15000"/>
            </a:schemeClr>
          </a:solidFill>
          <a:ln w="38100">
            <a:solidFill>
              <a:srgbClr val="00B0F0"/>
            </a:solidFill>
            <a:prstDash val="sysDot"/>
          </a:ln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52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sz="152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52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152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</a:t>
            </a:r>
            <a:r>
              <a:rPr lang="nb-NO" sz="152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nb-NO" sz="152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1520" dirty="0">
                <a:solidFill>
                  <a:srgbClr val="B5CEA8"/>
                </a:solidFill>
                <a:latin typeface="Consolas" panose="020B0609020204030204" pitchFamily="49" charset="0"/>
              </a:rPr>
              <a:t>20px</a:t>
            </a:r>
            <a:r>
              <a:rPr lang="nb-NO" sz="152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52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152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nb-NO" sz="152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#cccccc;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52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152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nb-NO" sz="152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152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nb-NO" sz="152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0px</a:t>
            </a:r>
            <a:r>
              <a:rPr lang="nb-NO" sz="152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52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152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nb-NO" sz="152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152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3px </a:t>
            </a:r>
            <a:r>
              <a:rPr lang="nb-NO" sz="1520" dirty="0">
                <a:solidFill>
                  <a:srgbClr val="D4D4D4"/>
                </a:solidFill>
                <a:latin typeface="Consolas" panose="020B0609020204030204" pitchFamily="49" charset="0"/>
              </a:rPr>
              <a:t>solid;</a:t>
            </a:r>
            <a:endParaRPr lang="nb-NO" sz="152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b-NO" sz="152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152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nb-NO" sz="152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152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nb-NO" sz="152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52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52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b-NO" sz="1520" dirty="0">
                <a:solidFill>
                  <a:srgbClr val="D7BA7D"/>
                </a:solidFill>
                <a:latin typeface="Consolas" panose="020B0609020204030204" pitchFamily="49" charset="0"/>
              </a:rPr>
              <a:t>.box1</a:t>
            </a:r>
            <a:r>
              <a:rPr lang="nb-NO" sz="152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52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nb-NO" sz="1520" dirty="0">
                <a:solidFill>
                  <a:srgbClr val="9CDCFE"/>
                </a:solidFill>
                <a:latin typeface="Consolas" panose="020B0609020204030204" pitchFamily="49" charset="0"/>
              </a:rPr>
              <a:t>border-</a:t>
            </a:r>
            <a:r>
              <a:rPr lang="nb-NO" sz="1520" dirty="0" err="1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nb-NO" sz="152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nb-NO" sz="1520" dirty="0" err="1">
                <a:solidFill>
                  <a:srgbClr val="D4D4D4"/>
                </a:solidFill>
                <a:latin typeface="Consolas" panose="020B0609020204030204" pitchFamily="49" charset="0"/>
              </a:rPr>
              <a:t>rgb</a:t>
            </a:r>
            <a:r>
              <a:rPr lang="nb-NO" sz="152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nb-NO" sz="1520" dirty="0">
                <a:solidFill>
                  <a:srgbClr val="B5CEA8"/>
                </a:solidFill>
                <a:latin typeface="Consolas" panose="020B0609020204030204" pitchFamily="49" charset="0"/>
              </a:rPr>
              <a:t>128</a:t>
            </a:r>
            <a:r>
              <a:rPr lang="nb-NO" sz="152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nb-NO" sz="1520" dirty="0">
                <a:solidFill>
                  <a:srgbClr val="B5CEA8"/>
                </a:solidFill>
                <a:latin typeface="Consolas" panose="020B0609020204030204" pitchFamily="49" charset="0"/>
              </a:rPr>
              <a:t> 0</a:t>
            </a:r>
            <a:r>
              <a:rPr lang="nb-NO" sz="152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nb-NO" sz="1520" dirty="0">
                <a:solidFill>
                  <a:srgbClr val="B5CEA8"/>
                </a:solidFill>
                <a:latin typeface="Consolas" panose="020B0609020204030204" pitchFamily="49" charset="0"/>
              </a:rPr>
              <a:t> 0</a:t>
            </a:r>
            <a:r>
              <a:rPr lang="nb-NO" sz="152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52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52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b-NO" sz="1520" dirty="0">
                <a:solidFill>
                  <a:srgbClr val="D7BA7D"/>
                </a:solidFill>
                <a:latin typeface="Consolas" panose="020B0609020204030204" pitchFamily="49" charset="0"/>
              </a:rPr>
              <a:t>.box2</a:t>
            </a:r>
            <a:r>
              <a:rPr lang="nb-NO" sz="152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52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nb-NO" sz="1520" dirty="0">
                <a:solidFill>
                  <a:srgbClr val="9CDCFE"/>
                </a:solidFill>
                <a:latin typeface="Consolas" panose="020B0609020204030204" pitchFamily="49" charset="0"/>
              </a:rPr>
              <a:t>border-</a:t>
            </a:r>
            <a:r>
              <a:rPr lang="nb-NO" sz="1520" dirty="0" err="1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nb-NO" sz="152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nb-NO" sz="1520" dirty="0" err="1">
                <a:solidFill>
                  <a:srgbClr val="D4D4D4"/>
                </a:solidFill>
                <a:latin typeface="Consolas" panose="020B0609020204030204" pitchFamily="49" charset="0"/>
              </a:rPr>
              <a:t>rgb</a:t>
            </a:r>
            <a:r>
              <a:rPr lang="nb-NO" sz="152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nb-NO" sz="152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nb-NO" sz="152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nb-NO" sz="1520" dirty="0">
                <a:solidFill>
                  <a:srgbClr val="B5CEA8"/>
                </a:solidFill>
                <a:latin typeface="Consolas" panose="020B0609020204030204" pitchFamily="49" charset="0"/>
              </a:rPr>
              <a:t> 128</a:t>
            </a:r>
            <a:r>
              <a:rPr lang="nb-NO" sz="152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nb-NO" sz="1520" dirty="0">
                <a:solidFill>
                  <a:srgbClr val="B5CEA8"/>
                </a:solidFill>
                <a:latin typeface="Consolas" panose="020B0609020204030204" pitchFamily="49" charset="0"/>
              </a:rPr>
              <a:t> 0</a:t>
            </a:r>
            <a:r>
              <a:rPr lang="nb-NO" sz="152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52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52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b-NO" sz="1520" dirty="0">
                <a:solidFill>
                  <a:srgbClr val="D7BA7D"/>
                </a:solidFill>
                <a:latin typeface="Consolas" panose="020B0609020204030204" pitchFamily="49" charset="0"/>
              </a:rPr>
              <a:t>.box3</a:t>
            </a:r>
            <a:r>
              <a:rPr lang="nb-NO" sz="152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52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nb-NO" sz="1520" dirty="0">
                <a:solidFill>
                  <a:srgbClr val="9CDCFE"/>
                </a:solidFill>
                <a:latin typeface="Consolas" panose="020B0609020204030204" pitchFamily="49" charset="0"/>
              </a:rPr>
              <a:t>border-</a:t>
            </a:r>
            <a:r>
              <a:rPr lang="nb-NO" sz="1520" dirty="0" err="1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nb-NO" sz="152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nb-NO" sz="1520" dirty="0" err="1">
                <a:solidFill>
                  <a:srgbClr val="D4D4D4"/>
                </a:solidFill>
                <a:latin typeface="Consolas" panose="020B0609020204030204" pitchFamily="49" charset="0"/>
              </a:rPr>
              <a:t>rgb</a:t>
            </a:r>
            <a:r>
              <a:rPr lang="nb-NO" sz="152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nb-NO" sz="152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nb-NO" sz="152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nb-NO" sz="1520" dirty="0">
                <a:solidFill>
                  <a:srgbClr val="B5CEA8"/>
                </a:solidFill>
                <a:latin typeface="Consolas" panose="020B0609020204030204" pitchFamily="49" charset="0"/>
              </a:rPr>
              <a:t> 0</a:t>
            </a:r>
            <a:r>
              <a:rPr lang="nb-NO" sz="152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nb-NO" sz="1520" dirty="0">
                <a:solidFill>
                  <a:srgbClr val="B5CEA8"/>
                </a:solidFill>
                <a:latin typeface="Consolas" panose="020B0609020204030204" pitchFamily="49" charset="0"/>
              </a:rPr>
              <a:t> 128</a:t>
            </a:r>
            <a:r>
              <a:rPr lang="nb-NO" sz="152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52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538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6" grpId="0" uiExpand="1" build="p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0B60E-C17E-71F1-B544-D5FC2CB03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670" y="2266130"/>
            <a:ext cx="3100081" cy="2325739"/>
          </a:xfrm>
        </p:spPr>
        <p:txBody>
          <a:bodyPr>
            <a:normAutofit/>
          </a:bodyPr>
          <a:lstStyle/>
          <a:p>
            <a:pPr algn="ctr"/>
            <a:r>
              <a:rPr lang="nb-NO" sz="6000" dirty="0"/>
              <a:t>RESULTAT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DF3AA4-E316-B35D-47E8-4EC392FC1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201" y="128126"/>
            <a:ext cx="8135485" cy="660174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0DA5EF-F188-489C-075B-90B6E82B974C}"/>
              </a:ext>
            </a:extLst>
          </p:cNvPr>
          <p:cNvSpPr/>
          <p:nvPr/>
        </p:nvSpPr>
        <p:spPr>
          <a:xfrm>
            <a:off x="6265545" y="619125"/>
            <a:ext cx="2449830" cy="190500"/>
          </a:xfrm>
          <a:prstGeom prst="rect">
            <a:avLst/>
          </a:prstGeom>
          <a:solidFill>
            <a:srgbClr val="181A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55852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69C99A-C670-03BC-2DCC-A394847C2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215" y="133654"/>
            <a:ext cx="5068674" cy="1478570"/>
          </a:xfrm>
        </p:spPr>
        <p:txBody>
          <a:bodyPr>
            <a:noAutofit/>
          </a:bodyPr>
          <a:lstStyle/>
          <a:p>
            <a:pPr algn="ctr"/>
            <a:r>
              <a:rPr lang="nb-NO" sz="6000" dirty="0"/>
              <a:t>FLOAT </a:t>
            </a:r>
            <a:r>
              <a:rPr lang="nb-NO" sz="6000" dirty="0" err="1"/>
              <a:t>left</a:t>
            </a:r>
            <a:endParaRPr lang="nb-NO" sz="6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BE1925-2BC6-502C-D9F9-C080D84C8B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6852" y="1677678"/>
            <a:ext cx="5049399" cy="5192170"/>
          </a:xfrm>
          <a:solidFill>
            <a:schemeClr val="bg1">
              <a:lumMod val="85000"/>
              <a:lumOff val="15000"/>
            </a:schemeClr>
          </a:solidFill>
          <a:ln w="38100">
            <a:solidFill>
              <a:schemeClr val="accent5">
                <a:lumMod val="75000"/>
              </a:schemeClr>
            </a:solidFill>
            <a:prstDash val="sysDot"/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"box1"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Her er jeg!</a:t>
            </a:r>
          </a:p>
          <a:p>
            <a:pPr marL="0" indent="0">
              <a:buNone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nb-NO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nb-NO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nb-NO" dirty="0" err="1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nb-NO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nb-NO" dirty="0">
                <a:solidFill>
                  <a:srgbClr val="CE9178"/>
                </a:solidFill>
                <a:latin typeface="Consolas" panose="020B0609020204030204" pitchFamily="49" charset="0"/>
              </a:rPr>
              <a:t>"box2"</a:t>
            </a: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nb-NO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dirty="0">
                <a:solidFill>
                  <a:srgbClr val="D4D4D4"/>
                </a:solidFill>
                <a:latin typeface="Consolas" panose="020B0609020204030204" pitchFamily="49" charset="0"/>
              </a:rPr>
              <a:t>    Og her er jeg!</a:t>
            </a:r>
          </a:p>
          <a:p>
            <a:pPr marL="0" indent="0">
              <a:buNone/>
            </a:pP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nb-NO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nb-NO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nb-NO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nb-NO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nb-NO" dirty="0" err="1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nb-NO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nb-NO" dirty="0">
                <a:solidFill>
                  <a:srgbClr val="CE9178"/>
                </a:solidFill>
                <a:latin typeface="Consolas" panose="020B0609020204030204" pitchFamily="49" charset="0"/>
              </a:rPr>
              <a:t>"box3"</a:t>
            </a: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nb-NO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dirty="0">
                <a:solidFill>
                  <a:srgbClr val="D4D4D4"/>
                </a:solidFill>
                <a:latin typeface="Consolas" panose="020B0609020204030204" pitchFamily="49" charset="0"/>
              </a:rPr>
              <a:t>    Til slutt, her er jeg!</a:t>
            </a:r>
          </a:p>
          <a:p>
            <a:pPr marL="0" indent="0">
              <a:buNone/>
            </a:pP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nb-NO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nb-NO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CE9A3-3587-8FFF-A9F3-168183CFE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18304" y="0"/>
            <a:ext cx="5473696" cy="6858000"/>
          </a:xfrm>
          <a:solidFill>
            <a:schemeClr val="bg1">
              <a:lumMod val="85000"/>
              <a:lumOff val="15000"/>
            </a:schemeClr>
          </a:solidFill>
          <a:ln w="38100">
            <a:solidFill>
              <a:srgbClr val="00B0F0"/>
            </a:solidFill>
            <a:prstDash val="sysDot"/>
          </a:ln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</a:t>
            </a:r>
            <a:r>
              <a:rPr lang="nb-NO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1400" dirty="0">
                <a:solidFill>
                  <a:srgbClr val="B5CEA8"/>
                </a:solidFill>
                <a:latin typeface="Consolas" panose="020B0609020204030204" pitchFamily="49" charset="0"/>
              </a:rPr>
              <a:t>20px</a:t>
            </a: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#cccccc;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14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nb-NO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0px</a:t>
            </a: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3px 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solid;</a:t>
            </a:r>
            <a:endParaRPr lang="nb-NO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    </a:t>
            </a:r>
            <a:r>
              <a:rPr lang="nb-NO" sz="1400" dirty="0">
                <a:solidFill>
                  <a:srgbClr val="9CDCFE"/>
                </a:solidFill>
                <a:latin typeface="Consolas" panose="020B0609020204030204" pitchFamily="49" charset="0"/>
              </a:rPr>
              <a:t>float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nb-NO" sz="1400" dirty="0" err="1">
                <a:solidFill>
                  <a:srgbClr val="D4D4D4"/>
                </a:solidFill>
                <a:latin typeface="Consolas" panose="020B0609020204030204" pitchFamily="49" charset="0"/>
              </a:rPr>
              <a:t>left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nb-NO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b-NO" sz="1400" dirty="0">
                <a:solidFill>
                  <a:srgbClr val="D7BA7D"/>
                </a:solidFill>
                <a:latin typeface="Consolas" panose="020B0609020204030204" pitchFamily="49" charset="0"/>
              </a:rPr>
              <a:t>.box1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nb-NO" sz="1400" dirty="0">
                <a:solidFill>
                  <a:srgbClr val="9CDCFE"/>
                </a:solidFill>
                <a:latin typeface="Consolas" panose="020B0609020204030204" pitchFamily="49" charset="0"/>
              </a:rPr>
              <a:t>border-</a:t>
            </a:r>
            <a:r>
              <a:rPr lang="nb-NO" sz="1400" dirty="0" err="1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nb-NO" sz="1400" dirty="0" err="1">
                <a:solidFill>
                  <a:srgbClr val="D4D4D4"/>
                </a:solidFill>
                <a:latin typeface="Consolas" panose="020B0609020204030204" pitchFamily="49" charset="0"/>
              </a:rPr>
              <a:t>rgb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nb-NO" sz="1400" dirty="0">
                <a:solidFill>
                  <a:srgbClr val="B5CEA8"/>
                </a:solidFill>
                <a:latin typeface="Consolas" panose="020B0609020204030204" pitchFamily="49" charset="0"/>
              </a:rPr>
              <a:t>128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nb-NO" sz="1400" dirty="0">
                <a:solidFill>
                  <a:srgbClr val="B5CEA8"/>
                </a:solidFill>
                <a:latin typeface="Consolas" panose="020B0609020204030204" pitchFamily="49" charset="0"/>
              </a:rPr>
              <a:t> 0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nb-NO" sz="1400" dirty="0">
                <a:solidFill>
                  <a:srgbClr val="B5CEA8"/>
                </a:solidFill>
                <a:latin typeface="Consolas" panose="020B0609020204030204" pitchFamily="49" charset="0"/>
              </a:rPr>
              <a:t> 0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b-NO" sz="1400" dirty="0">
                <a:solidFill>
                  <a:srgbClr val="D7BA7D"/>
                </a:solidFill>
                <a:latin typeface="Consolas" panose="020B0609020204030204" pitchFamily="49" charset="0"/>
              </a:rPr>
              <a:t>.box2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nb-NO" sz="1400" dirty="0">
                <a:solidFill>
                  <a:srgbClr val="9CDCFE"/>
                </a:solidFill>
                <a:latin typeface="Consolas" panose="020B0609020204030204" pitchFamily="49" charset="0"/>
              </a:rPr>
              <a:t>border-</a:t>
            </a:r>
            <a:r>
              <a:rPr lang="nb-NO" sz="1400" dirty="0" err="1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nb-NO" sz="1400" dirty="0" err="1">
                <a:solidFill>
                  <a:srgbClr val="D4D4D4"/>
                </a:solidFill>
                <a:latin typeface="Consolas" panose="020B0609020204030204" pitchFamily="49" charset="0"/>
              </a:rPr>
              <a:t>rgb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nb-NO" sz="1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nb-NO" sz="1400" dirty="0">
                <a:solidFill>
                  <a:srgbClr val="B5CEA8"/>
                </a:solidFill>
                <a:latin typeface="Consolas" panose="020B0609020204030204" pitchFamily="49" charset="0"/>
              </a:rPr>
              <a:t> 128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nb-NO" sz="1400" dirty="0">
                <a:solidFill>
                  <a:srgbClr val="B5CEA8"/>
                </a:solidFill>
                <a:latin typeface="Consolas" panose="020B0609020204030204" pitchFamily="49" charset="0"/>
              </a:rPr>
              <a:t> 0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b-NO" sz="1400" dirty="0">
                <a:solidFill>
                  <a:srgbClr val="D7BA7D"/>
                </a:solidFill>
                <a:latin typeface="Consolas" panose="020B0609020204030204" pitchFamily="49" charset="0"/>
              </a:rPr>
              <a:t>.box3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nb-NO" sz="1400" dirty="0">
                <a:solidFill>
                  <a:srgbClr val="9CDCFE"/>
                </a:solidFill>
                <a:latin typeface="Consolas" panose="020B0609020204030204" pitchFamily="49" charset="0"/>
              </a:rPr>
              <a:t>border-</a:t>
            </a:r>
            <a:r>
              <a:rPr lang="nb-NO" sz="1400" dirty="0" err="1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nb-NO" sz="1400" dirty="0" err="1">
                <a:solidFill>
                  <a:srgbClr val="D4D4D4"/>
                </a:solidFill>
                <a:latin typeface="Consolas" panose="020B0609020204030204" pitchFamily="49" charset="0"/>
              </a:rPr>
              <a:t>rgb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nb-NO" sz="1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nb-NO" sz="1400" dirty="0">
                <a:solidFill>
                  <a:srgbClr val="B5CEA8"/>
                </a:solidFill>
                <a:latin typeface="Consolas" panose="020B0609020204030204" pitchFamily="49" charset="0"/>
              </a:rPr>
              <a:t> 0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nb-NO" sz="1400" dirty="0">
                <a:solidFill>
                  <a:srgbClr val="B5CEA8"/>
                </a:solidFill>
                <a:latin typeface="Consolas" panose="020B0609020204030204" pitchFamily="49" charset="0"/>
              </a:rPr>
              <a:t> 128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81036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6" grpId="0" uiExpand="1" build="p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0B60E-C17E-71F1-B544-D5FC2CB03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670" y="2266130"/>
            <a:ext cx="3100081" cy="2325739"/>
          </a:xfrm>
        </p:spPr>
        <p:txBody>
          <a:bodyPr>
            <a:normAutofit/>
          </a:bodyPr>
          <a:lstStyle/>
          <a:p>
            <a:pPr algn="ctr"/>
            <a:r>
              <a:rPr lang="nb-NO" sz="6000" dirty="0"/>
              <a:t>RESULTAT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690318-B092-2A37-60F3-7BF95D07B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723" y="232915"/>
            <a:ext cx="8116433" cy="639216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0DA5EF-F188-489C-075B-90B6E82B974C}"/>
              </a:ext>
            </a:extLst>
          </p:cNvPr>
          <p:cNvSpPr/>
          <p:nvPr/>
        </p:nvSpPr>
        <p:spPr>
          <a:xfrm>
            <a:off x="6096000" y="730555"/>
            <a:ext cx="2409022" cy="216895"/>
          </a:xfrm>
          <a:prstGeom prst="rect">
            <a:avLst/>
          </a:prstGeom>
          <a:solidFill>
            <a:srgbClr val="181A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3768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69C99A-C670-03BC-2DCC-A394847C2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215" y="133654"/>
            <a:ext cx="5068674" cy="1478570"/>
          </a:xfrm>
        </p:spPr>
        <p:txBody>
          <a:bodyPr>
            <a:noAutofit/>
          </a:bodyPr>
          <a:lstStyle/>
          <a:p>
            <a:pPr algn="ctr"/>
            <a:r>
              <a:rPr lang="nb-NO" sz="6000" dirty="0"/>
              <a:t>FLOAT RIGHT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BE1925-2BC6-502C-D9F9-C080D84C8B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6852" y="1677678"/>
            <a:ext cx="5049399" cy="5192170"/>
          </a:xfrm>
          <a:solidFill>
            <a:schemeClr val="bg1">
              <a:lumMod val="85000"/>
              <a:lumOff val="15000"/>
            </a:schemeClr>
          </a:solidFill>
          <a:ln w="38100">
            <a:solidFill>
              <a:schemeClr val="accent5">
                <a:lumMod val="75000"/>
              </a:schemeClr>
            </a:solidFill>
            <a:prstDash val="sysDot"/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"box1"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Her er jeg!</a:t>
            </a:r>
          </a:p>
          <a:p>
            <a:pPr marL="0" indent="0">
              <a:buNone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nb-NO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nb-NO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nb-NO" dirty="0" err="1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nb-NO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nb-NO" dirty="0">
                <a:solidFill>
                  <a:srgbClr val="CE9178"/>
                </a:solidFill>
                <a:latin typeface="Consolas" panose="020B0609020204030204" pitchFamily="49" charset="0"/>
              </a:rPr>
              <a:t>"box2"</a:t>
            </a: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nb-NO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dirty="0">
                <a:solidFill>
                  <a:srgbClr val="D4D4D4"/>
                </a:solidFill>
                <a:latin typeface="Consolas" panose="020B0609020204030204" pitchFamily="49" charset="0"/>
              </a:rPr>
              <a:t>    Og her er jeg!</a:t>
            </a:r>
          </a:p>
          <a:p>
            <a:pPr marL="0" indent="0">
              <a:buNone/>
            </a:pP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nb-NO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nb-NO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nb-NO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nb-NO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nb-NO" dirty="0" err="1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nb-NO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nb-NO" dirty="0">
                <a:solidFill>
                  <a:srgbClr val="CE9178"/>
                </a:solidFill>
                <a:latin typeface="Consolas" panose="020B0609020204030204" pitchFamily="49" charset="0"/>
              </a:rPr>
              <a:t>"box3"</a:t>
            </a: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nb-NO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dirty="0">
                <a:solidFill>
                  <a:srgbClr val="D4D4D4"/>
                </a:solidFill>
                <a:latin typeface="Consolas" panose="020B0609020204030204" pitchFamily="49" charset="0"/>
              </a:rPr>
              <a:t>    Til slutt, her er jeg!</a:t>
            </a:r>
          </a:p>
          <a:p>
            <a:pPr marL="0" indent="0">
              <a:buNone/>
            </a:pP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nb-NO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nb-NO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CE9A3-3587-8FFF-A9F3-168183CFE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18304" y="0"/>
            <a:ext cx="5473696" cy="6858000"/>
          </a:xfrm>
          <a:solidFill>
            <a:schemeClr val="bg1">
              <a:lumMod val="85000"/>
              <a:lumOff val="15000"/>
            </a:schemeClr>
          </a:solidFill>
          <a:ln w="38100">
            <a:solidFill>
              <a:srgbClr val="00B0F0"/>
            </a:solidFill>
            <a:prstDash val="sysDot"/>
          </a:ln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</a:t>
            </a:r>
            <a:r>
              <a:rPr lang="nb-NO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1400" dirty="0">
                <a:solidFill>
                  <a:srgbClr val="B5CEA8"/>
                </a:solidFill>
                <a:latin typeface="Consolas" panose="020B0609020204030204" pitchFamily="49" charset="0"/>
              </a:rPr>
              <a:t>20px</a:t>
            </a: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#cccccc;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14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nb-NO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0px</a:t>
            </a: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3px 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solid;</a:t>
            </a:r>
            <a:endParaRPr lang="nb-NO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    </a:t>
            </a:r>
            <a:r>
              <a:rPr lang="nb-NO" sz="1400" dirty="0">
                <a:solidFill>
                  <a:srgbClr val="9CDCFE"/>
                </a:solidFill>
                <a:latin typeface="Consolas" panose="020B0609020204030204" pitchFamily="49" charset="0"/>
              </a:rPr>
              <a:t>float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: right;</a:t>
            </a:r>
            <a:endParaRPr lang="nb-NO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b-NO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b-NO" sz="1400" dirty="0">
                <a:solidFill>
                  <a:srgbClr val="D7BA7D"/>
                </a:solidFill>
                <a:latin typeface="Consolas" panose="020B0609020204030204" pitchFamily="49" charset="0"/>
              </a:rPr>
              <a:t>.box1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nb-NO" sz="1400" dirty="0">
                <a:solidFill>
                  <a:srgbClr val="9CDCFE"/>
                </a:solidFill>
                <a:latin typeface="Consolas" panose="020B0609020204030204" pitchFamily="49" charset="0"/>
              </a:rPr>
              <a:t>border-</a:t>
            </a:r>
            <a:r>
              <a:rPr lang="nb-NO" sz="1400" dirty="0" err="1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nb-NO" sz="1400" dirty="0" err="1">
                <a:solidFill>
                  <a:srgbClr val="D4D4D4"/>
                </a:solidFill>
                <a:latin typeface="Consolas" panose="020B0609020204030204" pitchFamily="49" charset="0"/>
              </a:rPr>
              <a:t>rgb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nb-NO" sz="1400" dirty="0">
                <a:solidFill>
                  <a:srgbClr val="B5CEA8"/>
                </a:solidFill>
                <a:latin typeface="Consolas" panose="020B0609020204030204" pitchFamily="49" charset="0"/>
              </a:rPr>
              <a:t>128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nb-NO" sz="1400" dirty="0">
                <a:solidFill>
                  <a:srgbClr val="B5CEA8"/>
                </a:solidFill>
                <a:latin typeface="Consolas" panose="020B0609020204030204" pitchFamily="49" charset="0"/>
              </a:rPr>
              <a:t> 0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nb-NO" sz="1400" dirty="0">
                <a:solidFill>
                  <a:srgbClr val="B5CEA8"/>
                </a:solidFill>
                <a:latin typeface="Consolas" panose="020B0609020204030204" pitchFamily="49" charset="0"/>
              </a:rPr>
              <a:t> 0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b-NO" sz="1400" dirty="0">
                <a:solidFill>
                  <a:srgbClr val="D7BA7D"/>
                </a:solidFill>
                <a:latin typeface="Consolas" panose="020B0609020204030204" pitchFamily="49" charset="0"/>
              </a:rPr>
              <a:t>.box2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nb-NO" sz="1400" dirty="0">
                <a:solidFill>
                  <a:srgbClr val="9CDCFE"/>
                </a:solidFill>
                <a:latin typeface="Consolas" panose="020B0609020204030204" pitchFamily="49" charset="0"/>
              </a:rPr>
              <a:t>border-</a:t>
            </a:r>
            <a:r>
              <a:rPr lang="nb-NO" sz="1400" dirty="0" err="1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nb-NO" sz="1400" dirty="0" err="1">
                <a:solidFill>
                  <a:srgbClr val="D4D4D4"/>
                </a:solidFill>
                <a:latin typeface="Consolas" panose="020B0609020204030204" pitchFamily="49" charset="0"/>
              </a:rPr>
              <a:t>rgb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nb-NO" sz="1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nb-NO" sz="1400" dirty="0">
                <a:solidFill>
                  <a:srgbClr val="B5CEA8"/>
                </a:solidFill>
                <a:latin typeface="Consolas" panose="020B0609020204030204" pitchFamily="49" charset="0"/>
              </a:rPr>
              <a:t> 128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nb-NO" sz="1400" dirty="0">
                <a:solidFill>
                  <a:srgbClr val="B5CEA8"/>
                </a:solidFill>
                <a:latin typeface="Consolas" panose="020B0609020204030204" pitchFamily="49" charset="0"/>
              </a:rPr>
              <a:t> 0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b-NO" sz="1400" dirty="0">
                <a:solidFill>
                  <a:srgbClr val="D7BA7D"/>
                </a:solidFill>
                <a:latin typeface="Consolas" panose="020B0609020204030204" pitchFamily="49" charset="0"/>
              </a:rPr>
              <a:t>.box3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nb-NO" sz="1400" dirty="0">
                <a:solidFill>
                  <a:srgbClr val="9CDCFE"/>
                </a:solidFill>
                <a:latin typeface="Consolas" panose="020B0609020204030204" pitchFamily="49" charset="0"/>
              </a:rPr>
              <a:t>border-</a:t>
            </a:r>
            <a:r>
              <a:rPr lang="nb-NO" sz="1400" dirty="0" err="1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nb-NO" sz="1400" dirty="0" err="1">
                <a:solidFill>
                  <a:srgbClr val="D4D4D4"/>
                </a:solidFill>
                <a:latin typeface="Consolas" panose="020B0609020204030204" pitchFamily="49" charset="0"/>
              </a:rPr>
              <a:t>rgb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nb-NO" sz="1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nb-NO" sz="1400" dirty="0">
                <a:solidFill>
                  <a:srgbClr val="B5CEA8"/>
                </a:solidFill>
                <a:latin typeface="Consolas" panose="020B0609020204030204" pitchFamily="49" charset="0"/>
              </a:rPr>
              <a:t> 0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nb-NO" sz="1400" dirty="0">
                <a:solidFill>
                  <a:srgbClr val="B5CEA8"/>
                </a:solidFill>
                <a:latin typeface="Consolas" panose="020B0609020204030204" pitchFamily="49" charset="0"/>
              </a:rPr>
              <a:t> 128</a:t>
            </a: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4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3618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6" grpId="0" uiExpand="1" build="p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0B60E-C17E-71F1-B544-D5FC2CB03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670" y="2266130"/>
            <a:ext cx="3100081" cy="2325739"/>
          </a:xfrm>
        </p:spPr>
        <p:txBody>
          <a:bodyPr>
            <a:normAutofit/>
          </a:bodyPr>
          <a:lstStyle/>
          <a:p>
            <a:pPr algn="ctr"/>
            <a:r>
              <a:rPr lang="nb-NO" sz="6000" dirty="0"/>
              <a:t>RESULTAT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FD59FC-B581-2A9D-D296-6036AC75A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751" y="213863"/>
            <a:ext cx="8202170" cy="643027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0DA5EF-F188-489C-075B-90B6E82B974C}"/>
              </a:ext>
            </a:extLst>
          </p:cNvPr>
          <p:cNvSpPr/>
          <p:nvPr/>
        </p:nvSpPr>
        <p:spPr>
          <a:xfrm>
            <a:off x="6096000" y="719538"/>
            <a:ext cx="2409022" cy="216895"/>
          </a:xfrm>
          <a:prstGeom prst="rect">
            <a:avLst/>
          </a:prstGeom>
          <a:solidFill>
            <a:srgbClr val="181A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1658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AE740601303664D89A49B4379666EAF" ma:contentTypeVersion="11" ma:contentTypeDescription="Opprett et nytt dokument." ma:contentTypeScope="" ma:versionID="bab265c8af60ab04d26a74db93fda490">
  <xsd:schema xmlns:xsd="http://www.w3.org/2001/XMLSchema" xmlns:xs="http://www.w3.org/2001/XMLSchema" xmlns:p="http://schemas.microsoft.com/office/2006/metadata/properties" xmlns:ns2="af681af4-b657-4b5a-8179-809605163d28" xmlns:ns3="378a66ac-eb65-4c48-aeff-c371a53ffd72" targetNamespace="http://schemas.microsoft.com/office/2006/metadata/properties" ma:root="true" ma:fieldsID="3e147aff7170a36a0d108e4f2ae3c7ae" ns2:_="" ns3:_="">
    <xsd:import namespace="af681af4-b657-4b5a-8179-809605163d28"/>
    <xsd:import namespace="378a66ac-eb65-4c48-aeff-c371a53ffd7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681af4-b657-4b5a-8179-809605163d2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68e92dff-9770-449a-a2b1-8a7a45e58194}" ma:internalName="TaxCatchAll" ma:showField="CatchAllData" ma:web="af681af4-b657-4b5a-8179-809605163d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8a66ac-eb65-4c48-aeff-c371a53ffd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ildemerkelapper" ma:readOnly="false" ma:fieldId="{5cf76f15-5ced-4ddc-b409-7134ff3c332f}" ma:taxonomyMulti="true" ma:sspId="77bb5f2b-d4a0-4b54-bd97-63e1ab2bf3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f681af4-b657-4b5a-8179-809605163d28" xsi:nil="true"/>
    <lcf76f155ced4ddcb4097134ff3c332f xmlns="378a66ac-eb65-4c48-aeff-c371a53ffd7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77CF673-74F2-4BE1-ADF0-484C923666D9}"/>
</file>

<file path=customXml/itemProps2.xml><?xml version="1.0" encoding="utf-8"?>
<ds:datastoreItem xmlns:ds="http://schemas.openxmlformats.org/officeDocument/2006/customXml" ds:itemID="{9E063467-2611-40E5-A0F0-7FC203E8C2C8}"/>
</file>

<file path=customXml/itemProps3.xml><?xml version="1.0" encoding="utf-8"?>
<ds:datastoreItem xmlns:ds="http://schemas.openxmlformats.org/officeDocument/2006/customXml" ds:itemID="{E33A1044-CAE5-41A2-90C9-62D7B983CE67}"/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3258</TotalTime>
  <Words>1355</Words>
  <Application>Microsoft Office PowerPoint</Application>
  <PresentationFormat>Widescreen</PresentationFormat>
  <Paragraphs>341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Consolas</vt:lpstr>
      <vt:lpstr>Tw Cen MT</vt:lpstr>
      <vt:lpstr>Circuit</vt:lpstr>
      <vt:lpstr>CSS POSITIONING  &amp; BOX MODEL</vt:lpstr>
      <vt:lpstr>Det kan hende det blir litt sånn: Men alt kommer til å gå bra!</vt:lpstr>
      <vt:lpstr>BOX MODEL</vt:lpstr>
      <vt:lpstr>Eksempel på box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Mer kontrollert Box Model</vt:lpstr>
      <vt:lpstr>BORDER RADIUS</vt:lpstr>
      <vt:lpstr>WIDTH &amp; HEIGHT</vt:lpstr>
      <vt:lpstr>DA BLIR DET SLIK:</vt:lpstr>
      <vt:lpstr>MEN! Hvis VINDUET ER FOR LITE...</vt:lpstr>
      <vt:lpstr>Max/Min WIDTH &amp; HEIGHT</vt:lpstr>
      <vt:lpstr>Da blir det slik:</vt:lpstr>
      <vt:lpstr>Og hvis vinduet er lite:</vt:lpstr>
      <vt:lpstr>PosiSJONERING</vt:lpstr>
      <vt:lpstr>STATIC POSITIONING</vt:lpstr>
      <vt:lpstr>RELATIVE POSITIONING</vt:lpstr>
      <vt:lpstr>FIXED POSITIONING</vt:lpstr>
      <vt:lpstr>Her ser vi resultatet (Tekst er lagt til)</vt:lpstr>
      <vt:lpstr>ABSOLUTE POSITIONING</vt:lpstr>
      <vt:lpstr>Resultat</vt:lpstr>
      <vt:lpstr>Z-INDEX</vt:lpstr>
      <vt:lpstr>Z-INDEX</vt:lpstr>
      <vt:lpstr>Resultat</vt:lpstr>
      <vt:lpstr>FLOAT</vt:lpstr>
      <vt:lpstr>Uten FLOAT</vt:lpstr>
      <vt:lpstr>RESULTAT</vt:lpstr>
      <vt:lpstr>FLOAT left</vt:lpstr>
      <vt:lpstr>RESULTAT</vt:lpstr>
      <vt:lpstr>FLOAT RIGHT</vt:lpstr>
      <vt:lpstr>RESULTAT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POSITIONING  &amp; BOX MODEL</dc:title>
  <dc:creator>Sindre Vatland Hvidsten</dc:creator>
  <cp:lastModifiedBy>Sindre Vatland Hvidsten</cp:lastModifiedBy>
  <cp:revision>104</cp:revision>
  <dcterms:created xsi:type="dcterms:W3CDTF">2023-09-18T07:40:53Z</dcterms:created>
  <dcterms:modified xsi:type="dcterms:W3CDTF">2023-09-22T06:07:33Z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0x010100DAE740601303664D89A49B4379666EAF</vt:lpwstr>
  </property>
</Properties>
</file>