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4"/>
  </p:sldMasterIdLst>
  <p:sldIdLst>
    <p:sldId id="256" r:id="rId5"/>
    <p:sldId id="258" r:id="rId6"/>
    <p:sldId id="259" r:id="rId7"/>
    <p:sldId id="257" r:id="rId8"/>
    <p:sldId id="265" r:id="rId9"/>
    <p:sldId id="260" r:id="rId10"/>
    <p:sldId id="262" r:id="rId11"/>
    <p:sldId id="261" r:id="rId12"/>
    <p:sldId id="263" r:id="rId13"/>
    <p:sldId id="264" r:id="rId14"/>
    <p:sldId id="274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6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87" d="100"/>
          <a:sy n="87" d="100"/>
        </p:scale>
        <p:origin x="90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dre Vatland Hvidsten" userId="08424c74-57d2-45eb-89f9-84012116bbaa" providerId="ADAL" clId="{5D044839-9FD1-574C-9DB2-C570205C9EA7}"/>
    <pc:docChg chg="custSel modSld">
      <pc:chgData name="Sindre Vatland Hvidsten" userId="08424c74-57d2-45eb-89f9-84012116bbaa" providerId="ADAL" clId="{5D044839-9FD1-574C-9DB2-C570205C9EA7}" dt="2023-09-22T11:44:39.615" v="55" actId="20577"/>
      <pc:docMkLst>
        <pc:docMk/>
      </pc:docMkLst>
      <pc:sldChg chg="modSp">
        <pc:chgData name="Sindre Vatland Hvidsten" userId="08424c74-57d2-45eb-89f9-84012116bbaa" providerId="ADAL" clId="{5D044839-9FD1-574C-9DB2-C570205C9EA7}" dt="2023-09-22T11:44:39.615" v="55" actId="20577"/>
        <pc:sldMkLst>
          <pc:docMk/>
          <pc:sldMk cId="2728254529" sldId="266"/>
        </pc:sldMkLst>
      </pc:sldChg>
    </pc:docChg>
  </pc:docChgLst>
  <pc:docChgLst>
    <pc:chgData name="Sindre Vatland Hvidsten" userId="S::sindre.vatland.hvidsten@skole.rogfk.no::08424c74-57d2-45eb-89f9-84012116bbaa" providerId="AD" clId="Web-{702F2980-1FD4-4510-900A-16DF2B5EE16A}"/>
    <pc:docChg chg="modSld">
      <pc:chgData name="Sindre Vatland Hvidsten" userId="S::sindre.vatland.hvidsten@skole.rogfk.no::08424c74-57d2-45eb-89f9-84012116bbaa" providerId="AD" clId="Web-{702F2980-1FD4-4510-900A-16DF2B5EE16A}" dt="2023-09-22T11:03:27.050" v="31" actId="20577"/>
      <pc:docMkLst>
        <pc:docMk/>
      </pc:docMkLst>
      <pc:sldChg chg="modSp">
        <pc:chgData name="Sindre Vatland Hvidsten" userId="S::sindre.vatland.hvidsten@skole.rogfk.no::08424c74-57d2-45eb-89f9-84012116bbaa" providerId="AD" clId="Web-{702F2980-1FD4-4510-900A-16DF2B5EE16A}" dt="2023-09-22T11:03:27.050" v="31" actId="20577"/>
        <pc:sldMkLst>
          <pc:docMk/>
          <pc:sldMk cId="2728254529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306E-D259-4A92-BD3F-A1D83F2A0A6A}" type="datetimeFigureOut">
              <a:rPr lang="nb-NO" smtClean="0"/>
              <a:t>09.09.2025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EBF3-BE4F-4BEB-9E2A-2F634107B635}" type="slidenum">
              <a:rPr lang="nb-NO" smtClean="0"/>
              <a:t>‹#›</a:t>
            </a:fld>
            <a:endParaRPr lang="nb-NO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255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306E-D259-4A92-BD3F-A1D83F2A0A6A}" type="datetimeFigureOut">
              <a:rPr lang="nb-NO" smtClean="0"/>
              <a:t>09.09.2025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EBF3-BE4F-4BEB-9E2A-2F634107B6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17098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306E-D259-4A92-BD3F-A1D83F2A0A6A}" type="datetimeFigureOut">
              <a:rPr lang="nb-NO" smtClean="0"/>
              <a:t>09.09.2025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EBF3-BE4F-4BEB-9E2A-2F634107B6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65505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306E-D259-4A92-BD3F-A1D83F2A0A6A}" type="datetimeFigureOut">
              <a:rPr lang="nb-NO" smtClean="0"/>
              <a:t>09.09.2025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EBF3-BE4F-4BEB-9E2A-2F634107B6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33851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306E-D259-4A92-BD3F-A1D83F2A0A6A}" type="datetimeFigureOut">
              <a:rPr lang="nb-NO" smtClean="0"/>
              <a:t>09.09.2025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EBF3-BE4F-4BEB-9E2A-2F634107B6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235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306E-D259-4A92-BD3F-A1D83F2A0A6A}" type="datetimeFigureOut">
              <a:rPr lang="nb-NO" smtClean="0"/>
              <a:t>09.09.2025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EBF3-BE4F-4BEB-9E2A-2F634107B6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63774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306E-D259-4A92-BD3F-A1D83F2A0A6A}" type="datetimeFigureOut">
              <a:rPr lang="nb-NO" smtClean="0"/>
              <a:t>09.09.2025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EBF3-BE4F-4BEB-9E2A-2F634107B6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81177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306E-D259-4A92-BD3F-A1D83F2A0A6A}" type="datetimeFigureOut">
              <a:rPr lang="nb-NO" smtClean="0"/>
              <a:t>09.09.2025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EBF3-BE4F-4BEB-9E2A-2F634107B6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70861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306E-D259-4A92-BD3F-A1D83F2A0A6A}" type="datetimeFigureOut">
              <a:rPr lang="nb-NO" smtClean="0"/>
              <a:t>09.09.2025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EBF3-BE4F-4BEB-9E2A-2F634107B6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32413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306E-D259-4A92-BD3F-A1D83F2A0A6A}" type="datetimeFigureOut">
              <a:rPr lang="nb-NO" smtClean="0"/>
              <a:t>09.09.2025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EBF3-BE4F-4BEB-9E2A-2F634107B6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46485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306E-D259-4A92-BD3F-A1D83F2A0A6A}" type="datetimeFigureOut">
              <a:rPr lang="nb-NO" smtClean="0"/>
              <a:t>09.09.2025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EBF3-BE4F-4BEB-9E2A-2F634107B6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82706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306E-D259-4A92-BD3F-A1D83F2A0A6A}" type="datetimeFigureOut">
              <a:rPr lang="nb-NO" smtClean="0"/>
              <a:t>09.09.2025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EBF3-BE4F-4BEB-9E2A-2F634107B635}" type="slidenum">
              <a:rPr lang="nb-NO" smtClean="0"/>
              <a:t>‹#›</a:t>
            </a:fld>
            <a:endParaRPr lang="nb-NO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88972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306E-D259-4A92-BD3F-A1D83F2A0A6A}" type="datetimeFigureOut">
              <a:rPr lang="nb-NO" smtClean="0"/>
              <a:t>09.09.2025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EBF3-BE4F-4BEB-9E2A-2F634107B6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86646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306E-D259-4A92-BD3F-A1D83F2A0A6A}" type="datetimeFigureOut">
              <a:rPr lang="nb-NO" smtClean="0"/>
              <a:t>09.09.2025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EBF3-BE4F-4BEB-9E2A-2F634107B635}" type="slidenum">
              <a:rPr lang="nb-NO" smtClean="0"/>
              <a:t>‹#›</a:t>
            </a:fld>
            <a:endParaRPr lang="nb-NO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7943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306E-D259-4A92-BD3F-A1D83F2A0A6A}" type="datetimeFigureOut">
              <a:rPr lang="nb-NO" smtClean="0"/>
              <a:t>09.09.2025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EBF3-BE4F-4BEB-9E2A-2F634107B6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693008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306E-D259-4A92-BD3F-A1D83F2A0A6A}" type="datetimeFigureOut">
              <a:rPr lang="nb-NO" smtClean="0"/>
              <a:t>09.09.2025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EBF3-BE4F-4BEB-9E2A-2F634107B6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172680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306E-D259-4A92-BD3F-A1D83F2A0A6A}" type="datetimeFigureOut">
              <a:rPr lang="nb-NO" smtClean="0"/>
              <a:t>09.09.2025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CEBF3-BE4F-4BEB-9E2A-2F634107B6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48201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FAA306E-D259-4A92-BD3F-A1D83F2A0A6A}" type="datetimeFigureOut">
              <a:rPr lang="nb-NO" smtClean="0"/>
              <a:t>09.09.2025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C0CEBF3-BE4F-4BEB-9E2A-2F634107B63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439929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codecademy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A2010-D527-FB1F-6DC1-0C4E1F4CC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6939598" cy="2971801"/>
          </a:xfrm>
        </p:spPr>
        <p:txBody>
          <a:bodyPr>
            <a:normAutofit/>
          </a:bodyPr>
          <a:lstStyle/>
          <a:p>
            <a:r>
              <a:rPr lang="nb-NO" sz="6000" dirty="0"/>
              <a:t>Kort om Kodestruktur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BC5A6-15BA-EB70-54C5-418A62BCC2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nb-NO" sz="2400" dirty="0"/>
              <a:t>Lesbarhet er viktig!</a:t>
            </a:r>
          </a:p>
        </p:txBody>
      </p:sp>
      <p:pic>
        <p:nvPicPr>
          <p:cNvPr id="1026" name="Picture 2" descr="How To Structure A Blog Post (Get More Clicks) | Contentellect">
            <a:extLst>
              <a:ext uri="{FF2B5EF4-FFF2-40B4-BE49-F238E27FC236}">
                <a16:creationId xmlns:a16="http://schemas.microsoft.com/office/drawing/2014/main" id="{25E1A893-7DB1-2855-5BCF-1AC4AE298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282" y="1587341"/>
            <a:ext cx="4843506" cy="3683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4555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1AF03-2F64-860C-1592-0C1B4A0B2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37160"/>
            <a:ext cx="8534400" cy="1507067"/>
          </a:xfrm>
        </p:spPr>
        <p:txBody>
          <a:bodyPr/>
          <a:lstStyle/>
          <a:p>
            <a:pPr algn="ctr"/>
            <a:r>
              <a:rPr lang="nb-NO" dirty="0"/>
              <a:t>Vi har en nettside som denne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A8352F-4B9A-4C30-1A95-6BC47B5AF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72827"/>
            <a:ext cx="8534400" cy="470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999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BEE8B79-D23B-480E-01D4-A4685B0D9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36" y="1725930"/>
            <a:ext cx="5440642" cy="29977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71AF03-2F64-860C-1592-0C1B4A0B2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925" y="105275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nb-NO" sz="4800" dirty="0"/>
              <a:t>LEGGE INN ET BILDE?</a:t>
            </a:r>
          </a:p>
        </p:txBody>
      </p:sp>
      <p:pic>
        <p:nvPicPr>
          <p:cNvPr id="4" name="Picture 3" descr="A bathroom with a tub and mirrors&#10;&#10;Description automatically generated">
            <a:extLst>
              <a:ext uri="{FF2B5EF4-FFF2-40B4-BE49-F238E27FC236}">
                <a16:creationId xmlns:a16="http://schemas.microsoft.com/office/drawing/2014/main" id="{79AB5E5A-44D7-E020-CB10-5CCCD21BA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648" y="2117377"/>
            <a:ext cx="6329875" cy="3547512"/>
          </a:xfrm>
          <a:prstGeom prst="rect">
            <a:avLst/>
          </a:prstGeom>
        </p:spPr>
      </p:pic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0D49C6D5-F4CA-90BD-D35D-CDAAE9FB79B2}"/>
              </a:ext>
            </a:extLst>
          </p:cNvPr>
          <p:cNvCxnSpPr>
            <a:cxnSpLocks/>
            <a:stCxn id="4" idx="2"/>
          </p:cNvCxnSpPr>
          <p:nvPr/>
        </p:nvCxnSpPr>
        <p:spPr>
          <a:xfrm rot="5400000" flipH="1">
            <a:off x="4518507" y="1366811"/>
            <a:ext cx="2670229" cy="5925929"/>
          </a:xfrm>
          <a:prstGeom prst="curvedConnector4">
            <a:avLst>
              <a:gd name="adj1" fmla="val -26539"/>
              <a:gd name="adj2" fmla="val 100043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4131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51AF6-0AEA-A743-EFDD-480A3FF2F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0356" y="0"/>
            <a:ext cx="5541484" cy="6858000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Bad og Sofa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"style.css"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Bad og Sofa!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Dette er min nettside om bad og sofa.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C05D59-173D-4DC4-3FAF-1328412D8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516" y="0"/>
            <a:ext cx="5541484" cy="1507067"/>
          </a:xfrm>
        </p:spPr>
        <p:txBody>
          <a:bodyPr>
            <a:normAutofit/>
          </a:bodyPr>
          <a:lstStyle/>
          <a:p>
            <a:pPr algn="ctr"/>
            <a:r>
              <a:rPr lang="nb-NO" sz="4000" dirty="0"/>
              <a:t>Hvor skal koden?</a:t>
            </a:r>
          </a:p>
        </p:txBody>
      </p:sp>
    </p:spTree>
    <p:extLst>
      <p:ext uri="{BB962C8B-B14F-4D97-AF65-F5344CB8AC3E}">
        <p14:creationId xmlns:p14="http://schemas.microsoft.com/office/powerpoint/2010/main" val="127013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B4048-B61C-9F47-0736-2D29398D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  <a:noFill/>
        </p:spPr>
        <p:txBody>
          <a:bodyPr>
            <a:normAutofit/>
          </a:bodyPr>
          <a:lstStyle/>
          <a:p>
            <a:pPr algn="ctr"/>
            <a:r>
              <a:rPr lang="nb-NO" sz="5400" b="1" cap="none" dirty="0">
                <a:solidFill>
                  <a:srgbClr val="00B050"/>
                </a:solidFill>
              </a:rPr>
              <a:t>w3schools</a:t>
            </a:r>
            <a:r>
              <a:rPr lang="nb-NO" sz="4800" dirty="0"/>
              <a:t> kode ser OFTE sånn ut…</a:t>
            </a:r>
          </a:p>
        </p:txBody>
      </p:sp>
    </p:spTree>
    <p:extLst>
      <p:ext uri="{BB962C8B-B14F-4D97-AF65-F5344CB8AC3E}">
        <p14:creationId xmlns:p14="http://schemas.microsoft.com/office/powerpoint/2010/main" val="292238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D7F1AE2-99FA-6A5B-AF1B-1DA8236333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EA166-116F-9CD1-2360-7C69B0F1B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342" y="0"/>
            <a:ext cx="8534400" cy="685800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Bad og Sofa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    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"style.css"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Bad og Sofa!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Dette er min nettside om bad og sofa.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51E2B8-F82A-74EF-2A96-08790AC57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516" y="0"/>
            <a:ext cx="5541484" cy="1507067"/>
          </a:xfrm>
        </p:spPr>
        <p:txBody>
          <a:bodyPr>
            <a:normAutofit/>
          </a:bodyPr>
          <a:lstStyle/>
          <a:p>
            <a:pPr algn="ctr"/>
            <a:r>
              <a:rPr lang="nb-NO" sz="4000" dirty="0"/>
              <a:t>HVA MED NÅ?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33A24ECF-1B56-8F74-689E-83BD72922D50}"/>
              </a:ext>
            </a:extLst>
          </p:cNvPr>
          <p:cNvCxnSpPr>
            <a:cxnSpLocks/>
          </p:cNvCxnSpPr>
          <p:nvPr/>
        </p:nvCxnSpPr>
        <p:spPr>
          <a:xfrm rot="10800000" flipV="1">
            <a:off x="4043190" y="1298447"/>
            <a:ext cx="6134082" cy="4232019"/>
          </a:xfrm>
          <a:prstGeom prst="bentConnector3">
            <a:avLst>
              <a:gd name="adj1" fmla="val 71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02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2F2DB5-0624-FD46-003C-8E4EB30682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EA166-116F-9CD1-2360-7C69B0F1B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341" y="0"/>
            <a:ext cx="10769659" cy="685800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Bad og Sofa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    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"style.css"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Bad og Sofa!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Dette er min nettside om bad og sofa.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"images/bad_sofa.png" </a:t>
            </a:r>
            <a:r>
              <a:rPr lang="nb-NO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alt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"Bilde av sofa og bad"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221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4B1D-D280-5719-7069-284A5A350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ctr"/>
            <a:r>
              <a:rPr lang="nb-NO" sz="6600" dirty="0"/>
              <a:t>Mye tydeligere, sant?</a:t>
            </a:r>
          </a:p>
        </p:txBody>
      </p:sp>
    </p:spTree>
    <p:extLst>
      <p:ext uri="{BB962C8B-B14F-4D97-AF65-F5344CB8AC3E}">
        <p14:creationId xmlns:p14="http://schemas.microsoft.com/office/powerpoint/2010/main" val="294874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2F13A0-988C-283C-9EE1-5E18D4C2D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80" y="49586"/>
            <a:ext cx="9006840" cy="675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07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3CF75-C95C-8703-3C65-FDB825F0A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0"/>
            <a:ext cx="8534400" cy="6858000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family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Helvetica, sans-</a:t>
            </a:r>
            <a:r>
              <a:rPr lang="nb-NO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serif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b-NO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33%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#dddddd;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solid #bbbbbb;  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endParaRPr lang="nb-NO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b-NO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b-NO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b-NO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90%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auto;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block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7744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BFCBBE-E86F-1562-45CE-8059395B43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EA166-116F-9CD1-2360-7C69B0F1B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0"/>
            <a:ext cx="12192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b="0" dirty="0">
                <a:solidFill>
                  <a:srgbClr val="D4D4D4"/>
                </a:solidFill>
                <a:effectLst/>
                <a:latin typeface="+mj-lt"/>
              </a:rPr>
              <a:t>LA OSS TEGNE LITT!</a:t>
            </a:r>
          </a:p>
        </p:txBody>
      </p:sp>
    </p:spTree>
    <p:extLst>
      <p:ext uri="{BB962C8B-B14F-4D97-AF65-F5344CB8AC3E}">
        <p14:creationId xmlns:p14="http://schemas.microsoft.com/office/powerpoint/2010/main" val="390236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BFCBBE-E86F-1562-45CE-8059395B43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EA166-116F-9CD1-2360-7C69B0F1B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607" y="291947"/>
            <a:ext cx="7223393" cy="62741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66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BFCBBE-E86F-1562-45CE-8059395B43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EA166-116F-9CD1-2360-7C69B0F1B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607" y="291947"/>
            <a:ext cx="7223393" cy="62741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96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BFCBBE-E86F-1562-45CE-8059395B43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EA166-116F-9CD1-2360-7C69B0F1B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607" y="291947"/>
            <a:ext cx="7223393" cy="62741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380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BFCBBE-E86F-1562-45CE-8059395B43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EA166-116F-9CD1-2360-7C69B0F1B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607" y="291947"/>
            <a:ext cx="7223393" cy="62741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528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BFCBBE-E86F-1562-45CE-8059395B43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EA166-116F-9CD1-2360-7C69B0F1B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607" y="291947"/>
            <a:ext cx="7223393" cy="62741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65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BFCBBE-E86F-1562-45CE-8059395B43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EA166-116F-9CD1-2360-7C69B0F1B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607" y="291947"/>
            <a:ext cx="7223393" cy="62741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   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70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E14A1-373B-1B48-7F5B-B4449FEC5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ctr"/>
            <a:r>
              <a:rPr lang="nb-NO" sz="6600" dirty="0"/>
              <a:t>Men… DET ser jo BRA </a:t>
            </a:r>
            <a:br>
              <a:rPr lang="nb-NO" sz="6600" dirty="0"/>
            </a:br>
            <a:r>
              <a:rPr lang="nb-NO" sz="6600" dirty="0"/>
              <a:t>ut på nettleseren?!?!</a:t>
            </a:r>
          </a:p>
        </p:txBody>
      </p:sp>
    </p:spTree>
    <p:extLst>
      <p:ext uri="{BB962C8B-B14F-4D97-AF65-F5344CB8AC3E}">
        <p14:creationId xmlns:p14="http://schemas.microsoft.com/office/powerpoint/2010/main" val="82786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DBA5C-D92C-63AB-D302-13D9AEE89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23804"/>
            <a:ext cx="8534400" cy="1507067"/>
          </a:xfrm>
        </p:spPr>
        <p:txBody>
          <a:bodyPr>
            <a:normAutofit/>
          </a:bodyPr>
          <a:lstStyle/>
          <a:p>
            <a:r>
              <a:rPr lang="nb-NO" sz="4400" dirty="0"/>
              <a:t>Alternativ til </a:t>
            </a:r>
            <a:r>
              <a:rPr lang="nb-NO" sz="4800" b="1" cap="none" dirty="0">
                <a:solidFill>
                  <a:srgbClr val="00B050"/>
                </a:solidFill>
              </a:rPr>
              <a:t>w3schools</a:t>
            </a:r>
            <a:endParaRPr lang="nb-NO" sz="44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EE423-AD49-388E-F5F9-1F41F1552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520190"/>
            <a:ext cx="8534400" cy="2586567"/>
          </a:xfrm>
        </p:spPr>
        <p:txBody>
          <a:bodyPr>
            <a:normAutofit fontScale="85000" lnSpcReduction="20000"/>
          </a:bodyPr>
          <a:lstStyle/>
          <a:p>
            <a:r>
              <a:rPr lang="nb-NO" sz="4800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Codecademy</a:t>
            </a:r>
            <a:endParaRPr lang="nb-NO" sz="4800" dirty="0">
              <a:solidFill>
                <a:srgbClr val="00B0F0"/>
              </a:solidFill>
            </a:endParaRPr>
          </a:p>
          <a:p>
            <a:pPr lvl="1">
              <a:buClr>
                <a:srgbClr val="FFFFFF"/>
              </a:buClr>
            </a:pPr>
            <a:r>
              <a:rPr lang="nb-NO" sz="4000" dirty="0"/>
              <a:t>Men, må ha gratisbruker</a:t>
            </a:r>
          </a:p>
          <a:p>
            <a:pPr lvl="1">
              <a:buClr>
                <a:srgbClr val="FFFFFF"/>
              </a:buClr>
            </a:pPr>
            <a:r>
              <a:rPr lang="nb-NO" sz="4000"/>
              <a:t>Bruk personlig mail, IKKE rogfk mail</a:t>
            </a:r>
          </a:p>
          <a:p>
            <a:r>
              <a:rPr lang="nb-NO" sz="4800" dirty="0"/>
              <a:t>Har bedre kodestruktur</a:t>
            </a:r>
          </a:p>
        </p:txBody>
      </p:sp>
    </p:spTree>
    <p:extLst>
      <p:ext uri="{BB962C8B-B14F-4D97-AF65-F5344CB8AC3E}">
        <p14:creationId xmlns:p14="http://schemas.microsoft.com/office/powerpoint/2010/main" val="2728254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AD2E03"/>
      </a:dk2>
      <a:lt2>
        <a:srgbClr val="D75626"/>
      </a:lt2>
      <a:accent1>
        <a:srgbClr val="760603"/>
      </a:accent1>
      <a:accent2>
        <a:srgbClr val="FA9C1F"/>
      </a:accent2>
      <a:accent3>
        <a:srgbClr val="D9BB55"/>
      </a:accent3>
      <a:accent4>
        <a:srgbClr val="829551"/>
      </a:accent4>
      <a:accent5>
        <a:srgbClr val="58A28B"/>
      </a:accent5>
      <a:accent6>
        <a:srgbClr val="426480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4000"/>
                <a:hueMod val="22000"/>
                <a:satMod val="220000"/>
                <a:lumMod val="6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903AAAE-3EA5-424A-B142-CC51DC1F897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AE740601303664D89A49B4379666EAF" ma:contentTypeVersion="13" ma:contentTypeDescription="Opprett et nytt dokument." ma:contentTypeScope="" ma:versionID="553f471be6561c5d97d8e56e386dad27">
  <xsd:schema xmlns:xsd="http://www.w3.org/2001/XMLSchema" xmlns:xs="http://www.w3.org/2001/XMLSchema" xmlns:p="http://schemas.microsoft.com/office/2006/metadata/properties" xmlns:ns2="af681af4-b657-4b5a-8179-809605163d28" xmlns:ns3="378a66ac-eb65-4c48-aeff-c371a53ffd72" targetNamespace="http://schemas.microsoft.com/office/2006/metadata/properties" ma:root="true" ma:fieldsID="d7acbf5d48c4b0ed4cd94fc53d05a657" ns2:_="" ns3:_="">
    <xsd:import namespace="af681af4-b657-4b5a-8179-809605163d28"/>
    <xsd:import namespace="378a66ac-eb65-4c48-aeff-c371a53ffd7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681af4-b657-4b5a-8179-809605163d2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68e92dff-9770-449a-a2b1-8a7a45e58194}" ma:internalName="TaxCatchAll" ma:showField="CatchAllData" ma:web="af681af4-b657-4b5a-8179-809605163d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8a66ac-eb65-4c48-aeff-c371a53ffd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emerkelapper" ma:readOnly="false" ma:fieldId="{5cf76f15-5ced-4ddc-b409-7134ff3c332f}" ma:taxonomyMulti="true" ma:sspId="77bb5f2b-d4a0-4b54-bd97-63e1ab2bf3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f681af4-b657-4b5a-8179-809605163d28" xsi:nil="true"/>
    <lcf76f155ced4ddcb4097134ff3c332f xmlns="378a66ac-eb65-4c48-aeff-c371a53ffd7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E9F845D-E52B-4468-9A73-1EEA69C7AC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2BC830-2E29-42BC-8965-0F7A8CCC1458}"/>
</file>

<file path=customXml/itemProps3.xml><?xml version="1.0" encoding="utf-8"?>
<ds:datastoreItem xmlns:ds="http://schemas.openxmlformats.org/officeDocument/2006/customXml" ds:itemID="{C6F055A4-6992-4036-8342-37E4255BDFFA}">
  <ds:schemaRefs>
    <ds:schemaRef ds:uri="http://schemas.microsoft.com/office/2006/metadata/properties"/>
    <ds:schemaRef ds:uri="http://www.w3.org/2000/xmlns/"/>
    <ds:schemaRef ds:uri="http://schemas.microsoft.com/office/infopath/2007/PartnerControls"/>
    <ds:schemaRef ds:uri="af681af4-b657-4b5a-8179-809605163d28"/>
    <ds:schemaRef ds:uri="378a66ac-eb65-4c48-aeff-c371a53ffd7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81</TotalTime>
  <Words>576</Words>
  <Application>Microsoft Office PowerPoint</Application>
  <PresentationFormat>Widescreen</PresentationFormat>
  <Paragraphs>136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Lysbildetitler</vt:lpstr>
      </vt:variant>
      <vt:variant>
        <vt:i4>19</vt:i4>
      </vt:variant>
    </vt:vector>
  </HeadingPairs>
  <TitlesOfParts>
    <vt:vector size="20" baseType="lpstr">
      <vt:lpstr>Slice</vt:lpstr>
      <vt:lpstr>Kort om Kodestruktur</vt:lpstr>
      <vt:lpstr>Vi har en nettside som denne</vt:lpstr>
      <vt:lpstr>LEGGE INN ET BILDE?</vt:lpstr>
      <vt:lpstr>Hvor skal koden?</vt:lpstr>
      <vt:lpstr>w3schools kode ser OFTE sånn ut…</vt:lpstr>
      <vt:lpstr>HVA MED NÅ?</vt:lpstr>
      <vt:lpstr>PowerPoint-presentasjon</vt:lpstr>
      <vt:lpstr>Mye tydeligere, sant?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Men… DET ser jo BRA  ut på nettleseren?!?!</vt:lpstr>
      <vt:lpstr>Alternativ til w3schools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Kort om Kodestruktur</dc:title>
  <dc:creator>Sindre Vatland Hvidsten</dc:creator>
  <cp:lastModifiedBy>Sindre Hvidsten</cp:lastModifiedBy>
  <cp:revision>35</cp:revision>
  <dcterms:created xsi:type="dcterms:W3CDTF">2023-09-22T07:49:56Z</dcterms:created>
  <dcterms:modified xsi:type="dcterms:W3CDTF">2025-09-10T06:04:33Z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0x010100DAE740601303664D89A49B4379666EAF</vt:lpwstr>
  </property>
  <property fmtid="{D5CDD505-2E9C-101B-9397-08002B2CF9AE}" pid="3" name="MediaServiceImageTags">
    <vt:lpwstr/>
  </property>
</Properties>
</file>